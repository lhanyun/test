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9" r:id="rId3"/>
    <p:sldId id="385" r:id="rId5"/>
    <p:sldId id="347" r:id="rId6"/>
    <p:sldId id="368" r:id="rId7"/>
    <p:sldId id="354" r:id="rId8"/>
    <p:sldId id="346" r:id="rId9"/>
    <p:sldId id="386" r:id="rId10"/>
    <p:sldId id="357" r:id="rId11"/>
    <p:sldId id="394" r:id="rId12"/>
    <p:sldId id="395" r:id="rId13"/>
    <p:sldId id="396" r:id="rId14"/>
    <p:sldId id="397" r:id="rId15"/>
    <p:sldId id="35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B1E"/>
    <a:srgbClr val="FD8C87"/>
    <a:srgbClr val="0D1D3E"/>
    <a:srgbClr val="0E1F42"/>
    <a:srgbClr val="1699AA"/>
    <a:srgbClr val="0B1938"/>
    <a:srgbClr val="72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4" autoAdjust="0"/>
    <p:restoredTop sz="89148" autoAdjust="0"/>
  </p:normalViewPr>
  <p:slideViewPr>
    <p:cSldViewPr snapToGrid="0" showGuides="1">
      <p:cViewPr varScale="1">
        <p:scale>
          <a:sx n="112" d="100"/>
          <a:sy n="112" d="100"/>
        </p:scale>
        <p:origin x="800" y="192"/>
      </p:cViewPr>
      <p:guideLst>
        <p:guide orient="horz" pos="2226"/>
        <p:guide pos="37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4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A3D2-5EE1-4337-B09B-C9AD7BF1CB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0A2DA-03CA-4D3E-A9F5-87798B79BF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4.jpe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6364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29" name="椭圆 28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-23586" y="-10160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73637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50801"/>
            <a:ext cx="12230100" cy="6908801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71BE-D98B-4150-A83D-D7CACD5406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01215" y="3014345"/>
            <a:ext cx="8406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中科云谷移动前端平台</a:t>
            </a:r>
            <a:endParaRPr lang="zh-CN" altLang="en-US" sz="4800" b="1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45245" y="4608830"/>
            <a:ext cx="1562735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产品部</a:t>
            </a:r>
            <a:r>
              <a:rPr lang="en-US" altLang="zh-CN" sz="1600" dirty="0" smtClean="0">
                <a:solidFill>
                  <a:schemeClr val="bg1"/>
                </a:solidFill>
              </a:rPr>
              <a:t>·</a:t>
            </a:r>
            <a:r>
              <a:rPr lang="zh-CN" altLang="en-US" sz="1600" dirty="0" smtClean="0">
                <a:solidFill>
                  <a:schemeClr val="bg1"/>
                </a:solidFill>
              </a:rPr>
              <a:t>刘宇琳</a:t>
            </a:r>
            <a:endParaRPr lang="zh-CN" altLang="en-US" sz="1600" dirty="0" smtClean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64650" y="5019675"/>
            <a:ext cx="124333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2020.03.09</a:t>
            </a:r>
            <a:endParaRPr lang="en-US" sz="1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客户侧移动端整体技术体系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15049" y="5569689"/>
            <a:ext cx="1134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操作系统</a:t>
            </a:r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02569" y="574159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67711" y="5741434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15049" y="4787688"/>
            <a:ext cx="1134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400" dirty="0">
                <a:solidFill>
                  <a:schemeClr val="accent2"/>
                </a:solidFill>
                <a:sym typeface="+mn-ea"/>
              </a:rPr>
              <a:t>技术栈组合</a:t>
            </a:r>
            <a:endParaRPr lang="zh-CN" altLang="en-US" sz="1400" dirty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60244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国际化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631662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自定义主题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74498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拍照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地图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03080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消息推送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046085" y="4950460"/>
            <a:ext cx="1287780" cy="27495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加解密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15049" y="4004946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代码质量</a:t>
            </a:r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162746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ESLint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01393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rettier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678687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bem 命名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840040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tylelint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517336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 Hook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027213" y="4005118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027213" y="4782523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038600" y="5569689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715049" y="3222204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跨平台</a:t>
            </a:r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397250" y="3402965"/>
            <a:ext cx="2498090" cy="27495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SuperWebview - Hybrid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831965" y="3394075"/>
            <a:ext cx="2980055" cy="27495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uni-app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小程序多端统一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038600" y="3230576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715049" y="2439462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400" b="1" dirty="0">
                <a:solidFill>
                  <a:srgbClr val="AADB1E"/>
                </a:solidFill>
                <a:latin typeface="+mj-ea"/>
                <a:ea typeface="+mj-ea"/>
              </a:rPr>
              <a:t>UI</a:t>
            </a:r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组件库</a:t>
            </a:r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038600" y="2432386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088755" y="2588260"/>
            <a:ext cx="1490980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EChart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517336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15049" y="1656720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前端框架</a:t>
            </a:r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861632" y="1801732"/>
            <a:ext cx="1569600" cy="30777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前端框架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7227040" y="1811000"/>
            <a:ext cx="1570131" cy="30777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uni-app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小程序框架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2038600" y="1658332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11057239" y="1656720"/>
            <a:ext cx="668671" cy="4532168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119390" y="1811000"/>
            <a:ext cx="486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100" b="1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规范体系</a:t>
            </a:r>
            <a:endParaRPr lang="zh-CN" altLang="en-US" sz="1100" b="1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1193020" y="2439462"/>
            <a:ext cx="397107" cy="83690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视觉规范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1193020" y="3678166"/>
            <a:ext cx="397107" cy="83690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交互规范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93020" y="4904986"/>
            <a:ext cx="397107" cy="83690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开发规范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49220" y="2595880"/>
            <a:ext cx="1470660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ZvUI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95340" y="2588260"/>
            <a:ext cx="1470660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ZvUI__w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小程序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90880" y="527685"/>
            <a:ext cx="11122660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0880" y="1078230"/>
            <a:ext cx="11122660" cy="5147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8205" y="1210310"/>
            <a:ext cx="2942590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Android &amp; iOS </a:t>
            </a:r>
            <a:r>
              <a:rPr lang="zh-CN" altLang="en-US" sz="2400" dirty="0">
                <a:solidFill>
                  <a:schemeClr val="bg1"/>
                </a:solidFill>
              </a:rPr>
              <a:t>应用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6460" y="1765935"/>
            <a:ext cx="2696210" cy="71183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消息推送</a:t>
            </a:r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886460" y="4653280"/>
            <a:ext cx="2696210" cy="134556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6460" y="2710815"/>
            <a:ext cx="2696210" cy="78168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原生</a:t>
            </a:r>
            <a:r>
              <a:rPr lang="en-US" altLang="zh-CN" sz="1600"/>
              <a:t>UI</a:t>
            </a:r>
            <a:endParaRPr lang="en-US" altLang="zh-CN" sz="1600"/>
          </a:p>
          <a:p>
            <a:pPr algn="ctr"/>
            <a:r>
              <a:rPr lang="zh-CN" altLang="en-US" sz="1600"/>
              <a:t>拍照、地图</a:t>
            </a:r>
            <a:r>
              <a:rPr lang="en-US" altLang="zh-CN" sz="1600"/>
              <a:t>...</a:t>
            </a:r>
            <a:endParaRPr lang="en-US" altLang="zh-CN" sz="1600"/>
          </a:p>
        </p:txBody>
      </p:sp>
      <p:sp>
        <p:nvSpPr>
          <p:cNvPr id="12" name="矩形 11"/>
          <p:cNvSpPr/>
          <p:nvPr/>
        </p:nvSpPr>
        <p:spPr>
          <a:xfrm>
            <a:off x="5657215" y="1210310"/>
            <a:ext cx="5974715" cy="47840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17870" y="1850390"/>
            <a:ext cx="4024630" cy="315658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79805" y="5233670"/>
            <a:ext cx="1099820" cy="6102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Realm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01545" y="5233670"/>
            <a:ext cx="1259205" cy="6108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平台持久化存储能力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754745" y="2654935"/>
            <a:ext cx="989330" cy="2113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4205605" y="1210945"/>
            <a:ext cx="828040" cy="478409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hybrid-sdk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980440" y="4653280"/>
            <a:ext cx="24803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90000"/>
              </a:lnSpc>
            </a:pPr>
            <a:r>
              <a:rPr lang="zh-CN" altLang="en-US" sz="1600"/>
              <a:t>全局共享数据、隐私数据</a:t>
            </a:r>
            <a:endParaRPr lang="zh-CN" altLang="en-US" sz="1600"/>
          </a:p>
        </p:txBody>
      </p:sp>
      <p:sp>
        <p:nvSpPr>
          <p:cNvPr id="24" name="矩形 23"/>
          <p:cNvSpPr/>
          <p:nvPr/>
        </p:nvSpPr>
        <p:spPr>
          <a:xfrm>
            <a:off x="5817870" y="1308735"/>
            <a:ext cx="24803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90000"/>
              </a:lnSpc>
            </a:pPr>
            <a:r>
              <a:rPr lang="en-US" altLang="zh-CN" sz="1600"/>
              <a:t>SuperWebview</a:t>
            </a:r>
            <a:endParaRPr lang="en-US" altLang="zh-CN" sz="1600"/>
          </a:p>
        </p:txBody>
      </p:sp>
      <p:sp>
        <p:nvSpPr>
          <p:cNvPr id="25" name="矩形 24"/>
          <p:cNvSpPr/>
          <p:nvPr/>
        </p:nvSpPr>
        <p:spPr>
          <a:xfrm>
            <a:off x="6009005" y="2019935"/>
            <a:ext cx="24803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90000"/>
              </a:lnSpc>
            </a:pPr>
            <a:r>
              <a:rPr lang="en-US" altLang="zh-CN" sz="1600"/>
              <a:t>window</a:t>
            </a:r>
            <a:endParaRPr lang="en-US" altLang="zh-CN" sz="1600"/>
          </a:p>
        </p:txBody>
      </p:sp>
      <p:sp>
        <p:nvSpPr>
          <p:cNvPr id="26" name="矩形 25"/>
          <p:cNvSpPr/>
          <p:nvPr/>
        </p:nvSpPr>
        <p:spPr>
          <a:xfrm>
            <a:off x="7353300" y="2654300"/>
            <a:ext cx="1083945" cy="2113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webview</a:t>
            </a:r>
            <a:endParaRPr lang="en-US" altLang="zh-CN">
              <a:sym typeface="+mn-ea"/>
            </a:endParaRPr>
          </a:p>
          <a:p>
            <a:pPr algn="ctr"/>
            <a:endParaRPr lang="zh-CN" altLang="en-US"/>
          </a:p>
          <a:p>
            <a:pPr algn="ctr"/>
            <a:r>
              <a:rPr lang="zh-CN" altLang="en-US"/>
              <a:t>个人</a:t>
            </a:r>
            <a:endParaRPr lang="zh-CN" altLang="en-US"/>
          </a:p>
          <a:p>
            <a:pPr algn="ctr"/>
            <a:r>
              <a:rPr lang="zh-CN" altLang="en-US"/>
              <a:t>中心</a:t>
            </a:r>
            <a:endParaRPr lang="zh-CN" altLang="en-US"/>
          </a:p>
          <a:p>
            <a:pPr algn="ctr"/>
            <a:endParaRPr lang="en-US" altLang="zh-CN"/>
          </a:p>
        </p:txBody>
      </p:sp>
      <p:cxnSp>
        <p:nvCxnSpPr>
          <p:cNvPr id="28" name="直接箭头连接符 27"/>
          <p:cNvCxnSpPr>
            <a:stCxn id="7" idx="3"/>
          </p:cNvCxnSpPr>
          <p:nvPr/>
        </p:nvCxnSpPr>
        <p:spPr>
          <a:xfrm>
            <a:off x="3582670" y="210883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3582670" y="309816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582670" y="5322570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033645" y="342582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6999605" y="3599815"/>
            <a:ext cx="335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8419465" y="3620135"/>
            <a:ext cx="335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818505" y="5120005"/>
            <a:ext cx="5636260" cy="6515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UI Module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10262870" y="1840865"/>
            <a:ext cx="1191260" cy="31654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10367645" y="2019935"/>
            <a:ext cx="9817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90000"/>
              </a:lnSpc>
            </a:pPr>
            <a:r>
              <a:rPr lang="en-US" altLang="zh-CN" sz="1600"/>
              <a:t>window</a:t>
            </a:r>
            <a:endParaRPr lang="en-US" altLang="zh-CN" sz="1600"/>
          </a:p>
        </p:txBody>
      </p:sp>
      <p:sp>
        <p:nvSpPr>
          <p:cNvPr id="39" name="矩形 38"/>
          <p:cNvSpPr/>
          <p:nvPr/>
        </p:nvSpPr>
        <p:spPr>
          <a:xfrm>
            <a:off x="10360025" y="2654300"/>
            <a:ext cx="989330" cy="2113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老项目</a:t>
            </a:r>
            <a:endParaRPr lang="zh-CN" altLang="en-US"/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9862185" y="3649345"/>
            <a:ext cx="360680" cy="3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902325" y="2654935"/>
            <a:ext cx="1083945" cy="21126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webview</a:t>
            </a:r>
            <a:endParaRPr lang="en-US" altLang="zh-CN">
              <a:sym typeface="+mn-ea"/>
            </a:endParaRPr>
          </a:p>
          <a:p>
            <a:pPr algn="ctr"/>
            <a:endParaRPr lang="zh-CN" altLang="en-US"/>
          </a:p>
          <a:p>
            <a:pPr algn="ctr"/>
            <a:r>
              <a:rPr lang="zh-CN" altLang="en-US"/>
              <a:t>登录</a:t>
            </a:r>
            <a:endParaRPr lang="zh-CN" altLang="en-US"/>
          </a:p>
          <a:p>
            <a:pPr algn="ctr"/>
            <a:r>
              <a:rPr lang="zh-CN" altLang="en-US"/>
              <a:t>注册</a:t>
            </a:r>
            <a:endParaRPr lang="zh-CN" altLang="en-US"/>
          </a:p>
          <a:p>
            <a:pPr algn="ctr"/>
            <a:endParaRPr lang="en-US" altLang="zh-CN"/>
          </a:p>
        </p:txBody>
      </p:sp>
      <p:sp>
        <p:nvSpPr>
          <p:cNvPr id="41" name="矩形 40"/>
          <p:cNvSpPr/>
          <p:nvPr/>
        </p:nvSpPr>
        <p:spPr>
          <a:xfrm>
            <a:off x="886460" y="3725545"/>
            <a:ext cx="2696210" cy="70929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第三方</a:t>
            </a:r>
            <a:r>
              <a:rPr lang="en-US" altLang="zh-CN" sz="1600"/>
              <a:t>SDK</a:t>
            </a:r>
            <a:endParaRPr lang="en-US" altLang="zh-CN" sz="1600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3582670" y="407733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客户端引擎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1048983"/>
            <a:ext cx="962787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原生能力调用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集成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ApiCloud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平台提供的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到客户端中，快速实现对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系统原生功能的调用，目前该方案已在农机大脑项目中验证通过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7730" y="2075924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文件读写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ApiCloud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暴露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接口供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客户端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读写本地文件。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7730" y="3160492"/>
            <a:ext cx="9627870" cy="11567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数据加解密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上可通过系统自带的安全沙箱机制保障数据的安全存储，在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上采用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加密算法，在读写数据时用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算法进行加解密，秘钥信息保存在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文件中以保证安全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7730" y="4695973"/>
            <a:ext cx="9627870" cy="11567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数据存储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采用跨平台数据库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平台的数据库统一，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Realm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SqlLite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具备使用简单、性能高、存储安全、跨平台的优势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客户端引擎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7730" y="1048983"/>
            <a:ext cx="9627870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消息推送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集成友盟推送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支持多平台一键下发、消息无痕撤回等功能。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原生代码获取推送来的消息，再将消息内容转发至第三方应用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7730" y="2347773"/>
            <a:ext cx="962787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第三方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集成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对于友盟、微信、支付宝等大公司的成熟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可按照官方文档集成，且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cocoaPods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统一管理此类第三方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对于一些合作商提供的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要求提供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及兼容性测试文档，再集成进来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7730" y="3639998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支持加载远程资源和本地资源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730" y="4675048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本地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资源热更新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对于一些放在本地的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资源，可实现在线更新，而不需要重新打原生包发布更新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2337435" y="1197610"/>
            <a:ext cx="2043430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5351780" y="1507490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VueX</a:t>
            </a:r>
            <a:r>
              <a:rPr lang="zh-CN" altLang="en-US"/>
              <a:t>、</a:t>
            </a:r>
            <a:r>
              <a:rPr lang="en-US" altLang="zh-CN"/>
              <a:t>Vue-i18n</a:t>
            </a:r>
            <a:r>
              <a:rPr lang="zh-CN" altLang="en-US"/>
              <a:t>、</a:t>
            </a:r>
            <a:r>
              <a:rPr lang="en-US" altLang="zh-CN"/>
              <a:t>axios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803275" y="532130"/>
            <a:ext cx="1058608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前端架构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28900" y="1508125"/>
            <a:ext cx="1460500" cy="600710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业务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628900" y="2644775"/>
            <a:ext cx="1460500" cy="60261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UI</a:t>
            </a:r>
            <a:r>
              <a:rPr lang="zh-CN" altLang="en-US"/>
              <a:t>库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628900" y="4867275"/>
            <a:ext cx="1460500" cy="60388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基础库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628900" y="3783965"/>
            <a:ext cx="1460500" cy="60134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工具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168265" y="1197610"/>
            <a:ext cx="4874895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5351780" y="264604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ZvUI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5352415" y="3783965"/>
            <a:ext cx="13100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t>zvalley-cli</a:t>
            </a:r>
          </a:p>
        </p:txBody>
      </p:sp>
      <p:sp>
        <p:nvSpPr>
          <p:cNvPr id="40" name="矩形 39"/>
          <p:cNvSpPr/>
          <p:nvPr/>
        </p:nvSpPr>
        <p:spPr>
          <a:xfrm>
            <a:off x="6950710" y="3783965"/>
            <a:ext cx="13100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Mock</a:t>
            </a:r>
            <a:endParaRPr lang="en-US"/>
          </a:p>
        </p:txBody>
      </p:sp>
      <p:sp>
        <p:nvSpPr>
          <p:cNvPr id="41" name="矩形 40"/>
          <p:cNvSpPr/>
          <p:nvPr/>
        </p:nvSpPr>
        <p:spPr>
          <a:xfrm>
            <a:off x="8549005" y="3783965"/>
            <a:ext cx="13100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调试包</a:t>
            </a:r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761605" y="264477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vant</a:t>
            </a:r>
            <a:endParaRPr lang="en-US"/>
          </a:p>
        </p:txBody>
      </p:sp>
      <p:sp>
        <p:nvSpPr>
          <p:cNvPr id="43" name="矩形 42"/>
          <p:cNvSpPr/>
          <p:nvPr/>
        </p:nvSpPr>
        <p:spPr>
          <a:xfrm>
            <a:off x="5351780" y="4869815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Vue</a:t>
            </a:r>
            <a:r>
              <a:rPr lang="zh-CN" altLang="en-US"/>
              <a:t>、</a:t>
            </a:r>
            <a:r>
              <a:rPr lang="en-US" altLang="zh-CN"/>
              <a:t>Webpack</a:t>
            </a:r>
            <a:r>
              <a:rPr lang="zh-CN" altLang="en-US"/>
              <a:t>、</a:t>
            </a:r>
            <a:r>
              <a:rPr lang="en-US" altLang="zh-CN"/>
              <a:t>Sass</a:t>
            </a:r>
            <a:endParaRPr lang="en-US" altLang="zh-CN"/>
          </a:p>
        </p:txBody>
      </p:sp>
      <p:cxnSp>
        <p:nvCxnSpPr>
          <p:cNvPr id="44" name="直接箭头连接符 43"/>
          <p:cNvCxnSpPr>
            <a:stCxn id="22" idx="3"/>
            <a:endCxn id="20" idx="1"/>
          </p:cNvCxnSpPr>
          <p:nvPr/>
        </p:nvCxnSpPr>
        <p:spPr>
          <a:xfrm>
            <a:off x="4089400" y="180848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4090035" y="294513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4090035" y="4084955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4090035" y="516890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7730" y="1048983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chemeClr val="accent2"/>
                </a:solidFill>
                <a:sym typeface="+mn-ea"/>
              </a:rPr>
              <a:t>zvalley-cli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自主开发的一套 Vue 技术栈构建工具，基于 Node.js、Webpack 模版工程等的 Vue 技术栈的整套解决方案，包含了开发、调试、打包上线完整的工作流程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7730" y="2368665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组件库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风格的移动端 Vue 组件库，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经过一年的打磨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，目前有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多个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移动端项目使用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87730" y="3313697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调试包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 wifi 热点的移动 web 真机测试解决方案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，包含了完整的原生能力</a:t>
            </a:r>
            <a:endParaRPr 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7730" y="4258729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Mock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针对项目前期尚无数据的问题，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输出相应的 mock 数据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供前端开发时调试使用，提高前端开发效率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730" y="5198529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技术栈组合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国际化、自定义主题、自动化代码风格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规范检查、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项目组织、微前端、数据通信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03275" y="532130"/>
            <a:ext cx="1058608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chemeClr val="bg1"/>
                </a:solidFill>
                <a:sym typeface="+mn-ea"/>
              </a:rPr>
              <a:t>小程序架构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37435" y="1197610"/>
            <a:ext cx="2043430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5351780" y="1507490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VueX</a:t>
            </a:r>
            <a:r>
              <a:rPr lang="zh-CN" altLang="en-US"/>
              <a:t>、</a:t>
            </a:r>
            <a:r>
              <a:rPr lang="en-US" altLang="zh-CN"/>
              <a:t>Vue-i18n</a:t>
            </a:r>
            <a:r>
              <a:rPr lang="zh-CN" altLang="en-US"/>
              <a:t>、</a:t>
            </a:r>
            <a:r>
              <a:rPr lang="en-US" altLang="zh-CN"/>
              <a:t>uni.request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2628900" y="1508125"/>
            <a:ext cx="1460500" cy="600710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业务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628900" y="2644775"/>
            <a:ext cx="1460500" cy="60261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UI</a:t>
            </a:r>
            <a:r>
              <a:rPr lang="zh-CN" altLang="en-US"/>
              <a:t>库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628900" y="4867275"/>
            <a:ext cx="1460500" cy="60388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基础库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628900" y="3783965"/>
            <a:ext cx="1460500" cy="60134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工具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168265" y="1197610"/>
            <a:ext cx="4874895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5351780" y="264604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ZvUI__w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5352415" y="3783965"/>
            <a:ext cx="132461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t>zvalley-cli</a:t>
            </a:r>
          </a:p>
        </p:txBody>
      </p:sp>
      <p:sp>
        <p:nvSpPr>
          <p:cNvPr id="9" name="矩形 8"/>
          <p:cNvSpPr/>
          <p:nvPr/>
        </p:nvSpPr>
        <p:spPr>
          <a:xfrm>
            <a:off x="7761605" y="264477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uni-ui</a:t>
            </a:r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5351780" y="4869815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Vue</a:t>
            </a:r>
            <a:r>
              <a:rPr lang="zh-CN" altLang="en-US"/>
              <a:t>、</a:t>
            </a:r>
            <a:r>
              <a:rPr lang="en-US" altLang="zh-CN"/>
              <a:t>Webpack</a:t>
            </a:r>
            <a:r>
              <a:rPr lang="zh-CN" altLang="en-US"/>
              <a:t>、</a:t>
            </a:r>
            <a:r>
              <a:rPr lang="en-US" altLang="zh-CN"/>
              <a:t>Sass</a:t>
            </a:r>
            <a:r>
              <a:rPr lang="zh-CN" altLang="en-US"/>
              <a:t>、</a:t>
            </a:r>
            <a:r>
              <a:rPr lang="en-US" altLang="zh-CN"/>
              <a:t>uni-app</a:t>
            </a:r>
            <a:endParaRPr lang="en-US" altLang="zh-CN"/>
          </a:p>
        </p:txBody>
      </p:sp>
      <p:cxnSp>
        <p:nvCxnSpPr>
          <p:cNvPr id="44" name="直接箭头连接符 43"/>
          <p:cNvCxnSpPr>
            <a:stCxn id="22" idx="3"/>
            <a:endCxn id="20" idx="1"/>
          </p:cNvCxnSpPr>
          <p:nvPr/>
        </p:nvCxnSpPr>
        <p:spPr>
          <a:xfrm>
            <a:off x="4089400" y="180848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4090035" y="294513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4090035" y="4084955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4090035" y="516890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943725" y="3784600"/>
            <a:ext cx="132461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HBuilderX</a:t>
            </a:r>
            <a:endParaRPr lang="en-US" altLang="zh-CN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534400" y="3784600"/>
            <a:ext cx="132461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600"/>
              <a:t>微信开发者工具</a:t>
            </a:r>
            <a:endParaRPr lang="zh-CN" sz="160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小程序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7730" y="1048983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sz="1600">
                <a:solidFill>
                  <a:schemeClr val="accent2"/>
                </a:solidFill>
                <a:sym typeface="+mn-ea"/>
              </a:rPr>
              <a:t>小程序框架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uni-app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完成小程序开发框架搭建，并集成到</a:t>
            </a:r>
            <a:r>
              <a:rPr sz="1600">
                <a:solidFill>
                  <a:schemeClr val="bg1"/>
                </a:solidFill>
                <a:sym typeface="+mn-ea"/>
              </a:rPr>
              <a:t>zvalley-cli</a:t>
            </a:r>
            <a:r>
              <a:rPr lang="zh-CN" sz="1600">
                <a:solidFill>
                  <a:schemeClr val="bg1"/>
                </a:solidFill>
                <a:sym typeface="+mn-ea"/>
              </a:rPr>
              <a:t>中</a:t>
            </a:r>
            <a:endParaRPr lang="zh-CN" sz="16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移动端成果输出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1048983"/>
            <a:ext cx="9627870" cy="7556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开发文档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完成原生、前端、小程序的开发文档编写，包含各端的框架介绍、编码规范、编码风格、方法调用等。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7730" y="2075924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产出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风格的移动端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各端的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和交互一致。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7730" y="3086832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原生框架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架构开发出的一套原生框架，将会集成原生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组件、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、友盟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、安证通认证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等，并完成原生和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交互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的设计及编写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7730" y="4589293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Vue-cli3.x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提供的基础模板工程，集成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gzip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S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plitChunks、骨架屏、自动化检查等配置，定义开发环境、打包构建、项目组织， 封装网络请求等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730" y="1047078"/>
            <a:ext cx="9627870" cy="7556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开发文档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完成原生、前端、小程序的开发文档编写，包含各端的框架介绍、编码规范、编码风格、方法调用等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7730" y="2075924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产出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风格的移动端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各端的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和交互一致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移动端成果输出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730" y="104707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小程序框架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uni-app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提供的基础模板工程，集成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自动化检查配置，定义开发环境、打包构建、项目组织， 封装网络请求等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7730" y="2335627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组件库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基于视觉规范和交互规范，产出一套移动端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组件库，实现按需加载、多语言、自定义主题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3693943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JS-SDK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，封装一个用于混合应用开发的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，方便原生和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之间的交互、通信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7730" y="4737197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</a:t>
            </a:r>
            <a:r>
              <a:rPr lang="zh-CN" sz="1600">
                <a:solidFill>
                  <a:schemeClr val="accent2"/>
                </a:solidFill>
                <a:sym typeface="+mn-ea"/>
              </a:rPr>
              <a:t>调试包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为方便在开发移动端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应用时调试业务逻辑及显示状态，开发一个具备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架构中所有能力的移动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，可以通过输入网址来访问前端人员实时的开发页面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移动端成果输出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730" y="104707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技术栈组合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由于日常开中，有很多零散的开发实践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。将输出一些成熟的实践，方便各个开发团队集成到各自的前端项目中去，例如：国际化、自定义主题等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7730" y="2253077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sz="1600">
                <a:solidFill>
                  <a:schemeClr val="accent2"/>
                </a:solidFill>
                <a:sym typeface="+mn-ea"/>
              </a:rPr>
              <a:t>zvalley-cli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自主开发的一套 Vue 技术栈构建工具，基于 Node.js、Webpack 模版工程等的 Vue 技术栈的整套解决方案，包含了开发、调试、打包上线完整的工作流程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7730" y="356122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私有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npm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仓库搭建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Verdaccio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开源库搭建一个私有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包管理仓库，便于管理前端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组件库、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、脚手架工具等包，实现各个前端团队在线升级维护公共资源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28650" y="3014345"/>
            <a:ext cx="10935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800">
                <a:solidFill>
                  <a:schemeClr val="bg1"/>
                </a:solidFill>
                <a:sym typeface="+mn-ea"/>
              </a:rPr>
              <a:t>Q&amp;A</a:t>
            </a:r>
            <a:endParaRPr lang="en-US" altLang="zh-CN" sz="4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​​">
  <a:themeElements>
    <a:clrScheme name="zoomlion">
      <a:dk1>
        <a:srgbClr val="000000"/>
      </a:dk1>
      <a:lt1>
        <a:sysClr val="window" lastClr="FFFFFF"/>
      </a:lt1>
      <a:dk2>
        <a:srgbClr val="383841"/>
      </a:dk2>
      <a:lt2>
        <a:srgbClr val="727171"/>
      </a:lt2>
      <a:accent1>
        <a:srgbClr val="BCB5AF"/>
      </a:accent1>
      <a:accent2>
        <a:srgbClr val="AADB1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2360</Words>
  <Application>WPS 演示</Application>
  <PresentationFormat>宽屏</PresentationFormat>
  <Paragraphs>257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方正书宋_GBK</vt:lpstr>
      <vt:lpstr>Wingdings</vt:lpstr>
      <vt:lpstr>微软雅黑</vt:lpstr>
      <vt:lpstr>汉仪旗黑KW</vt:lpstr>
      <vt:lpstr>Calibri</vt:lpstr>
      <vt:lpstr>黑体</vt:lpstr>
      <vt:lpstr>汉仪中黑KW</vt:lpstr>
      <vt:lpstr>宋体</vt:lpstr>
      <vt:lpstr>Arial Unicode MS</vt:lpstr>
      <vt:lpstr>汉仪书宋二KW</vt:lpstr>
      <vt:lpstr>Helvetica Neue</vt:lpstr>
      <vt:lpstr>Arial Black</vt:lpstr>
      <vt:lpstr>等线</vt:lpstr>
      <vt:lpstr>汉仪中等线KW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宇翔</dc:creator>
  <cp:lastModifiedBy>zlzk</cp:lastModifiedBy>
  <cp:revision>354</cp:revision>
  <dcterms:created xsi:type="dcterms:W3CDTF">2020-03-11T05:52:01Z</dcterms:created>
  <dcterms:modified xsi:type="dcterms:W3CDTF">2020-03-11T05:52:01Z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2052-2.0.1.3256</vt:lpwstr>
  </property>
</Properties>
</file>