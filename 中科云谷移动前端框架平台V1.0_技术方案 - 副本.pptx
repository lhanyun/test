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339" r:id="rId2"/>
    <p:sldId id="385" r:id="rId3"/>
    <p:sldId id="347" r:id="rId4"/>
    <p:sldId id="368" r:id="rId5"/>
    <p:sldId id="354" r:id="rId6"/>
    <p:sldId id="346" r:id="rId7"/>
    <p:sldId id="386" r:id="rId8"/>
    <p:sldId id="357" r:id="rId9"/>
    <p:sldId id="394" r:id="rId10"/>
    <p:sldId id="395" r:id="rId11"/>
    <p:sldId id="396" r:id="rId12"/>
    <p:sldId id="397" r:id="rId13"/>
    <p:sldId id="400" r:id="rId14"/>
    <p:sldId id="399" r:id="rId15"/>
    <p:sldId id="351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6">
          <p15:clr>
            <a:srgbClr val="A4A3A4"/>
          </p15:clr>
        </p15:guide>
        <p15:guide id="2" pos="378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ADB1E"/>
    <a:srgbClr val="FD8C87"/>
    <a:srgbClr val="0D1D3E"/>
    <a:srgbClr val="0E1F42"/>
    <a:srgbClr val="1699AA"/>
    <a:srgbClr val="0B1938"/>
    <a:srgbClr val="7271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89148" autoAdjust="0"/>
  </p:normalViewPr>
  <p:slideViewPr>
    <p:cSldViewPr snapToGrid="0" showGuides="1">
      <p:cViewPr varScale="1">
        <p:scale>
          <a:sx n="65" d="100"/>
          <a:sy n="65" d="100"/>
        </p:scale>
        <p:origin x="936" y="66"/>
      </p:cViewPr>
      <p:guideLst>
        <p:guide orient="horz" pos="2226"/>
        <p:guide pos="378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247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1EA3D2-5EE1-4337-B09B-C9AD7BF1CBA0}" type="datetimeFigureOut">
              <a:rPr lang="zh-CN" altLang="en-US" smtClean="0"/>
              <a:t>2020/3/27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B0A2DA-03CA-4D3E-A9F5-87798B79BF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01DCD5-9B6F-4F18-B5C8-16E9884444FE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01DCD5-9B6F-4F18-B5C8-16E9884444FE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12.png"/><Relationship Id="rId5" Type="http://schemas.openxmlformats.org/officeDocument/2006/relationships/image" Target="../media/image4.png"/><Relationship Id="rId10" Type="http://schemas.openxmlformats.org/officeDocument/2006/relationships/image" Target="../media/image11.png"/><Relationship Id="rId4" Type="http://schemas.openxmlformats.org/officeDocument/2006/relationships/image" Target="../media/image3.png"/><Relationship Id="rId9" Type="http://schemas.openxmlformats.org/officeDocument/2006/relationships/image" Target="../media/image10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12.png"/><Relationship Id="rId5" Type="http://schemas.openxmlformats.org/officeDocument/2006/relationships/image" Target="../media/image4.png"/><Relationship Id="rId10" Type="http://schemas.openxmlformats.org/officeDocument/2006/relationships/image" Target="../media/image11.png"/><Relationship Id="rId4" Type="http://schemas.openxmlformats.org/officeDocument/2006/relationships/image" Target="../media/image3.png"/><Relationship Id="rId9" Type="http://schemas.openxmlformats.org/officeDocument/2006/relationships/image" Target="../media/image10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9.png"/><Relationship Id="rId7" Type="http://schemas.openxmlformats.org/officeDocument/2006/relationships/image" Target="../media/image2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openxmlformats.org/officeDocument/2006/relationships/image" Target="../media/image6.png"/><Relationship Id="rId5" Type="http://schemas.openxmlformats.org/officeDocument/2006/relationships/image" Target="../media/image11.png"/><Relationship Id="rId10" Type="http://schemas.openxmlformats.org/officeDocument/2006/relationships/image" Target="../media/image5.png"/><Relationship Id="rId4" Type="http://schemas.openxmlformats.org/officeDocument/2006/relationships/image" Target="../media/image10.png"/><Relationship Id="rId9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9.png"/><Relationship Id="rId7" Type="http://schemas.openxmlformats.org/officeDocument/2006/relationships/image" Target="../media/image2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openxmlformats.org/officeDocument/2006/relationships/image" Target="../media/image6.png"/><Relationship Id="rId5" Type="http://schemas.openxmlformats.org/officeDocument/2006/relationships/image" Target="../media/image11.png"/><Relationship Id="rId10" Type="http://schemas.openxmlformats.org/officeDocument/2006/relationships/image" Target="../media/image5.png"/><Relationship Id="rId4" Type="http://schemas.openxmlformats.org/officeDocument/2006/relationships/image" Target="../media/image10.png"/><Relationship Id="rId9" Type="http://schemas.openxmlformats.org/officeDocument/2006/relationships/image" Target="../media/image4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6" name="组合 5"/>
          <p:cNvGrpSpPr/>
          <p:nvPr userDrawn="1"/>
        </p:nvGrpSpPr>
        <p:grpSpPr>
          <a:xfrm>
            <a:off x="267630" y="184359"/>
            <a:ext cx="1060177" cy="136635"/>
            <a:chOff x="577355" y="1781145"/>
            <a:chExt cx="1552777" cy="200121"/>
          </a:xfrm>
        </p:grpSpPr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1645020" y="1784288"/>
              <a:ext cx="59722" cy="19383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468997" y="1784288"/>
              <a:ext cx="152973" cy="193834"/>
            </a:xfrm>
            <a:custGeom>
              <a:avLst/>
              <a:gdLst>
                <a:gd name="T0" fmla="*/ 0 w 1465"/>
                <a:gd name="T1" fmla="*/ 0 h 1848"/>
                <a:gd name="T2" fmla="*/ 572 w 1465"/>
                <a:gd name="T3" fmla="*/ 0 h 1848"/>
                <a:gd name="T4" fmla="*/ 572 w 1465"/>
                <a:gd name="T5" fmla="*/ 1393 h 1848"/>
                <a:gd name="T6" fmla="*/ 1465 w 1465"/>
                <a:gd name="T7" fmla="*/ 1393 h 1848"/>
                <a:gd name="T8" fmla="*/ 1465 w 1465"/>
                <a:gd name="T9" fmla="*/ 1848 h 1848"/>
                <a:gd name="T10" fmla="*/ 0 w 1465"/>
                <a:gd name="T11" fmla="*/ 1848 h 1848"/>
                <a:gd name="T12" fmla="*/ 0 w 1465"/>
                <a:gd name="T13" fmla="*/ 0 h 1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65" h="1848">
                  <a:moveTo>
                    <a:pt x="0" y="0"/>
                  </a:moveTo>
                  <a:lnTo>
                    <a:pt x="572" y="0"/>
                  </a:lnTo>
                  <a:lnTo>
                    <a:pt x="572" y="1393"/>
                  </a:lnTo>
                  <a:lnTo>
                    <a:pt x="1465" y="1393"/>
                  </a:lnTo>
                  <a:lnTo>
                    <a:pt x="1465" y="1848"/>
                  </a:lnTo>
                  <a:lnTo>
                    <a:pt x="0" y="18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220678" y="1784288"/>
              <a:ext cx="217934" cy="193834"/>
            </a:xfrm>
            <a:custGeom>
              <a:avLst/>
              <a:gdLst>
                <a:gd name="T0" fmla="*/ 0 w 2081"/>
                <a:gd name="T1" fmla="*/ 0 h 1848"/>
                <a:gd name="T2" fmla="*/ 752 w 2081"/>
                <a:gd name="T3" fmla="*/ 0 h 1848"/>
                <a:gd name="T4" fmla="*/ 1043 w 2081"/>
                <a:gd name="T5" fmla="*/ 1125 h 1848"/>
                <a:gd name="T6" fmla="*/ 1332 w 2081"/>
                <a:gd name="T7" fmla="*/ 0 h 1848"/>
                <a:gd name="T8" fmla="*/ 2081 w 2081"/>
                <a:gd name="T9" fmla="*/ 0 h 1848"/>
                <a:gd name="T10" fmla="*/ 2081 w 2081"/>
                <a:gd name="T11" fmla="*/ 1848 h 1848"/>
                <a:gd name="T12" fmla="*/ 1615 w 2081"/>
                <a:gd name="T13" fmla="*/ 1848 h 1848"/>
                <a:gd name="T14" fmla="*/ 1615 w 2081"/>
                <a:gd name="T15" fmla="*/ 439 h 1848"/>
                <a:gd name="T16" fmla="*/ 1253 w 2081"/>
                <a:gd name="T17" fmla="*/ 1848 h 1848"/>
                <a:gd name="T18" fmla="*/ 830 w 2081"/>
                <a:gd name="T19" fmla="*/ 1848 h 1848"/>
                <a:gd name="T20" fmla="*/ 469 w 2081"/>
                <a:gd name="T21" fmla="*/ 439 h 1848"/>
                <a:gd name="T22" fmla="*/ 469 w 2081"/>
                <a:gd name="T23" fmla="*/ 1848 h 1848"/>
                <a:gd name="T24" fmla="*/ 0 w 2081"/>
                <a:gd name="T25" fmla="*/ 1848 h 1848"/>
                <a:gd name="T26" fmla="*/ 0 w 2081"/>
                <a:gd name="T27" fmla="*/ 0 h 1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81" h="1848">
                  <a:moveTo>
                    <a:pt x="0" y="0"/>
                  </a:moveTo>
                  <a:lnTo>
                    <a:pt x="752" y="0"/>
                  </a:lnTo>
                  <a:lnTo>
                    <a:pt x="1043" y="1125"/>
                  </a:lnTo>
                  <a:lnTo>
                    <a:pt x="1332" y="0"/>
                  </a:lnTo>
                  <a:lnTo>
                    <a:pt x="2081" y="0"/>
                  </a:lnTo>
                  <a:lnTo>
                    <a:pt x="2081" y="1848"/>
                  </a:lnTo>
                  <a:lnTo>
                    <a:pt x="1615" y="1848"/>
                  </a:lnTo>
                  <a:lnTo>
                    <a:pt x="1615" y="439"/>
                  </a:lnTo>
                  <a:lnTo>
                    <a:pt x="1253" y="1848"/>
                  </a:lnTo>
                  <a:lnTo>
                    <a:pt x="830" y="1848"/>
                  </a:lnTo>
                  <a:lnTo>
                    <a:pt x="469" y="439"/>
                  </a:lnTo>
                  <a:lnTo>
                    <a:pt x="469" y="1848"/>
                  </a:lnTo>
                  <a:lnTo>
                    <a:pt x="0" y="18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944679" y="1784288"/>
              <a:ext cx="185453" cy="193834"/>
            </a:xfrm>
            <a:custGeom>
              <a:avLst/>
              <a:gdLst>
                <a:gd name="T0" fmla="*/ 0 w 1773"/>
                <a:gd name="T1" fmla="*/ 0 h 1846"/>
                <a:gd name="T2" fmla="*/ 541 w 1773"/>
                <a:gd name="T3" fmla="*/ 0 h 1846"/>
                <a:gd name="T4" fmla="*/ 1233 w 1773"/>
                <a:gd name="T5" fmla="*/ 995 h 1846"/>
                <a:gd name="T6" fmla="*/ 1233 w 1773"/>
                <a:gd name="T7" fmla="*/ 0 h 1846"/>
                <a:gd name="T8" fmla="*/ 1773 w 1773"/>
                <a:gd name="T9" fmla="*/ 0 h 1846"/>
                <a:gd name="T10" fmla="*/ 1773 w 1773"/>
                <a:gd name="T11" fmla="*/ 1846 h 1846"/>
                <a:gd name="T12" fmla="*/ 1233 w 1773"/>
                <a:gd name="T13" fmla="*/ 1846 h 1846"/>
                <a:gd name="T14" fmla="*/ 1233 w 1773"/>
                <a:gd name="T15" fmla="*/ 1845 h 1846"/>
                <a:gd name="T16" fmla="*/ 541 w 1773"/>
                <a:gd name="T17" fmla="*/ 850 h 1846"/>
                <a:gd name="T18" fmla="*/ 541 w 1773"/>
                <a:gd name="T19" fmla="*/ 1846 h 1846"/>
                <a:gd name="T20" fmla="*/ 0 w 1773"/>
                <a:gd name="T21" fmla="*/ 1846 h 1846"/>
                <a:gd name="T22" fmla="*/ 0 w 1773"/>
                <a:gd name="T23" fmla="*/ 0 h 18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73" h="1846">
                  <a:moveTo>
                    <a:pt x="0" y="0"/>
                  </a:moveTo>
                  <a:lnTo>
                    <a:pt x="541" y="0"/>
                  </a:lnTo>
                  <a:lnTo>
                    <a:pt x="1233" y="995"/>
                  </a:lnTo>
                  <a:lnTo>
                    <a:pt x="1233" y="0"/>
                  </a:lnTo>
                  <a:lnTo>
                    <a:pt x="1773" y="0"/>
                  </a:lnTo>
                  <a:lnTo>
                    <a:pt x="1773" y="1846"/>
                  </a:lnTo>
                  <a:lnTo>
                    <a:pt x="1233" y="1846"/>
                  </a:lnTo>
                  <a:lnTo>
                    <a:pt x="1233" y="1845"/>
                  </a:lnTo>
                  <a:lnTo>
                    <a:pt x="541" y="850"/>
                  </a:lnTo>
                  <a:lnTo>
                    <a:pt x="541" y="1846"/>
                  </a:lnTo>
                  <a:lnTo>
                    <a:pt x="0" y="18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577355" y="1785336"/>
              <a:ext cx="183357" cy="191739"/>
            </a:xfrm>
            <a:custGeom>
              <a:avLst/>
              <a:gdLst>
                <a:gd name="T0" fmla="*/ 0 w 1755"/>
                <a:gd name="T1" fmla="*/ 0 h 1840"/>
                <a:gd name="T2" fmla="*/ 1755 w 1755"/>
                <a:gd name="T3" fmla="*/ 0 h 1840"/>
                <a:gd name="T4" fmla="*/ 1755 w 1755"/>
                <a:gd name="T5" fmla="*/ 380 h 1840"/>
                <a:gd name="T6" fmla="*/ 1755 w 1755"/>
                <a:gd name="T7" fmla="*/ 380 h 1840"/>
                <a:gd name="T8" fmla="*/ 1755 w 1755"/>
                <a:gd name="T9" fmla="*/ 380 h 1840"/>
                <a:gd name="T10" fmla="*/ 1755 w 1755"/>
                <a:gd name="T11" fmla="*/ 380 h 1840"/>
                <a:gd name="T12" fmla="*/ 1755 w 1755"/>
                <a:gd name="T13" fmla="*/ 380 h 1840"/>
                <a:gd name="T14" fmla="*/ 686 w 1755"/>
                <a:gd name="T15" fmla="*/ 1460 h 1840"/>
                <a:gd name="T16" fmla="*/ 1755 w 1755"/>
                <a:gd name="T17" fmla="*/ 1460 h 1840"/>
                <a:gd name="T18" fmla="*/ 1755 w 1755"/>
                <a:gd name="T19" fmla="*/ 1840 h 1840"/>
                <a:gd name="T20" fmla="*/ 0 w 1755"/>
                <a:gd name="T21" fmla="*/ 1840 h 1840"/>
                <a:gd name="T22" fmla="*/ 0 w 1755"/>
                <a:gd name="T23" fmla="*/ 1464 h 1840"/>
                <a:gd name="T24" fmla="*/ 1067 w 1755"/>
                <a:gd name="T25" fmla="*/ 380 h 1840"/>
                <a:gd name="T26" fmla="*/ 0 w 1755"/>
                <a:gd name="T27" fmla="*/ 380 h 1840"/>
                <a:gd name="T28" fmla="*/ 0 w 1755"/>
                <a:gd name="T29" fmla="*/ 0 h 18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755" h="1840">
                  <a:moveTo>
                    <a:pt x="0" y="0"/>
                  </a:moveTo>
                  <a:lnTo>
                    <a:pt x="1755" y="0"/>
                  </a:lnTo>
                  <a:lnTo>
                    <a:pt x="1755" y="380"/>
                  </a:lnTo>
                  <a:lnTo>
                    <a:pt x="1755" y="380"/>
                  </a:lnTo>
                  <a:lnTo>
                    <a:pt x="1755" y="380"/>
                  </a:lnTo>
                  <a:lnTo>
                    <a:pt x="1755" y="380"/>
                  </a:lnTo>
                  <a:lnTo>
                    <a:pt x="1755" y="380"/>
                  </a:lnTo>
                  <a:lnTo>
                    <a:pt x="686" y="1460"/>
                  </a:lnTo>
                  <a:lnTo>
                    <a:pt x="1755" y="1460"/>
                  </a:lnTo>
                  <a:lnTo>
                    <a:pt x="1755" y="1840"/>
                  </a:lnTo>
                  <a:lnTo>
                    <a:pt x="0" y="1840"/>
                  </a:lnTo>
                  <a:lnTo>
                    <a:pt x="0" y="1464"/>
                  </a:lnTo>
                  <a:lnTo>
                    <a:pt x="1067" y="380"/>
                  </a:lnTo>
                  <a:lnTo>
                    <a:pt x="0" y="3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3" name="Freeform 11"/>
            <p:cNvSpPr>
              <a:spLocks noEditPoints="1"/>
            </p:cNvSpPr>
            <p:nvPr/>
          </p:nvSpPr>
          <p:spPr bwMode="auto">
            <a:xfrm>
              <a:off x="1723602" y="1781145"/>
              <a:ext cx="201169" cy="200121"/>
            </a:xfrm>
            <a:custGeom>
              <a:avLst/>
              <a:gdLst>
                <a:gd name="T0" fmla="*/ 10 w 1917"/>
                <a:gd name="T1" fmla="*/ 794 h 1910"/>
                <a:gd name="T2" fmla="*/ 51 w 1917"/>
                <a:gd name="T3" fmla="*/ 600 h 1910"/>
                <a:gd name="T4" fmla="*/ 122 w 1917"/>
                <a:gd name="T5" fmla="*/ 430 h 1910"/>
                <a:gd name="T6" fmla="*/ 224 w 1917"/>
                <a:gd name="T7" fmla="*/ 286 h 1910"/>
                <a:gd name="T8" fmla="*/ 354 w 1917"/>
                <a:gd name="T9" fmla="*/ 170 h 1910"/>
                <a:gd name="T10" fmla="*/ 511 w 1917"/>
                <a:gd name="T11" fmla="*/ 83 h 1910"/>
                <a:gd name="T12" fmla="*/ 693 w 1917"/>
                <a:gd name="T13" fmla="*/ 25 h 1910"/>
                <a:gd name="T14" fmla="*/ 900 w 1917"/>
                <a:gd name="T15" fmla="*/ 1 h 1910"/>
                <a:gd name="T16" fmla="*/ 1117 w 1917"/>
                <a:gd name="T17" fmla="*/ 9 h 1910"/>
                <a:gd name="T18" fmla="*/ 1313 w 1917"/>
                <a:gd name="T19" fmla="*/ 47 h 1910"/>
                <a:gd name="T20" fmla="*/ 1484 w 1917"/>
                <a:gd name="T21" fmla="*/ 117 h 1910"/>
                <a:gd name="T22" fmla="*/ 1629 w 1917"/>
                <a:gd name="T23" fmla="*/ 216 h 1910"/>
                <a:gd name="T24" fmla="*/ 1746 w 1917"/>
                <a:gd name="T25" fmla="*/ 343 h 1910"/>
                <a:gd name="T26" fmla="*/ 1834 w 1917"/>
                <a:gd name="T27" fmla="*/ 497 h 1910"/>
                <a:gd name="T28" fmla="*/ 1892 w 1917"/>
                <a:gd name="T29" fmla="*/ 678 h 1910"/>
                <a:gd name="T30" fmla="*/ 1916 w 1917"/>
                <a:gd name="T31" fmla="*/ 886 h 1910"/>
                <a:gd name="T32" fmla="*/ 1909 w 1917"/>
                <a:gd name="T33" fmla="*/ 1104 h 1910"/>
                <a:gd name="T34" fmla="*/ 1871 w 1917"/>
                <a:gd name="T35" fmla="*/ 1300 h 1910"/>
                <a:gd name="T36" fmla="*/ 1803 w 1917"/>
                <a:gd name="T37" fmla="*/ 1472 h 1910"/>
                <a:gd name="T38" fmla="*/ 1706 w 1917"/>
                <a:gd name="T39" fmla="*/ 1618 h 1910"/>
                <a:gd name="T40" fmla="*/ 1581 w 1917"/>
                <a:gd name="T41" fmla="*/ 1737 h 1910"/>
                <a:gd name="T42" fmla="*/ 1427 w 1917"/>
                <a:gd name="T43" fmla="*/ 1825 h 1910"/>
                <a:gd name="T44" fmla="*/ 1244 w 1917"/>
                <a:gd name="T45" fmla="*/ 1884 h 1910"/>
                <a:gd name="T46" fmla="*/ 1035 w 1917"/>
                <a:gd name="T47" fmla="*/ 1909 h 1910"/>
                <a:gd name="T48" fmla="*/ 818 w 1917"/>
                <a:gd name="T49" fmla="*/ 1901 h 1910"/>
                <a:gd name="T50" fmla="*/ 622 w 1917"/>
                <a:gd name="T51" fmla="*/ 1864 h 1910"/>
                <a:gd name="T52" fmla="*/ 448 w 1917"/>
                <a:gd name="T53" fmla="*/ 1796 h 1910"/>
                <a:gd name="T54" fmla="*/ 300 w 1917"/>
                <a:gd name="T55" fmla="*/ 1699 h 1910"/>
                <a:gd name="T56" fmla="*/ 180 w 1917"/>
                <a:gd name="T57" fmla="*/ 1573 h 1910"/>
                <a:gd name="T58" fmla="*/ 88 w 1917"/>
                <a:gd name="T59" fmla="*/ 1416 h 1910"/>
                <a:gd name="T60" fmla="*/ 28 w 1917"/>
                <a:gd name="T61" fmla="*/ 1231 h 1910"/>
                <a:gd name="T62" fmla="*/ 1 w 1917"/>
                <a:gd name="T63" fmla="*/ 1015 h 1910"/>
                <a:gd name="T64" fmla="*/ 576 w 1917"/>
                <a:gd name="T65" fmla="*/ 1056 h 1910"/>
                <a:gd name="T66" fmla="*/ 588 w 1917"/>
                <a:gd name="T67" fmla="*/ 1151 h 1910"/>
                <a:gd name="T68" fmla="*/ 613 w 1917"/>
                <a:gd name="T69" fmla="*/ 1240 h 1910"/>
                <a:gd name="T70" fmla="*/ 649 w 1917"/>
                <a:gd name="T71" fmla="*/ 1319 h 1910"/>
                <a:gd name="T72" fmla="*/ 700 w 1917"/>
                <a:gd name="T73" fmla="*/ 1386 h 1910"/>
                <a:gd name="T74" fmla="*/ 767 w 1917"/>
                <a:gd name="T75" fmla="*/ 1438 h 1910"/>
                <a:gd name="T76" fmla="*/ 853 w 1917"/>
                <a:gd name="T77" fmla="*/ 1471 h 1910"/>
                <a:gd name="T78" fmla="*/ 959 w 1917"/>
                <a:gd name="T79" fmla="*/ 1483 h 1910"/>
                <a:gd name="T80" fmla="*/ 1071 w 1917"/>
                <a:gd name="T81" fmla="*/ 1470 h 1910"/>
                <a:gd name="T82" fmla="*/ 1159 w 1917"/>
                <a:gd name="T83" fmla="*/ 1436 h 1910"/>
                <a:gd name="T84" fmla="*/ 1228 w 1917"/>
                <a:gd name="T85" fmla="*/ 1381 h 1910"/>
                <a:gd name="T86" fmla="*/ 1278 w 1917"/>
                <a:gd name="T87" fmla="*/ 1310 h 1910"/>
                <a:gd name="T88" fmla="*/ 1311 w 1917"/>
                <a:gd name="T89" fmla="*/ 1227 h 1910"/>
                <a:gd name="T90" fmla="*/ 1332 w 1917"/>
                <a:gd name="T91" fmla="*/ 1135 h 1910"/>
                <a:gd name="T92" fmla="*/ 1343 w 1917"/>
                <a:gd name="T93" fmla="*/ 1036 h 1910"/>
                <a:gd name="T94" fmla="*/ 1345 w 1917"/>
                <a:gd name="T95" fmla="*/ 884 h 1910"/>
                <a:gd name="T96" fmla="*/ 1335 w 1917"/>
                <a:gd name="T97" fmla="*/ 790 h 1910"/>
                <a:gd name="T98" fmla="*/ 1315 w 1917"/>
                <a:gd name="T99" fmla="*/ 701 h 1910"/>
                <a:gd name="T100" fmla="*/ 1284 w 1917"/>
                <a:gd name="T101" fmla="*/ 621 h 1910"/>
                <a:gd name="T102" fmla="*/ 1239 w 1917"/>
                <a:gd name="T103" fmla="*/ 551 h 1910"/>
                <a:gd name="T104" fmla="*/ 1178 w 1917"/>
                <a:gd name="T105" fmla="*/ 496 h 1910"/>
                <a:gd name="T106" fmla="*/ 1102 w 1917"/>
                <a:gd name="T107" fmla="*/ 457 h 1910"/>
                <a:gd name="T108" fmla="*/ 1008 w 1917"/>
                <a:gd name="T109" fmla="*/ 434 h 1910"/>
                <a:gd name="T110" fmla="*/ 899 w 1917"/>
                <a:gd name="T111" fmla="*/ 436 h 1910"/>
                <a:gd name="T112" fmla="*/ 805 w 1917"/>
                <a:gd name="T113" fmla="*/ 459 h 1910"/>
                <a:gd name="T114" fmla="*/ 729 w 1917"/>
                <a:gd name="T115" fmla="*/ 503 h 1910"/>
                <a:gd name="T116" fmla="*/ 671 w 1917"/>
                <a:gd name="T117" fmla="*/ 564 h 1910"/>
                <a:gd name="T118" fmla="*/ 628 w 1917"/>
                <a:gd name="T119" fmla="*/ 637 h 1910"/>
                <a:gd name="T120" fmla="*/ 598 w 1917"/>
                <a:gd name="T121" fmla="*/ 722 h 1910"/>
                <a:gd name="T122" fmla="*/ 581 w 1917"/>
                <a:gd name="T123" fmla="*/ 815 h 1910"/>
                <a:gd name="T124" fmla="*/ 572 w 1917"/>
                <a:gd name="T125" fmla="*/ 958 h 1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917" h="1910">
                  <a:moveTo>
                    <a:pt x="0" y="956"/>
                  </a:moveTo>
                  <a:lnTo>
                    <a:pt x="1" y="901"/>
                  </a:lnTo>
                  <a:lnTo>
                    <a:pt x="4" y="847"/>
                  </a:lnTo>
                  <a:lnTo>
                    <a:pt x="10" y="794"/>
                  </a:lnTo>
                  <a:lnTo>
                    <a:pt x="16" y="743"/>
                  </a:lnTo>
                  <a:lnTo>
                    <a:pt x="26" y="694"/>
                  </a:lnTo>
                  <a:lnTo>
                    <a:pt x="37" y="646"/>
                  </a:lnTo>
                  <a:lnTo>
                    <a:pt x="51" y="600"/>
                  </a:lnTo>
                  <a:lnTo>
                    <a:pt x="66" y="555"/>
                  </a:lnTo>
                  <a:lnTo>
                    <a:pt x="83" y="512"/>
                  </a:lnTo>
                  <a:lnTo>
                    <a:pt x="101" y="470"/>
                  </a:lnTo>
                  <a:lnTo>
                    <a:pt x="122" y="430"/>
                  </a:lnTo>
                  <a:lnTo>
                    <a:pt x="146" y="391"/>
                  </a:lnTo>
                  <a:lnTo>
                    <a:pt x="170" y="354"/>
                  </a:lnTo>
                  <a:lnTo>
                    <a:pt x="196" y="320"/>
                  </a:lnTo>
                  <a:lnTo>
                    <a:pt x="224" y="286"/>
                  </a:lnTo>
                  <a:lnTo>
                    <a:pt x="254" y="254"/>
                  </a:lnTo>
                  <a:lnTo>
                    <a:pt x="286" y="224"/>
                  </a:lnTo>
                  <a:lnTo>
                    <a:pt x="319" y="196"/>
                  </a:lnTo>
                  <a:lnTo>
                    <a:pt x="354" y="170"/>
                  </a:lnTo>
                  <a:lnTo>
                    <a:pt x="391" y="146"/>
                  </a:lnTo>
                  <a:lnTo>
                    <a:pt x="429" y="122"/>
                  </a:lnTo>
                  <a:lnTo>
                    <a:pt x="469" y="101"/>
                  </a:lnTo>
                  <a:lnTo>
                    <a:pt x="511" y="83"/>
                  </a:lnTo>
                  <a:lnTo>
                    <a:pt x="554" y="65"/>
                  </a:lnTo>
                  <a:lnTo>
                    <a:pt x="599" y="51"/>
                  </a:lnTo>
                  <a:lnTo>
                    <a:pt x="646" y="37"/>
                  </a:lnTo>
                  <a:lnTo>
                    <a:pt x="693" y="25"/>
                  </a:lnTo>
                  <a:lnTo>
                    <a:pt x="743" y="17"/>
                  </a:lnTo>
                  <a:lnTo>
                    <a:pt x="794" y="9"/>
                  </a:lnTo>
                  <a:lnTo>
                    <a:pt x="847" y="4"/>
                  </a:lnTo>
                  <a:lnTo>
                    <a:pt x="900" y="1"/>
                  </a:lnTo>
                  <a:lnTo>
                    <a:pt x="956" y="0"/>
                  </a:lnTo>
                  <a:lnTo>
                    <a:pt x="1011" y="1"/>
                  </a:lnTo>
                  <a:lnTo>
                    <a:pt x="1064" y="4"/>
                  </a:lnTo>
                  <a:lnTo>
                    <a:pt x="1117" y="9"/>
                  </a:lnTo>
                  <a:lnTo>
                    <a:pt x="1168" y="15"/>
                  </a:lnTo>
                  <a:lnTo>
                    <a:pt x="1218" y="24"/>
                  </a:lnTo>
                  <a:lnTo>
                    <a:pt x="1266" y="35"/>
                  </a:lnTo>
                  <a:lnTo>
                    <a:pt x="1313" y="47"/>
                  </a:lnTo>
                  <a:lnTo>
                    <a:pt x="1358" y="63"/>
                  </a:lnTo>
                  <a:lnTo>
                    <a:pt x="1401" y="78"/>
                  </a:lnTo>
                  <a:lnTo>
                    <a:pt x="1443" y="97"/>
                  </a:lnTo>
                  <a:lnTo>
                    <a:pt x="1484" y="117"/>
                  </a:lnTo>
                  <a:lnTo>
                    <a:pt x="1523" y="139"/>
                  </a:lnTo>
                  <a:lnTo>
                    <a:pt x="1559" y="163"/>
                  </a:lnTo>
                  <a:lnTo>
                    <a:pt x="1594" y="189"/>
                  </a:lnTo>
                  <a:lnTo>
                    <a:pt x="1629" y="216"/>
                  </a:lnTo>
                  <a:lnTo>
                    <a:pt x="1661" y="245"/>
                  </a:lnTo>
                  <a:lnTo>
                    <a:pt x="1691" y="276"/>
                  </a:lnTo>
                  <a:lnTo>
                    <a:pt x="1719" y="309"/>
                  </a:lnTo>
                  <a:lnTo>
                    <a:pt x="1746" y="343"/>
                  </a:lnTo>
                  <a:lnTo>
                    <a:pt x="1771" y="379"/>
                  </a:lnTo>
                  <a:lnTo>
                    <a:pt x="1793" y="417"/>
                  </a:lnTo>
                  <a:lnTo>
                    <a:pt x="1814" y="457"/>
                  </a:lnTo>
                  <a:lnTo>
                    <a:pt x="1834" y="497"/>
                  </a:lnTo>
                  <a:lnTo>
                    <a:pt x="1851" y="540"/>
                  </a:lnTo>
                  <a:lnTo>
                    <a:pt x="1866" y="584"/>
                  </a:lnTo>
                  <a:lnTo>
                    <a:pt x="1879" y="631"/>
                  </a:lnTo>
                  <a:lnTo>
                    <a:pt x="1892" y="678"/>
                  </a:lnTo>
                  <a:lnTo>
                    <a:pt x="1900" y="728"/>
                  </a:lnTo>
                  <a:lnTo>
                    <a:pt x="1908" y="779"/>
                  </a:lnTo>
                  <a:lnTo>
                    <a:pt x="1914" y="831"/>
                  </a:lnTo>
                  <a:lnTo>
                    <a:pt x="1916" y="886"/>
                  </a:lnTo>
                  <a:lnTo>
                    <a:pt x="1917" y="941"/>
                  </a:lnTo>
                  <a:lnTo>
                    <a:pt x="1917" y="997"/>
                  </a:lnTo>
                  <a:lnTo>
                    <a:pt x="1914" y="1051"/>
                  </a:lnTo>
                  <a:lnTo>
                    <a:pt x="1909" y="1104"/>
                  </a:lnTo>
                  <a:lnTo>
                    <a:pt x="1903" y="1155"/>
                  </a:lnTo>
                  <a:lnTo>
                    <a:pt x="1894" y="1204"/>
                  </a:lnTo>
                  <a:lnTo>
                    <a:pt x="1883" y="1253"/>
                  </a:lnTo>
                  <a:lnTo>
                    <a:pt x="1871" y="1300"/>
                  </a:lnTo>
                  <a:lnTo>
                    <a:pt x="1857" y="1345"/>
                  </a:lnTo>
                  <a:lnTo>
                    <a:pt x="1841" y="1389"/>
                  </a:lnTo>
                  <a:lnTo>
                    <a:pt x="1823" y="1431"/>
                  </a:lnTo>
                  <a:lnTo>
                    <a:pt x="1803" y="1472"/>
                  </a:lnTo>
                  <a:lnTo>
                    <a:pt x="1782" y="1511"/>
                  </a:lnTo>
                  <a:lnTo>
                    <a:pt x="1759" y="1548"/>
                  </a:lnTo>
                  <a:lnTo>
                    <a:pt x="1734" y="1584"/>
                  </a:lnTo>
                  <a:lnTo>
                    <a:pt x="1706" y="1618"/>
                  </a:lnTo>
                  <a:lnTo>
                    <a:pt x="1677" y="1651"/>
                  </a:lnTo>
                  <a:lnTo>
                    <a:pt x="1647" y="1681"/>
                  </a:lnTo>
                  <a:lnTo>
                    <a:pt x="1614" y="1709"/>
                  </a:lnTo>
                  <a:lnTo>
                    <a:pt x="1581" y="1737"/>
                  </a:lnTo>
                  <a:lnTo>
                    <a:pt x="1545" y="1761"/>
                  </a:lnTo>
                  <a:lnTo>
                    <a:pt x="1507" y="1784"/>
                  </a:lnTo>
                  <a:lnTo>
                    <a:pt x="1467" y="1806"/>
                  </a:lnTo>
                  <a:lnTo>
                    <a:pt x="1427" y="1825"/>
                  </a:lnTo>
                  <a:lnTo>
                    <a:pt x="1384" y="1843"/>
                  </a:lnTo>
                  <a:lnTo>
                    <a:pt x="1339" y="1858"/>
                  </a:lnTo>
                  <a:lnTo>
                    <a:pt x="1293" y="1873"/>
                  </a:lnTo>
                  <a:lnTo>
                    <a:pt x="1244" y="1884"/>
                  </a:lnTo>
                  <a:lnTo>
                    <a:pt x="1195" y="1893"/>
                  </a:lnTo>
                  <a:lnTo>
                    <a:pt x="1143" y="1900"/>
                  </a:lnTo>
                  <a:lnTo>
                    <a:pt x="1090" y="1906"/>
                  </a:lnTo>
                  <a:lnTo>
                    <a:pt x="1035" y="1909"/>
                  </a:lnTo>
                  <a:lnTo>
                    <a:pt x="978" y="1910"/>
                  </a:lnTo>
                  <a:lnTo>
                    <a:pt x="924" y="1909"/>
                  </a:lnTo>
                  <a:lnTo>
                    <a:pt x="870" y="1907"/>
                  </a:lnTo>
                  <a:lnTo>
                    <a:pt x="818" y="1901"/>
                  </a:lnTo>
                  <a:lnTo>
                    <a:pt x="766" y="1895"/>
                  </a:lnTo>
                  <a:lnTo>
                    <a:pt x="716" y="1887"/>
                  </a:lnTo>
                  <a:lnTo>
                    <a:pt x="669" y="1876"/>
                  </a:lnTo>
                  <a:lnTo>
                    <a:pt x="622" y="1864"/>
                  </a:lnTo>
                  <a:lnTo>
                    <a:pt x="576" y="1850"/>
                  </a:lnTo>
                  <a:lnTo>
                    <a:pt x="532" y="1834"/>
                  </a:lnTo>
                  <a:lnTo>
                    <a:pt x="490" y="1816"/>
                  </a:lnTo>
                  <a:lnTo>
                    <a:pt x="448" y="1796"/>
                  </a:lnTo>
                  <a:lnTo>
                    <a:pt x="409" y="1775"/>
                  </a:lnTo>
                  <a:lnTo>
                    <a:pt x="371" y="1752"/>
                  </a:lnTo>
                  <a:lnTo>
                    <a:pt x="335" y="1727"/>
                  </a:lnTo>
                  <a:lnTo>
                    <a:pt x="300" y="1699"/>
                  </a:lnTo>
                  <a:lnTo>
                    <a:pt x="268" y="1671"/>
                  </a:lnTo>
                  <a:lnTo>
                    <a:pt x="236" y="1640"/>
                  </a:lnTo>
                  <a:lnTo>
                    <a:pt x="207" y="1608"/>
                  </a:lnTo>
                  <a:lnTo>
                    <a:pt x="180" y="1573"/>
                  </a:lnTo>
                  <a:lnTo>
                    <a:pt x="154" y="1536"/>
                  </a:lnTo>
                  <a:lnTo>
                    <a:pt x="130" y="1499"/>
                  </a:lnTo>
                  <a:lnTo>
                    <a:pt x="108" y="1458"/>
                  </a:lnTo>
                  <a:lnTo>
                    <a:pt x="88" y="1416"/>
                  </a:lnTo>
                  <a:lnTo>
                    <a:pt x="70" y="1373"/>
                  </a:lnTo>
                  <a:lnTo>
                    <a:pt x="54" y="1327"/>
                  </a:lnTo>
                  <a:lnTo>
                    <a:pt x="40" y="1279"/>
                  </a:lnTo>
                  <a:lnTo>
                    <a:pt x="28" y="1231"/>
                  </a:lnTo>
                  <a:lnTo>
                    <a:pt x="19" y="1179"/>
                  </a:lnTo>
                  <a:lnTo>
                    <a:pt x="11" y="1126"/>
                  </a:lnTo>
                  <a:lnTo>
                    <a:pt x="5" y="1071"/>
                  </a:lnTo>
                  <a:lnTo>
                    <a:pt x="1" y="1015"/>
                  </a:lnTo>
                  <a:lnTo>
                    <a:pt x="0" y="956"/>
                  </a:lnTo>
                  <a:close/>
                  <a:moveTo>
                    <a:pt x="572" y="958"/>
                  </a:moveTo>
                  <a:lnTo>
                    <a:pt x="573" y="1008"/>
                  </a:lnTo>
                  <a:lnTo>
                    <a:pt x="576" y="1056"/>
                  </a:lnTo>
                  <a:lnTo>
                    <a:pt x="578" y="1081"/>
                  </a:lnTo>
                  <a:lnTo>
                    <a:pt x="582" y="1105"/>
                  </a:lnTo>
                  <a:lnTo>
                    <a:pt x="585" y="1128"/>
                  </a:lnTo>
                  <a:lnTo>
                    <a:pt x="588" y="1151"/>
                  </a:lnTo>
                  <a:lnTo>
                    <a:pt x="594" y="1174"/>
                  </a:lnTo>
                  <a:lnTo>
                    <a:pt x="599" y="1197"/>
                  </a:lnTo>
                  <a:lnTo>
                    <a:pt x="606" y="1219"/>
                  </a:lnTo>
                  <a:lnTo>
                    <a:pt x="613" y="1240"/>
                  </a:lnTo>
                  <a:lnTo>
                    <a:pt x="620" y="1260"/>
                  </a:lnTo>
                  <a:lnTo>
                    <a:pt x="629" y="1281"/>
                  </a:lnTo>
                  <a:lnTo>
                    <a:pt x="638" y="1300"/>
                  </a:lnTo>
                  <a:lnTo>
                    <a:pt x="649" y="1319"/>
                  </a:lnTo>
                  <a:lnTo>
                    <a:pt x="660" y="1338"/>
                  </a:lnTo>
                  <a:lnTo>
                    <a:pt x="672" y="1354"/>
                  </a:lnTo>
                  <a:lnTo>
                    <a:pt x="686" y="1371"/>
                  </a:lnTo>
                  <a:lnTo>
                    <a:pt x="700" y="1386"/>
                  </a:lnTo>
                  <a:lnTo>
                    <a:pt x="715" y="1401"/>
                  </a:lnTo>
                  <a:lnTo>
                    <a:pt x="732" y="1414"/>
                  </a:lnTo>
                  <a:lnTo>
                    <a:pt x="749" y="1427"/>
                  </a:lnTo>
                  <a:lnTo>
                    <a:pt x="767" y="1438"/>
                  </a:lnTo>
                  <a:lnTo>
                    <a:pt x="787" y="1448"/>
                  </a:lnTo>
                  <a:lnTo>
                    <a:pt x="808" y="1457"/>
                  </a:lnTo>
                  <a:lnTo>
                    <a:pt x="830" y="1464"/>
                  </a:lnTo>
                  <a:lnTo>
                    <a:pt x="853" y="1471"/>
                  </a:lnTo>
                  <a:lnTo>
                    <a:pt x="878" y="1477"/>
                  </a:lnTo>
                  <a:lnTo>
                    <a:pt x="904" y="1480"/>
                  </a:lnTo>
                  <a:lnTo>
                    <a:pt x="931" y="1482"/>
                  </a:lnTo>
                  <a:lnTo>
                    <a:pt x="959" y="1483"/>
                  </a:lnTo>
                  <a:lnTo>
                    <a:pt x="989" y="1482"/>
                  </a:lnTo>
                  <a:lnTo>
                    <a:pt x="1018" y="1480"/>
                  </a:lnTo>
                  <a:lnTo>
                    <a:pt x="1046" y="1476"/>
                  </a:lnTo>
                  <a:lnTo>
                    <a:pt x="1071" y="1470"/>
                  </a:lnTo>
                  <a:lnTo>
                    <a:pt x="1095" y="1463"/>
                  </a:lnTo>
                  <a:lnTo>
                    <a:pt x="1118" y="1456"/>
                  </a:lnTo>
                  <a:lnTo>
                    <a:pt x="1139" y="1446"/>
                  </a:lnTo>
                  <a:lnTo>
                    <a:pt x="1159" y="1436"/>
                  </a:lnTo>
                  <a:lnTo>
                    <a:pt x="1178" y="1424"/>
                  </a:lnTo>
                  <a:lnTo>
                    <a:pt x="1196" y="1410"/>
                  </a:lnTo>
                  <a:lnTo>
                    <a:pt x="1212" y="1396"/>
                  </a:lnTo>
                  <a:lnTo>
                    <a:pt x="1228" y="1381"/>
                  </a:lnTo>
                  <a:lnTo>
                    <a:pt x="1241" y="1365"/>
                  </a:lnTo>
                  <a:lnTo>
                    <a:pt x="1254" y="1348"/>
                  </a:lnTo>
                  <a:lnTo>
                    <a:pt x="1266" y="1330"/>
                  </a:lnTo>
                  <a:lnTo>
                    <a:pt x="1278" y="1310"/>
                  </a:lnTo>
                  <a:lnTo>
                    <a:pt x="1286" y="1291"/>
                  </a:lnTo>
                  <a:lnTo>
                    <a:pt x="1296" y="1270"/>
                  </a:lnTo>
                  <a:lnTo>
                    <a:pt x="1304" y="1249"/>
                  </a:lnTo>
                  <a:lnTo>
                    <a:pt x="1311" y="1227"/>
                  </a:lnTo>
                  <a:lnTo>
                    <a:pt x="1317" y="1205"/>
                  </a:lnTo>
                  <a:lnTo>
                    <a:pt x="1323" y="1182"/>
                  </a:lnTo>
                  <a:lnTo>
                    <a:pt x="1328" y="1158"/>
                  </a:lnTo>
                  <a:lnTo>
                    <a:pt x="1332" y="1135"/>
                  </a:lnTo>
                  <a:lnTo>
                    <a:pt x="1336" y="1110"/>
                  </a:lnTo>
                  <a:lnTo>
                    <a:pt x="1338" y="1085"/>
                  </a:lnTo>
                  <a:lnTo>
                    <a:pt x="1340" y="1061"/>
                  </a:lnTo>
                  <a:lnTo>
                    <a:pt x="1343" y="1036"/>
                  </a:lnTo>
                  <a:lnTo>
                    <a:pt x="1345" y="985"/>
                  </a:lnTo>
                  <a:lnTo>
                    <a:pt x="1346" y="934"/>
                  </a:lnTo>
                  <a:lnTo>
                    <a:pt x="1346" y="909"/>
                  </a:lnTo>
                  <a:lnTo>
                    <a:pt x="1345" y="884"/>
                  </a:lnTo>
                  <a:lnTo>
                    <a:pt x="1344" y="861"/>
                  </a:lnTo>
                  <a:lnTo>
                    <a:pt x="1342" y="837"/>
                  </a:lnTo>
                  <a:lnTo>
                    <a:pt x="1338" y="814"/>
                  </a:lnTo>
                  <a:lnTo>
                    <a:pt x="1335" y="790"/>
                  </a:lnTo>
                  <a:lnTo>
                    <a:pt x="1332" y="768"/>
                  </a:lnTo>
                  <a:lnTo>
                    <a:pt x="1327" y="744"/>
                  </a:lnTo>
                  <a:lnTo>
                    <a:pt x="1322" y="722"/>
                  </a:lnTo>
                  <a:lnTo>
                    <a:pt x="1315" y="701"/>
                  </a:lnTo>
                  <a:lnTo>
                    <a:pt x="1308" y="680"/>
                  </a:lnTo>
                  <a:lnTo>
                    <a:pt x="1301" y="659"/>
                  </a:lnTo>
                  <a:lnTo>
                    <a:pt x="1293" y="640"/>
                  </a:lnTo>
                  <a:lnTo>
                    <a:pt x="1284" y="621"/>
                  </a:lnTo>
                  <a:lnTo>
                    <a:pt x="1274" y="602"/>
                  </a:lnTo>
                  <a:lnTo>
                    <a:pt x="1263" y="584"/>
                  </a:lnTo>
                  <a:lnTo>
                    <a:pt x="1251" y="568"/>
                  </a:lnTo>
                  <a:lnTo>
                    <a:pt x="1239" y="551"/>
                  </a:lnTo>
                  <a:lnTo>
                    <a:pt x="1225" y="536"/>
                  </a:lnTo>
                  <a:lnTo>
                    <a:pt x="1210" y="522"/>
                  </a:lnTo>
                  <a:lnTo>
                    <a:pt x="1195" y="508"/>
                  </a:lnTo>
                  <a:lnTo>
                    <a:pt x="1178" y="496"/>
                  </a:lnTo>
                  <a:lnTo>
                    <a:pt x="1160" y="484"/>
                  </a:lnTo>
                  <a:lnTo>
                    <a:pt x="1143" y="474"/>
                  </a:lnTo>
                  <a:lnTo>
                    <a:pt x="1123" y="464"/>
                  </a:lnTo>
                  <a:lnTo>
                    <a:pt x="1102" y="457"/>
                  </a:lnTo>
                  <a:lnTo>
                    <a:pt x="1080" y="449"/>
                  </a:lnTo>
                  <a:lnTo>
                    <a:pt x="1058" y="443"/>
                  </a:lnTo>
                  <a:lnTo>
                    <a:pt x="1033" y="439"/>
                  </a:lnTo>
                  <a:lnTo>
                    <a:pt x="1008" y="434"/>
                  </a:lnTo>
                  <a:lnTo>
                    <a:pt x="982" y="433"/>
                  </a:lnTo>
                  <a:lnTo>
                    <a:pt x="954" y="432"/>
                  </a:lnTo>
                  <a:lnTo>
                    <a:pt x="926" y="433"/>
                  </a:lnTo>
                  <a:lnTo>
                    <a:pt x="899" y="436"/>
                  </a:lnTo>
                  <a:lnTo>
                    <a:pt x="873" y="439"/>
                  </a:lnTo>
                  <a:lnTo>
                    <a:pt x="849" y="444"/>
                  </a:lnTo>
                  <a:lnTo>
                    <a:pt x="827" y="451"/>
                  </a:lnTo>
                  <a:lnTo>
                    <a:pt x="805" y="459"/>
                  </a:lnTo>
                  <a:lnTo>
                    <a:pt x="784" y="468"/>
                  </a:lnTo>
                  <a:lnTo>
                    <a:pt x="765" y="479"/>
                  </a:lnTo>
                  <a:lnTo>
                    <a:pt x="746" y="490"/>
                  </a:lnTo>
                  <a:lnTo>
                    <a:pt x="729" y="503"/>
                  </a:lnTo>
                  <a:lnTo>
                    <a:pt x="713" y="516"/>
                  </a:lnTo>
                  <a:lnTo>
                    <a:pt x="698" y="532"/>
                  </a:lnTo>
                  <a:lnTo>
                    <a:pt x="684" y="547"/>
                  </a:lnTo>
                  <a:lnTo>
                    <a:pt x="671" y="564"/>
                  </a:lnTo>
                  <a:lnTo>
                    <a:pt x="659" y="581"/>
                  </a:lnTo>
                  <a:lnTo>
                    <a:pt x="648" y="599"/>
                  </a:lnTo>
                  <a:lnTo>
                    <a:pt x="637" y="619"/>
                  </a:lnTo>
                  <a:lnTo>
                    <a:pt x="628" y="637"/>
                  </a:lnTo>
                  <a:lnTo>
                    <a:pt x="619" y="658"/>
                  </a:lnTo>
                  <a:lnTo>
                    <a:pt x="612" y="679"/>
                  </a:lnTo>
                  <a:lnTo>
                    <a:pt x="605" y="700"/>
                  </a:lnTo>
                  <a:lnTo>
                    <a:pt x="598" y="722"/>
                  </a:lnTo>
                  <a:lnTo>
                    <a:pt x="594" y="745"/>
                  </a:lnTo>
                  <a:lnTo>
                    <a:pt x="588" y="768"/>
                  </a:lnTo>
                  <a:lnTo>
                    <a:pt x="585" y="792"/>
                  </a:lnTo>
                  <a:lnTo>
                    <a:pt x="581" y="815"/>
                  </a:lnTo>
                  <a:lnTo>
                    <a:pt x="578" y="838"/>
                  </a:lnTo>
                  <a:lnTo>
                    <a:pt x="576" y="862"/>
                  </a:lnTo>
                  <a:lnTo>
                    <a:pt x="573" y="911"/>
                  </a:lnTo>
                  <a:lnTo>
                    <a:pt x="572" y="9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4" name="Freeform 12"/>
            <p:cNvSpPr>
              <a:spLocks noEditPoints="1"/>
            </p:cNvSpPr>
            <p:nvPr/>
          </p:nvSpPr>
          <p:spPr bwMode="auto">
            <a:xfrm>
              <a:off x="1000649" y="1781145"/>
              <a:ext cx="201169" cy="200121"/>
            </a:xfrm>
            <a:custGeom>
              <a:avLst/>
              <a:gdLst>
                <a:gd name="T0" fmla="*/ 9 w 1917"/>
                <a:gd name="T1" fmla="*/ 794 h 1910"/>
                <a:gd name="T2" fmla="*/ 50 w 1917"/>
                <a:gd name="T3" fmla="*/ 600 h 1910"/>
                <a:gd name="T4" fmla="*/ 122 w 1917"/>
                <a:gd name="T5" fmla="*/ 430 h 1910"/>
                <a:gd name="T6" fmla="*/ 223 w 1917"/>
                <a:gd name="T7" fmla="*/ 286 h 1910"/>
                <a:gd name="T8" fmla="*/ 353 w 1917"/>
                <a:gd name="T9" fmla="*/ 170 h 1910"/>
                <a:gd name="T10" fmla="*/ 510 w 1917"/>
                <a:gd name="T11" fmla="*/ 83 h 1910"/>
                <a:gd name="T12" fmla="*/ 694 w 1917"/>
                <a:gd name="T13" fmla="*/ 25 h 1910"/>
                <a:gd name="T14" fmla="*/ 900 w 1917"/>
                <a:gd name="T15" fmla="*/ 1 h 1910"/>
                <a:gd name="T16" fmla="*/ 1117 w 1917"/>
                <a:gd name="T17" fmla="*/ 9 h 1910"/>
                <a:gd name="T18" fmla="*/ 1312 w 1917"/>
                <a:gd name="T19" fmla="*/ 47 h 1910"/>
                <a:gd name="T20" fmla="*/ 1483 w 1917"/>
                <a:gd name="T21" fmla="*/ 117 h 1910"/>
                <a:gd name="T22" fmla="*/ 1628 w 1917"/>
                <a:gd name="T23" fmla="*/ 216 h 1910"/>
                <a:gd name="T24" fmla="*/ 1745 w 1917"/>
                <a:gd name="T25" fmla="*/ 343 h 1910"/>
                <a:gd name="T26" fmla="*/ 1833 w 1917"/>
                <a:gd name="T27" fmla="*/ 497 h 1910"/>
                <a:gd name="T28" fmla="*/ 1891 w 1917"/>
                <a:gd name="T29" fmla="*/ 678 h 1910"/>
                <a:gd name="T30" fmla="*/ 1916 w 1917"/>
                <a:gd name="T31" fmla="*/ 886 h 1910"/>
                <a:gd name="T32" fmla="*/ 1908 w 1917"/>
                <a:gd name="T33" fmla="*/ 1104 h 1910"/>
                <a:gd name="T34" fmla="*/ 1871 w 1917"/>
                <a:gd name="T35" fmla="*/ 1300 h 1910"/>
                <a:gd name="T36" fmla="*/ 1802 w 1917"/>
                <a:gd name="T37" fmla="*/ 1472 h 1910"/>
                <a:gd name="T38" fmla="*/ 1706 w 1917"/>
                <a:gd name="T39" fmla="*/ 1618 h 1910"/>
                <a:gd name="T40" fmla="*/ 1580 w 1917"/>
                <a:gd name="T41" fmla="*/ 1737 h 1910"/>
                <a:gd name="T42" fmla="*/ 1426 w 1917"/>
                <a:gd name="T43" fmla="*/ 1825 h 1910"/>
                <a:gd name="T44" fmla="*/ 1244 w 1917"/>
                <a:gd name="T45" fmla="*/ 1884 h 1910"/>
                <a:gd name="T46" fmla="*/ 1035 w 1917"/>
                <a:gd name="T47" fmla="*/ 1909 h 1910"/>
                <a:gd name="T48" fmla="*/ 813 w 1917"/>
                <a:gd name="T49" fmla="*/ 1901 h 1910"/>
                <a:gd name="T50" fmla="*/ 614 w 1917"/>
                <a:gd name="T51" fmla="*/ 1863 h 1910"/>
                <a:gd name="T52" fmla="*/ 441 w 1917"/>
                <a:gd name="T53" fmla="*/ 1794 h 1910"/>
                <a:gd name="T54" fmla="*/ 294 w 1917"/>
                <a:gd name="T55" fmla="*/ 1695 h 1910"/>
                <a:gd name="T56" fmla="*/ 175 w 1917"/>
                <a:gd name="T57" fmla="*/ 1568 h 1910"/>
                <a:gd name="T58" fmla="*/ 85 w 1917"/>
                <a:gd name="T59" fmla="*/ 1412 h 1910"/>
                <a:gd name="T60" fmla="*/ 27 w 1917"/>
                <a:gd name="T61" fmla="*/ 1226 h 1910"/>
                <a:gd name="T62" fmla="*/ 1 w 1917"/>
                <a:gd name="T63" fmla="*/ 1013 h 1910"/>
                <a:gd name="T64" fmla="*/ 575 w 1917"/>
                <a:gd name="T65" fmla="*/ 1056 h 1910"/>
                <a:gd name="T66" fmla="*/ 589 w 1917"/>
                <a:gd name="T67" fmla="*/ 1151 h 1910"/>
                <a:gd name="T68" fmla="*/ 612 w 1917"/>
                <a:gd name="T69" fmla="*/ 1240 h 1910"/>
                <a:gd name="T70" fmla="*/ 648 w 1917"/>
                <a:gd name="T71" fmla="*/ 1319 h 1910"/>
                <a:gd name="T72" fmla="*/ 699 w 1917"/>
                <a:gd name="T73" fmla="*/ 1386 h 1910"/>
                <a:gd name="T74" fmla="*/ 767 w 1917"/>
                <a:gd name="T75" fmla="*/ 1438 h 1910"/>
                <a:gd name="T76" fmla="*/ 853 w 1917"/>
                <a:gd name="T77" fmla="*/ 1471 h 1910"/>
                <a:gd name="T78" fmla="*/ 959 w 1917"/>
                <a:gd name="T79" fmla="*/ 1483 h 1910"/>
                <a:gd name="T80" fmla="*/ 1071 w 1917"/>
                <a:gd name="T81" fmla="*/ 1470 h 1910"/>
                <a:gd name="T82" fmla="*/ 1160 w 1917"/>
                <a:gd name="T83" fmla="*/ 1436 h 1910"/>
                <a:gd name="T84" fmla="*/ 1227 w 1917"/>
                <a:gd name="T85" fmla="*/ 1381 h 1910"/>
                <a:gd name="T86" fmla="*/ 1277 w 1917"/>
                <a:gd name="T87" fmla="*/ 1310 h 1910"/>
                <a:gd name="T88" fmla="*/ 1311 w 1917"/>
                <a:gd name="T89" fmla="*/ 1227 h 1910"/>
                <a:gd name="T90" fmla="*/ 1332 w 1917"/>
                <a:gd name="T91" fmla="*/ 1135 h 1910"/>
                <a:gd name="T92" fmla="*/ 1342 w 1917"/>
                <a:gd name="T93" fmla="*/ 1036 h 1910"/>
                <a:gd name="T94" fmla="*/ 1344 w 1917"/>
                <a:gd name="T95" fmla="*/ 884 h 1910"/>
                <a:gd name="T96" fmla="*/ 1335 w 1917"/>
                <a:gd name="T97" fmla="*/ 790 h 1910"/>
                <a:gd name="T98" fmla="*/ 1315 w 1917"/>
                <a:gd name="T99" fmla="*/ 701 h 1910"/>
                <a:gd name="T100" fmla="*/ 1283 w 1917"/>
                <a:gd name="T101" fmla="*/ 621 h 1910"/>
                <a:gd name="T102" fmla="*/ 1238 w 1917"/>
                <a:gd name="T103" fmla="*/ 551 h 1910"/>
                <a:gd name="T104" fmla="*/ 1177 w 1917"/>
                <a:gd name="T105" fmla="*/ 496 h 1910"/>
                <a:gd name="T106" fmla="*/ 1101 w 1917"/>
                <a:gd name="T107" fmla="*/ 457 h 1910"/>
                <a:gd name="T108" fmla="*/ 1007 w 1917"/>
                <a:gd name="T109" fmla="*/ 434 h 1910"/>
                <a:gd name="T110" fmla="*/ 899 w 1917"/>
                <a:gd name="T111" fmla="*/ 436 h 1910"/>
                <a:gd name="T112" fmla="*/ 804 w 1917"/>
                <a:gd name="T113" fmla="*/ 459 h 1910"/>
                <a:gd name="T114" fmla="*/ 729 w 1917"/>
                <a:gd name="T115" fmla="*/ 503 h 1910"/>
                <a:gd name="T116" fmla="*/ 670 w 1917"/>
                <a:gd name="T117" fmla="*/ 564 h 1910"/>
                <a:gd name="T118" fmla="*/ 627 w 1917"/>
                <a:gd name="T119" fmla="*/ 637 h 1910"/>
                <a:gd name="T120" fmla="*/ 599 w 1917"/>
                <a:gd name="T121" fmla="*/ 722 h 1910"/>
                <a:gd name="T122" fmla="*/ 581 w 1917"/>
                <a:gd name="T123" fmla="*/ 815 h 1910"/>
                <a:gd name="T124" fmla="*/ 572 w 1917"/>
                <a:gd name="T125" fmla="*/ 958 h 1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917" h="1910">
                  <a:moveTo>
                    <a:pt x="0" y="956"/>
                  </a:moveTo>
                  <a:lnTo>
                    <a:pt x="1" y="901"/>
                  </a:lnTo>
                  <a:lnTo>
                    <a:pt x="5" y="847"/>
                  </a:lnTo>
                  <a:lnTo>
                    <a:pt x="9" y="794"/>
                  </a:lnTo>
                  <a:lnTo>
                    <a:pt x="17" y="743"/>
                  </a:lnTo>
                  <a:lnTo>
                    <a:pt x="25" y="694"/>
                  </a:lnTo>
                  <a:lnTo>
                    <a:pt x="37" y="646"/>
                  </a:lnTo>
                  <a:lnTo>
                    <a:pt x="50" y="600"/>
                  </a:lnTo>
                  <a:lnTo>
                    <a:pt x="65" y="555"/>
                  </a:lnTo>
                  <a:lnTo>
                    <a:pt x="82" y="512"/>
                  </a:lnTo>
                  <a:lnTo>
                    <a:pt x="101" y="470"/>
                  </a:lnTo>
                  <a:lnTo>
                    <a:pt x="122" y="430"/>
                  </a:lnTo>
                  <a:lnTo>
                    <a:pt x="145" y="391"/>
                  </a:lnTo>
                  <a:lnTo>
                    <a:pt x="169" y="354"/>
                  </a:lnTo>
                  <a:lnTo>
                    <a:pt x="196" y="320"/>
                  </a:lnTo>
                  <a:lnTo>
                    <a:pt x="223" y="286"/>
                  </a:lnTo>
                  <a:lnTo>
                    <a:pt x="254" y="254"/>
                  </a:lnTo>
                  <a:lnTo>
                    <a:pt x="285" y="224"/>
                  </a:lnTo>
                  <a:lnTo>
                    <a:pt x="318" y="196"/>
                  </a:lnTo>
                  <a:lnTo>
                    <a:pt x="353" y="170"/>
                  </a:lnTo>
                  <a:lnTo>
                    <a:pt x="390" y="146"/>
                  </a:lnTo>
                  <a:lnTo>
                    <a:pt x="429" y="122"/>
                  </a:lnTo>
                  <a:lnTo>
                    <a:pt x="469" y="101"/>
                  </a:lnTo>
                  <a:lnTo>
                    <a:pt x="510" y="83"/>
                  </a:lnTo>
                  <a:lnTo>
                    <a:pt x="554" y="65"/>
                  </a:lnTo>
                  <a:lnTo>
                    <a:pt x="599" y="51"/>
                  </a:lnTo>
                  <a:lnTo>
                    <a:pt x="645" y="37"/>
                  </a:lnTo>
                  <a:lnTo>
                    <a:pt x="694" y="25"/>
                  </a:lnTo>
                  <a:lnTo>
                    <a:pt x="742" y="17"/>
                  </a:lnTo>
                  <a:lnTo>
                    <a:pt x="794" y="9"/>
                  </a:lnTo>
                  <a:lnTo>
                    <a:pt x="846" y="4"/>
                  </a:lnTo>
                  <a:lnTo>
                    <a:pt x="900" y="1"/>
                  </a:lnTo>
                  <a:lnTo>
                    <a:pt x="955" y="0"/>
                  </a:lnTo>
                  <a:lnTo>
                    <a:pt x="1011" y="1"/>
                  </a:lnTo>
                  <a:lnTo>
                    <a:pt x="1065" y="4"/>
                  </a:lnTo>
                  <a:lnTo>
                    <a:pt x="1117" y="9"/>
                  </a:lnTo>
                  <a:lnTo>
                    <a:pt x="1169" y="15"/>
                  </a:lnTo>
                  <a:lnTo>
                    <a:pt x="1218" y="24"/>
                  </a:lnTo>
                  <a:lnTo>
                    <a:pt x="1266" y="35"/>
                  </a:lnTo>
                  <a:lnTo>
                    <a:pt x="1312" y="47"/>
                  </a:lnTo>
                  <a:lnTo>
                    <a:pt x="1357" y="63"/>
                  </a:lnTo>
                  <a:lnTo>
                    <a:pt x="1402" y="78"/>
                  </a:lnTo>
                  <a:lnTo>
                    <a:pt x="1444" y="97"/>
                  </a:lnTo>
                  <a:lnTo>
                    <a:pt x="1483" y="117"/>
                  </a:lnTo>
                  <a:lnTo>
                    <a:pt x="1522" y="139"/>
                  </a:lnTo>
                  <a:lnTo>
                    <a:pt x="1559" y="163"/>
                  </a:lnTo>
                  <a:lnTo>
                    <a:pt x="1595" y="189"/>
                  </a:lnTo>
                  <a:lnTo>
                    <a:pt x="1628" y="216"/>
                  </a:lnTo>
                  <a:lnTo>
                    <a:pt x="1660" y="245"/>
                  </a:lnTo>
                  <a:lnTo>
                    <a:pt x="1691" y="276"/>
                  </a:lnTo>
                  <a:lnTo>
                    <a:pt x="1718" y="309"/>
                  </a:lnTo>
                  <a:lnTo>
                    <a:pt x="1745" y="343"/>
                  </a:lnTo>
                  <a:lnTo>
                    <a:pt x="1770" y="379"/>
                  </a:lnTo>
                  <a:lnTo>
                    <a:pt x="1794" y="417"/>
                  </a:lnTo>
                  <a:lnTo>
                    <a:pt x="1815" y="457"/>
                  </a:lnTo>
                  <a:lnTo>
                    <a:pt x="1833" y="497"/>
                  </a:lnTo>
                  <a:lnTo>
                    <a:pt x="1851" y="540"/>
                  </a:lnTo>
                  <a:lnTo>
                    <a:pt x="1866" y="584"/>
                  </a:lnTo>
                  <a:lnTo>
                    <a:pt x="1880" y="631"/>
                  </a:lnTo>
                  <a:lnTo>
                    <a:pt x="1891" y="678"/>
                  </a:lnTo>
                  <a:lnTo>
                    <a:pt x="1900" y="728"/>
                  </a:lnTo>
                  <a:lnTo>
                    <a:pt x="1907" y="779"/>
                  </a:lnTo>
                  <a:lnTo>
                    <a:pt x="1913" y="831"/>
                  </a:lnTo>
                  <a:lnTo>
                    <a:pt x="1916" y="886"/>
                  </a:lnTo>
                  <a:lnTo>
                    <a:pt x="1917" y="941"/>
                  </a:lnTo>
                  <a:lnTo>
                    <a:pt x="1916" y="997"/>
                  </a:lnTo>
                  <a:lnTo>
                    <a:pt x="1913" y="1051"/>
                  </a:lnTo>
                  <a:lnTo>
                    <a:pt x="1908" y="1104"/>
                  </a:lnTo>
                  <a:lnTo>
                    <a:pt x="1902" y="1155"/>
                  </a:lnTo>
                  <a:lnTo>
                    <a:pt x="1893" y="1204"/>
                  </a:lnTo>
                  <a:lnTo>
                    <a:pt x="1883" y="1253"/>
                  </a:lnTo>
                  <a:lnTo>
                    <a:pt x="1871" y="1300"/>
                  </a:lnTo>
                  <a:lnTo>
                    <a:pt x="1857" y="1345"/>
                  </a:lnTo>
                  <a:lnTo>
                    <a:pt x="1840" y="1389"/>
                  </a:lnTo>
                  <a:lnTo>
                    <a:pt x="1822" y="1431"/>
                  </a:lnTo>
                  <a:lnTo>
                    <a:pt x="1802" y="1472"/>
                  </a:lnTo>
                  <a:lnTo>
                    <a:pt x="1781" y="1511"/>
                  </a:lnTo>
                  <a:lnTo>
                    <a:pt x="1758" y="1548"/>
                  </a:lnTo>
                  <a:lnTo>
                    <a:pt x="1733" y="1584"/>
                  </a:lnTo>
                  <a:lnTo>
                    <a:pt x="1706" y="1618"/>
                  </a:lnTo>
                  <a:lnTo>
                    <a:pt x="1678" y="1651"/>
                  </a:lnTo>
                  <a:lnTo>
                    <a:pt x="1647" y="1681"/>
                  </a:lnTo>
                  <a:lnTo>
                    <a:pt x="1615" y="1709"/>
                  </a:lnTo>
                  <a:lnTo>
                    <a:pt x="1580" y="1737"/>
                  </a:lnTo>
                  <a:lnTo>
                    <a:pt x="1544" y="1761"/>
                  </a:lnTo>
                  <a:lnTo>
                    <a:pt x="1506" y="1784"/>
                  </a:lnTo>
                  <a:lnTo>
                    <a:pt x="1467" y="1806"/>
                  </a:lnTo>
                  <a:lnTo>
                    <a:pt x="1426" y="1825"/>
                  </a:lnTo>
                  <a:lnTo>
                    <a:pt x="1383" y="1843"/>
                  </a:lnTo>
                  <a:lnTo>
                    <a:pt x="1339" y="1858"/>
                  </a:lnTo>
                  <a:lnTo>
                    <a:pt x="1292" y="1873"/>
                  </a:lnTo>
                  <a:lnTo>
                    <a:pt x="1244" y="1884"/>
                  </a:lnTo>
                  <a:lnTo>
                    <a:pt x="1194" y="1893"/>
                  </a:lnTo>
                  <a:lnTo>
                    <a:pt x="1143" y="1900"/>
                  </a:lnTo>
                  <a:lnTo>
                    <a:pt x="1089" y="1906"/>
                  </a:lnTo>
                  <a:lnTo>
                    <a:pt x="1035" y="1909"/>
                  </a:lnTo>
                  <a:lnTo>
                    <a:pt x="977" y="1910"/>
                  </a:lnTo>
                  <a:lnTo>
                    <a:pt x="921" y="1909"/>
                  </a:lnTo>
                  <a:lnTo>
                    <a:pt x="867" y="1906"/>
                  </a:lnTo>
                  <a:lnTo>
                    <a:pt x="813" y="1901"/>
                  </a:lnTo>
                  <a:lnTo>
                    <a:pt x="761" y="1895"/>
                  </a:lnTo>
                  <a:lnTo>
                    <a:pt x="711" y="1886"/>
                  </a:lnTo>
                  <a:lnTo>
                    <a:pt x="662" y="1875"/>
                  </a:lnTo>
                  <a:lnTo>
                    <a:pt x="614" y="1863"/>
                  </a:lnTo>
                  <a:lnTo>
                    <a:pt x="569" y="1848"/>
                  </a:lnTo>
                  <a:lnTo>
                    <a:pt x="525" y="1832"/>
                  </a:lnTo>
                  <a:lnTo>
                    <a:pt x="482" y="1814"/>
                  </a:lnTo>
                  <a:lnTo>
                    <a:pt x="441" y="1794"/>
                  </a:lnTo>
                  <a:lnTo>
                    <a:pt x="401" y="1772"/>
                  </a:lnTo>
                  <a:lnTo>
                    <a:pt x="363" y="1749"/>
                  </a:lnTo>
                  <a:lnTo>
                    <a:pt x="328" y="1723"/>
                  </a:lnTo>
                  <a:lnTo>
                    <a:pt x="294" y="1695"/>
                  </a:lnTo>
                  <a:lnTo>
                    <a:pt x="261" y="1666"/>
                  </a:lnTo>
                  <a:lnTo>
                    <a:pt x="230" y="1635"/>
                  </a:lnTo>
                  <a:lnTo>
                    <a:pt x="201" y="1602"/>
                  </a:lnTo>
                  <a:lnTo>
                    <a:pt x="175" y="1568"/>
                  </a:lnTo>
                  <a:lnTo>
                    <a:pt x="149" y="1532"/>
                  </a:lnTo>
                  <a:lnTo>
                    <a:pt x="126" y="1493"/>
                  </a:lnTo>
                  <a:lnTo>
                    <a:pt x="104" y="1453"/>
                  </a:lnTo>
                  <a:lnTo>
                    <a:pt x="85" y="1412"/>
                  </a:lnTo>
                  <a:lnTo>
                    <a:pt x="67" y="1367"/>
                  </a:lnTo>
                  <a:lnTo>
                    <a:pt x="52" y="1322"/>
                  </a:lnTo>
                  <a:lnTo>
                    <a:pt x="38" y="1275"/>
                  </a:lnTo>
                  <a:lnTo>
                    <a:pt x="27" y="1226"/>
                  </a:lnTo>
                  <a:lnTo>
                    <a:pt x="17" y="1176"/>
                  </a:lnTo>
                  <a:lnTo>
                    <a:pt x="9" y="1124"/>
                  </a:lnTo>
                  <a:lnTo>
                    <a:pt x="5" y="1070"/>
                  </a:lnTo>
                  <a:lnTo>
                    <a:pt x="1" y="1013"/>
                  </a:lnTo>
                  <a:lnTo>
                    <a:pt x="0" y="956"/>
                  </a:lnTo>
                  <a:close/>
                  <a:moveTo>
                    <a:pt x="572" y="958"/>
                  </a:moveTo>
                  <a:lnTo>
                    <a:pt x="573" y="1008"/>
                  </a:lnTo>
                  <a:lnTo>
                    <a:pt x="575" y="1056"/>
                  </a:lnTo>
                  <a:lnTo>
                    <a:pt x="578" y="1081"/>
                  </a:lnTo>
                  <a:lnTo>
                    <a:pt x="581" y="1105"/>
                  </a:lnTo>
                  <a:lnTo>
                    <a:pt x="584" y="1128"/>
                  </a:lnTo>
                  <a:lnTo>
                    <a:pt x="589" y="1151"/>
                  </a:lnTo>
                  <a:lnTo>
                    <a:pt x="593" y="1174"/>
                  </a:lnTo>
                  <a:lnTo>
                    <a:pt x="599" y="1197"/>
                  </a:lnTo>
                  <a:lnTo>
                    <a:pt x="605" y="1219"/>
                  </a:lnTo>
                  <a:lnTo>
                    <a:pt x="612" y="1240"/>
                  </a:lnTo>
                  <a:lnTo>
                    <a:pt x="620" y="1260"/>
                  </a:lnTo>
                  <a:lnTo>
                    <a:pt x="628" y="1281"/>
                  </a:lnTo>
                  <a:lnTo>
                    <a:pt x="638" y="1300"/>
                  </a:lnTo>
                  <a:lnTo>
                    <a:pt x="648" y="1319"/>
                  </a:lnTo>
                  <a:lnTo>
                    <a:pt x="659" y="1338"/>
                  </a:lnTo>
                  <a:lnTo>
                    <a:pt x="672" y="1354"/>
                  </a:lnTo>
                  <a:lnTo>
                    <a:pt x="685" y="1371"/>
                  </a:lnTo>
                  <a:lnTo>
                    <a:pt x="699" y="1386"/>
                  </a:lnTo>
                  <a:lnTo>
                    <a:pt x="715" y="1401"/>
                  </a:lnTo>
                  <a:lnTo>
                    <a:pt x="731" y="1414"/>
                  </a:lnTo>
                  <a:lnTo>
                    <a:pt x="749" y="1427"/>
                  </a:lnTo>
                  <a:lnTo>
                    <a:pt x="767" y="1438"/>
                  </a:lnTo>
                  <a:lnTo>
                    <a:pt x="786" y="1448"/>
                  </a:lnTo>
                  <a:lnTo>
                    <a:pt x="807" y="1457"/>
                  </a:lnTo>
                  <a:lnTo>
                    <a:pt x="829" y="1464"/>
                  </a:lnTo>
                  <a:lnTo>
                    <a:pt x="853" y="1471"/>
                  </a:lnTo>
                  <a:lnTo>
                    <a:pt x="877" y="1477"/>
                  </a:lnTo>
                  <a:lnTo>
                    <a:pt x="903" y="1480"/>
                  </a:lnTo>
                  <a:lnTo>
                    <a:pt x="930" y="1482"/>
                  </a:lnTo>
                  <a:lnTo>
                    <a:pt x="959" y="1483"/>
                  </a:lnTo>
                  <a:lnTo>
                    <a:pt x="990" y="1482"/>
                  </a:lnTo>
                  <a:lnTo>
                    <a:pt x="1018" y="1480"/>
                  </a:lnTo>
                  <a:lnTo>
                    <a:pt x="1045" y="1476"/>
                  </a:lnTo>
                  <a:lnTo>
                    <a:pt x="1071" y="1470"/>
                  </a:lnTo>
                  <a:lnTo>
                    <a:pt x="1095" y="1463"/>
                  </a:lnTo>
                  <a:lnTo>
                    <a:pt x="1118" y="1456"/>
                  </a:lnTo>
                  <a:lnTo>
                    <a:pt x="1139" y="1446"/>
                  </a:lnTo>
                  <a:lnTo>
                    <a:pt x="1160" y="1436"/>
                  </a:lnTo>
                  <a:lnTo>
                    <a:pt x="1178" y="1424"/>
                  </a:lnTo>
                  <a:lnTo>
                    <a:pt x="1195" y="1410"/>
                  </a:lnTo>
                  <a:lnTo>
                    <a:pt x="1212" y="1396"/>
                  </a:lnTo>
                  <a:lnTo>
                    <a:pt x="1227" y="1381"/>
                  </a:lnTo>
                  <a:lnTo>
                    <a:pt x="1241" y="1365"/>
                  </a:lnTo>
                  <a:lnTo>
                    <a:pt x="1254" y="1348"/>
                  </a:lnTo>
                  <a:lnTo>
                    <a:pt x="1266" y="1330"/>
                  </a:lnTo>
                  <a:lnTo>
                    <a:pt x="1277" y="1310"/>
                  </a:lnTo>
                  <a:lnTo>
                    <a:pt x="1287" y="1291"/>
                  </a:lnTo>
                  <a:lnTo>
                    <a:pt x="1296" y="1270"/>
                  </a:lnTo>
                  <a:lnTo>
                    <a:pt x="1303" y="1249"/>
                  </a:lnTo>
                  <a:lnTo>
                    <a:pt x="1311" y="1227"/>
                  </a:lnTo>
                  <a:lnTo>
                    <a:pt x="1317" y="1205"/>
                  </a:lnTo>
                  <a:lnTo>
                    <a:pt x="1322" y="1182"/>
                  </a:lnTo>
                  <a:lnTo>
                    <a:pt x="1328" y="1158"/>
                  </a:lnTo>
                  <a:lnTo>
                    <a:pt x="1332" y="1135"/>
                  </a:lnTo>
                  <a:lnTo>
                    <a:pt x="1335" y="1110"/>
                  </a:lnTo>
                  <a:lnTo>
                    <a:pt x="1339" y="1085"/>
                  </a:lnTo>
                  <a:lnTo>
                    <a:pt x="1341" y="1061"/>
                  </a:lnTo>
                  <a:lnTo>
                    <a:pt x="1342" y="1036"/>
                  </a:lnTo>
                  <a:lnTo>
                    <a:pt x="1344" y="985"/>
                  </a:lnTo>
                  <a:lnTo>
                    <a:pt x="1345" y="934"/>
                  </a:lnTo>
                  <a:lnTo>
                    <a:pt x="1345" y="909"/>
                  </a:lnTo>
                  <a:lnTo>
                    <a:pt x="1344" y="884"/>
                  </a:lnTo>
                  <a:lnTo>
                    <a:pt x="1343" y="861"/>
                  </a:lnTo>
                  <a:lnTo>
                    <a:pt x="1341" y="837"/>
                  </a:lnTo>
                  <a:lnTo>
                    <a:pt x="1339" y="814"/>
                  </a:lnTo>
                  <a:lnTo>
                    <a:pt x="1335" y="790"/>
                  </a:lnTo>
                  <a:lnTo>
                    <a:pt x="1331" y="768"/>
                  </a:lnTo>
                  <a:lnTo>
                    <a:pt x="1326" y="744"/>
                  </a:lnTo>
                  <a:lnTo>
                    <a:pt x="1321" y="722"/>
                  </a:lnTo>
                  <a:lnTo>
                    <a:pt x="1315" y="701"/>
                  </a:lnTo>
                  <a:lnTo>
                    <a:pt x="1309" y="680"/>
                  </a:lnTo>
                  <a:lnTo>
                    <a:pt x="1301" y="659"/>
                  </a:lnTo>
                  <a:lnTo>
                    <a:pt x="1292" y="640"/>
                  </a:lnTo>
                  <a:lnTo>
                    <a:pt x="1283" y="621"/>
                  </a:lnTo>
                  <a:lnTo>
                    <a:pt x="1273" y="602"/>
                  </a:lnTo>
                  <a:lnTo>
                    <a:pt x="1262" y="584"/>
                  </a:lnTo>
                  <a:lnTo>
                    <a:pt x="1250" y="568"/>
                  </a:lnTo>
                  <a:lnTo>
                    <a:pt x="1238" y="551"/>
                  </a:lnTo>
                  <a:lnTo>
                    <a:pt x="1225" y="536"/>
                  </a:lnTo>
                  <a:lnTo>
                    <a:pt x="1209" y="522"/>
                  </a:lnTo>
                  <a:lnTo>
                    <a:pt x="1194" y="508"/>
                  </a:lnTo>
                  <a:lnTo>
                    <a:pt x="1177" y="496"/>
                  </a:lnTo>
                  <a:lnTo>
                    <a:pt x="1161" y="484"/>
                  </a:lnTo>
                  <a:lnTo>
                    <a:pt x="1142" y="474"/>
                  </a:lnTo>
                  <a:lnTo>
                    <a:pt x="1122" y="464"/>
                  </a:lnTo>
                  <a:lnTo>
                    <a:pt x="1101" y="457"/>
                  </a:lnTo>
                  <a:lnTo>
                    <a:pt x="1080" y="449"/>
                  </a:lnTo>
                  <a:lnTo>
                    <a:pt x="1057" y="443"/>
                  </a:lnTo>
                  <a:lnTo>
                    <a:pt x="1033" y="439"/>
                  </a:lnTo>
                  <a:lnTo>
                    <a:pt x="1007" y="434"/>
                  </a:lnTo>
                  <a:lnTo>
                    <a:pt x="982" y="433"/>
                  </a:lnTo>
                  <a:lnTo>
                    <a:pt x="954" y="432"/>
                  </a:lnTo>
                  <a:lnTo>
                    <a:pt x="926" y="433"/>
                  </a:lnTo>
                  <a:lnTo>
                    <a:pt x="899" y="436"/>
                  </a:lnTo>
                  <a:lnTo>
                    <a:pt x="874" y="439"/>
                  </a:lnTo>
                  <a:lnTo>
                    <a:pt x="849" y="444"/>
                  </a:lnTo>
                  <a:lnTo>
                    <a:pt x="826" y="451"/>
                  </a:lnTo>
                  <a:lnTo>
                    <a:pt x="804" y="459"/>
                  </a:lnTo>
                  <a:lnTo>
                    <a:pt x="783" y="468"/>
                  </a:lnTo>
                  <a:lnTo>
                    <a:pt x="764" y="479"/>
                  </a:lnTo>
                  <a:lnTo>
                    <a:pt x="746" y="490"/>
                  </a:lnTo>
                  <a:lnTo>
                    <a:pt x="729" y="503"/>
                  </a:lnTo>
                  <a:lnTo>
                    <a:pt x="712" y="516"/>
                  </a:lnTo>
                  <a:lnTo>
                    <a:pt x="698" y="532"/>
                  </a:lnTo>
                  <a:lnTo>
                    <a:pt x="684" y="547"/>
                  </a:lnTo>
                  <a:lnTo>
                    <a:pt x="670" y="564"/>
                  </a:lnTo>
                  <a:lnTo>
                    <a:pt x="658" y="581"/>
                  </a:lnTo>
                  <a:lnTo>
                    <a:pt x="647" y="599"/>
                  </a:lnTo>
                  <a:lnTo>
                    <a:pt x="637" y="619"/>
                  </a:lnTo>
                  <a:lnTo>
                    <a:pt x="627" y="637"/>
                  </a:lnTo>
                  <a:lnTo>
                    <a:pt x="620" y="658"/>
                  </a:lnTo>
                  <a:lnTo>
                    <a:pt x="612" y="679"/>
                  </a:lnTo>
                  <a:lnTo>
                    <a:pt x="604" y="700"/>
                  </a:lnTo>
                  <a:lnTo>
                    <a:pt x="599" y="722"/>
                  </a:lnTo>
                  <a:lnTo>
                    <a:pt x="593" y="745"/>
                  </a:lnTo>
                  <a:lnTo>
                    <a:pt x="589" y="768"/>
                  </a:lnTo>
                  <a:lnTo>
                    <a:pt x="584" y="792"/>
                  </a:lnTo>
                  <a:lnTo>
                    <a:pt x="581" y="815"/>
                  </a:lnTo>
                  <a:lnTo>
                    <a:pt x="578" y="838"/>
                  </a:lnTo>
                  <a:lnTo>
                    <a:pt x="575" y="862"/>
                  </a:lnTo>
                  <a:lnTo>
                    <a:pt x="573" y="911"/>
                  </a:lnTo>
                  <a:lnTo>
                    <a:pt x="572" y="9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5" name="Freeform 13"/>
            <p:cNvSpPr>
              <a:spLocks noEditPoints="1"/>
            </p:cNvSpPr>
            <p:nvPr/>
          </p:nvSpPr>
          <p:spPr bwMode="auto">
            <a:xfrm>
              <a:off x="780620" y="1781145"/>
              <a:ext cx="200121" cy="200121"/>
            </a:xfrm>
            <a:custGeom>
              <a:avLst/>
              <a:gdLst>
                <a:gd name="T0" fmla="*/ 17 w 1918"/>
                <a:gd name="T1" fmla="*/ 743 h 1910"/>
                <a:gd name="T2" fmla="*/ 83 w 1918"/>
                <a:gd name="T3" fmla="*/ 512 h 1910"/>
                <a:gd name="T4" fmla="*/ 197 w 1918"/>
                <a:gd name="T5" fmla="*/ 320 h 1910"/>
                <a:gd name="T6" fmla="*/ 355 w 1918"/>
                <a:gd name="T7" fmla="*/ 170 h 1910"/>
                <a:gd name="T8" fmla="*/ 555 w 1918"/>
                <a:gd name="T9" fmla="*/ 65 h 1910"/>
                <a:gd name="T10" fmla="*/ 794 w 1918"/>
                <a:gd name="T11" fmla="*/ 9 h 1910"/>
                <a:gd name="T12" fmla="*/ 1065 w 1918"/>
                <a:gd name="T13" fmla="*/ 4 h 1910"/>
                <a:gd name="T14" fmla="*/ 1313 w 1918"/>
                <a:gd name="T15" fmla="*/ 47 h 1910"/>
                <a:gd name="T16" fmla="*/ 1523 w 1918"/>
                <a:gd name="T17" fmla="*/ 139 h 1910"/>
                <a:gd name="T18" fmla="*/ 1691 w 1918"/>
                <a:gd name="T19" fmla="*/ 276 h 1910"/>
                <a:gd name="T20" fmla="*/ 1815 w 1918"/>
                <a:gd name="T21" fmla="*/ 457 h 1910"/>
                <a:gd name="T22" fmla="*/ 1892 w 1918"/>
                <a:gd name="T23" fmla="*/ 678 h 1910"/>
                <a:gd name="T24" fmla="*/ 1918 w 1918"/>
                <a:gd name="T25" fmla="*/ 941 h 1910"/>
                <a:gd name="T26" fmla="*/ 1908 w 1918"/>
                <a:gd name="T27" fmla="*/ 1133 h 1910"/>
                <a:gd name="T28" fmla="*/ 1874 w 1918"/>
                <a:gd name="T29" fmla="*/ 1300 h 1910"/>
                <a:gd name="T30" fmla="*/ 1821 w 1918"/>
                <a:gd name="T31" fmla="*/ 1446 h 1910"/>
                <a:gd name="T32" fmla="*/ 1739 w 1918"/>
                <a:gd name="T33" fmla="*/ 1582 h 1910"/>
                <a:gd name="T34" fmla="*/ 1634 w 1918"/>
                <a:gd name="T35" fmla="*/ 1695 h 1910"/>
                <a:gd name="T36" fmla="*/ 1512 w 1918"/>
                <a:gd name="T37" fmla="*/ 1782 h 1910"/>
                <a:gd name="T38" fmla="*/ 1378 w 1918"/>
                <a:gd name="T39" fmla="*/ 1846 h 1910"/>
                <a:gd name="T40" fmla="*/ 1231 w 1918"/>
                <a:gd name="T41" fmla="*/ 1887 h 1910"/>
                <a:gd name="T42" fmla="*/ 1075 w 1918"/>
                <a:gd name="T43" fmla="*/ 1907 h 1910"/>
                <a:gd name="T44" fmla="*/ 903 w 1918"/>
                <a:gd name="T45" fmla="*/ 1909 h 1910"/>
                <a:gd name="T46" fmla="*/ 726 w 1918"/>
                <a:gd name="T47" fmla="*/ 1891 h 1910"/>
                <a:gd name="T48" fmla="*/ 570 w 1918"/>
                <a:gd name="T49" fmla="*/ 1854 h 1910"/>
                <a:gd name="T50" fmla="*/ 430 w 1918"/>
                <a:gd name="T51" fmla="*/ 1795 h 1910"/>
                <a:gd name="T52" fmla="*/ 295 w 1918"/>
                <a:gd name="T53" fmla="*/ 1702 h 1910"/>
                <a:gd name="T54" fmla="*/ 188 w 1918"/>
                <a:gd name="T55" fmla="*/ 1587 h 1910"/>
                <a:gd name="T56" fmla="*/ 106 w 1918"/>
                <a:gd name="T57" fmla="*/ 1453 h 1910"/>
                <a:gd name="T58" fmla="*/ 50 w 1918"/>
                <a:gd name="T59" fmla="*/ 1307 h 1910"/>
                <a:gd name="T60" fmla="*/ 15 w 1918"/>
                <a:gd name="T61" fmla="*/ 1151 h 1910"/>
                <a:gd name="T62" fmla="*/ 1 w 1918"/>
                <a:gd name="T63" fmla="*/ 989 h 1910"/>
                <a:gd name="T64" fmla="*/ 579 w 1918"/>
                <a:gd name="T65" fmla="*/ 1081 h 1910"/>
                <a:gd name="T66" fmla="*/ 600 w 1918"/>
                <a:gd name="T67" fmla="*/ 1197 h 1910"/>
                <a:gd name="T68" fmla="*/ 639 w 1918"/>
                <a:gd name="T69" fmla="*/ 1300 h 1910"/>
                <a:gd name="T70" fmla="*/ 701 w 1918"/>
                <a:gd name="T71" fmla="*/ 1386 h 1910"/>
                <a:gd name="T72" fmla="*/ 788 w 1918"/>
                <a:gd name="T73" fmla="*/ 1448 h 1910"/>
                <a:gd name="T74" fmla="*/ 904 w 1918"/>
                <a:gd name="T75" fmla="*/ 1480 h 1910"/>
                <a:gd name="T76" fmla="*/ 1046 w 1918"/>
                <a:gd name="T77" fmla="*/ 1476 h 1910"/>
                <a:gd name="T78" fmla="*/ 1160 w 1918"/>
                <a:gd name="T79" fmla="*/ 1436 h 1910"/>
                <a:gd name="T80" fmla="*/ 1242 w 1918"/>
                <a:gd name="T81" fmla="*/ 1365 h 1910"/>
                <a:gd name="T82" fmla="*/ 1296 w 1918"/>
                <a:gd name="T83" fmla="*/ 1270 h 1910"/>
                <a:gd name="T84" fmla="*/ 1328 w 1918"/>
                <a:gd name="T85" fmla="*/ 1158 h 1910"/>
                <a:gd name="T86" fmla="*/ 1343 w 1918"/>
                <a:gd name="T87" fmla="*/ 1036 h 1910"/>
                <a:gd name="T88" fmla="*/ 1343 w 1918"/>
                <a:gd name="T89" fmla="*/ 861 h 1910"/>
                <a:gd name="T90" fmla="*/ 1328 w 1918"/>
                <a:gd name="T91" fmla="*/ 744 h 1910"/>
                <a:gd name="T92" fmla="*/ 1294 w 1918"/>
                <a:gd name="T93" fmla="*/ 640 h 1910"/>
                <a:gd name="T94" fmla="*/ 1238 w 1918"/>
                <a:gd name="T95" fmla="*/ 551 h 1910"/>
                <a:gd name="T96" fmla="*/ 1161 w 1918"/>
                <a:gd name="T97" fmla="*/ 484 h 1910"/>
                <a:gd name="T98" fmla="*/ 1058 w 1918"/>
                <a:gd name="T99" fmla="*/ 443 h 1910"/>
                <a:gd name="T100" fmla="*/ 927 w 1918"/>
                <a:gd name="T101" fmla="*/ 433 h 1910"/>
                <a:gd name="T102" fmla="*/ 805 w 1918"/>
                <a:gd name="T103" fmla="*/ 459 h 1910"/>
                <a:gd name="T104" fmla="*/ 714 w 1918"/>
                <a:gd name="T105" fmla="*/ 516 h 1910"/>
                <a:gd name="T106" fmla="*/ 649 w 1918"/>
                <a:gd name="T107" fmla="*/ 599 h 1910"/>
                <a:gd name="T108" fmla="*/ 606 w 1918"/>
                <a:gd name="T109" fmla="*/ 700 h 1910"/>
                <a:gd name="T110" fmla="*/ 581 w 1918"/>
                <a:gd name="T111" fmla="*/ 815 h 1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918" h="1910">
                  <a:moveTo>
                    <a:pt x="0" y="956"/>
                  </a:moveTo>
                  <a:lnTo>
                    <a:pt x="1" y="901"/>
                  </a:lnTo>
                  <a:lnTo>
                    <a:pt x="5" y="847"/>
                  </a:lnTo>
                  <a:lnTo>
                    <a:pt x="10" y="794"/>
                  </a:lnTo>
                  <a:lnTo>
                    <a:pt x="17" y="743"/>
                  </a:lnTo>
                  <a:lnTo>
                    <a:pt x="27" y="694"/>
                  </a:lnTo>
                  <a:lnTo>
                    <a:pt x="38" y="646"/>
                  </a:lnTo>
                  <a:lnTo>
                    <a:pt x="51" y="600"/>
                  </a:lnTo>
                  <a:lnTo>
                    <a:pt x="66" y="555"/>
                  </a:lnTo>
                  <a:lnTo>
                    <a:pt x="83" y="512"/>
                  </a:lnTo>
                  <a:lnTo>
                    <a:pt x="102" y="470"/>
                  </a:lnTo>
                  <a:lnTo>
                    <a:pt x="123" y="430"/>
                  </a:lnTo>
                  <a:lnTo>
                    <a:pt x="145" y="391"/>
                  </a:lnTo>
                  <a:lnTo>
                    <a:pt x="170" y="354"/>
                  </a:lnTo>
                  <a:lnTo>
                    <a:pt x="197" y="320"/>
                  </a:lnTo>
                  <a:lnTo>
                    <a:pt x="225" y="286"/>
                  </a:lnTo>
                  <a:lnTo>
                    <a:pt x="254" y="254"/>
                  </a:lnTo>
                  <a:lnTo>
                    <a:pt x="286" y="224"/>
                  </a:lnTo>
                  <a:lnTo>
                    <a:pt x="320" y="196"/>
                  </a:lnTo>
                  <a:lnTo>
                    <a:pt x="355" y="170"/>
                  </a:lnTo>
                  <a:lnTo>
                    <a:pt x="391" y="146"/>
                  </a:lnTo>
                  <a:lnTo>
                    <a:pt x="430" y="122"/>
                  </a:lnTo>
                  <a:lnTo>
                    <a:pt x="470" y="101"/>
                  </a:lnTo>
                  <a:lnTo>
                    <a:pt x="512" y="83"/>
                  </a:lnTo>
                  <a:lnTo>
                    <a:pt x="555" y="65"/>
                  </a:lnTo>
                  <a:lnTo>
                    <a:pt x="600" y="51"/>
                  </a:lnTo>
                  <a:lnTo>
                    <a:pt x="646" y="37"/>
                  </a:lnTo>
                  <a:lnTo>
                    <a:pt x="694" y="25"/>
                  </a:lnTo>
                  <a:lnTo>
                    <a:pt x="744" y="17"/>
                  </a:lnTo>
                  <a:lnTo>
                    <a:pt x="794" y="9"/>
                  </a:lnTo>
                  <a:lnTo>
                    <a:pt x="847" y="4"/>
                  </a:lnTo>
                  <a:lnTo>
                    <a:pt x="900" y="1"/>
                  </a:lnTo>
                  <a:lnTo>
                    <a:pt x="956" y="0"/>
                  </a:lnTo>
                  <a:lnTo>
                    <a:pt x="1011" y="1"/>
                  </a:lnTo>
                  <a:lnTo>
                    <a:pt x="1065" y="4"/>
                  </a:lnTo>
                  <a:lnTo>
                    <a:pt x="1118" y="9"/>
                  </a:lnTo>
                  <a:lnTo>
                    <a:pt x="1169" y="15"/>
                  </a:lnTo>
                  <a:lnTo>
                    <a:pt x="1218" y="24"/>
                  </a:lnTo>
                  <a:lnTo>
                    <a:pt x="1267" y="35"/>
                  </a:lnTo>
                  <a:lnTo>
                    <a:pt x="1313" y="47"/>
                  </a:lnTo>
                  <a:lnTo>
                    <a:pt x="1359" y="63"/>
                  </a:lnTo>
                  <a:lnTo>
                    <a:pt x="1402" y="78"/>
                  </a:lnTo>
                  <a:lnTo>
                    <a:pt x="1444" y="97"/>
                  </a:lnTo>
                  <a:lnTo>
                    <a:pt x="1485" y="117"/>
                  </a:lnTo>
                  <a:lnTo>
                    <a:pt x="1523" y="139"/>
                  </a:lnTo>
                  <a:lnTo>
                    <a:pt x="1560" y="163"/>
                  </a:lnTo>
                  <a:lnTo>
                    <a:pt x="1595" y="189"/>
                  </a:lnTo>
                  <a:lnTo>
                    <a:pt x="1629" y="216"/>
                  </a:lnTo>
                  <a:lnTo>
                    <a:pt x="1661" y="245"/>
                  </a:lnTo>
                  <a:lnTo>
                    <a:pt x="1691" y="276"/>
                  </a:lnTo>
                  <a:lnTo>
                    <a:pt x="1720" y="309"/>
                  </a:lnTo>
                  <a:lnTo>
                    <a:pt x="1746" y="343"/>
                  </a:lnTo>
                  <a:lnTo>
                    <a:pt x="1771" y="379"/>
                  </a:lnTo>
                  <a:lnTo>
                    <a:pt x="1794" y="417"/>
                  </a:lnTo>
                  <a:lnTo>
                    <a:pt x="1815" y="457"/>
                  </a:lnTo>
                  <a:lnTo>
                    <a:pt x="1835" y="497"/>
                  </a:lnTo>
                  <a:lnTo>
                    <a:pt x="1851" y="540"/>
                  </a:lnTo>
                  <a:lnTo>
                    <a:pt x="1867" y="584"/>
                  </a:lnTo>
                  <a:lnTo>
                    <a:pt x="1880" y="631"/>
                  </a:lnTo>
                  <a:lnTo>
                    <a:pt x="1892" y="678"/>
                  </a:lnTo>
                  <a:lnTo>
                    <a:pt x="1901" y="728"/>
                  </a:lnTo>
                  <a:lnTo>
                    <a:pt x="1909" y="779"/>
                  </a:lnTo>
                  <a:lnTo>
                    <a:pt x="1913" y="831"/>
                  </a:lnTo>
                  <a:lnTo>
                    <a:pt x="1916" y="886"/>
                  </a:lnTo>
                  <a:lnTo>
                    <a:pt x="1918" y="941"/>
                  </a:lnTo>
                  <a:lnTo>
                    <a:pt x="1918" y="981"/>
                  </a:lnTo>
                  <a:lnTo>
                    <a:pt x="1916" y="1020"/>
                  </a:lnTo>
                  <a:lnTo>
                    <a:pt x="1914" y="1059"/>
                  </a:lnTo>
                  <a:lnTo>
                    <a:pt x="1911" y="1096"/>
                  </a:lnTo>
                  <a:lnTo>
                    <a:pt x="1908" y="1133"/>
                  </a:lnTo>
                  <a:lnTo>
                    <a:pt x="1902" y="1168"/>
                  </a:lnTo>
                  <a:lnTo>
                    <a:pt x="1897" y="1202"/>
                  </a:lnTo>
                  <a:lnTo>
                    <a:pt x="1890" y="1236"/>
                  </a:lnTo>
                  <a:lnTo>
                    <a:pt x="1883" y="1268"/>
                  </a:lnTo>
                  <a:lnTo>
                    <a:pt x="1874" y="1300"/>
                  </a:lnTo>
                  <a:lnTo>
                    <a:pt x="1866" y="1331"/>
                  </a:lnTo>
                  <a:lnTo>
                    <a:pt x="1856" y="1361"/>
                  </a:lnTo>
                  <a:lnTo>
                    <a:pt x="1846" y="1391"/>
                  </a:lnTo>
                  <a:lnTo>
                    <a:pt x="1834" y="1418"/>
                  </a:lnTo>
                  <a:lnTo>
                    <a:pt x="1821" y="1446"/>
                  </a:lnTo>
                  <a:lnTo>
                    <a:pt x="1808" y="1472"/>
                  </a:lnTo>
                  <a:lnTo>
                    <a:pt x="1793" y="1502"/>
                  </a:lnTo>
                  <a:lnTo>
                    <a:pt x="1775" y="1530"/>
                  </a:lnTo>
                  <a:lnTo>
                    <a:pt x="1757" y="1557"/>
                  </a:lnTo>
                  <a:lnTo>
                    <a:pt x="1739" y="1582"/>
                  </a:lnTo>
                  <a:lnTo>
                    <a:pt x="1719" y="1607"/>
                  </a:lnTo>
                  <a:lnTo>
                    <a:pt x="1699" y="1631"/>
                  </a:lnTo>
                  <a:lnTo>
                    <a:pt x="1678" y="1653"/>
                  </a:lnTo>
                  <a:lnTo>
                    <a:pt x="1657" y="1675"/>
                  </a:lnTo>
                  <a:lnTo>
                    <a:pt x="1634" y="1695"/>
                  </a:lnTo>
                  <a:lnTo>
                    <a:pt x="1612" y="1715"/>
                  </a:lnTo>
                  <a:lnTo>
                    <a:pt x="1587" y="1734"/>
                  </a:lnTo>
                  <a:lnTo>
                    <a:pt x="1563" y="1751"/>
                  </a:lnTo>
                  <a:lnTo>
                    <a:pt x="1539" y="1767"/>
                  </a:lnTo>
                  <a:lnTo>
                    <a:pt x="1512" y="1782"/>
                  </a:lnTo>
                  <a:lnTo>
                    <a:pt x="1487" y="1798"/>
                  </a:lnTo>
                  <a:lnTo>
                    <a:pt x="1460" y="1811"/>
                  </a:lnTo>
                  <a:lnTo>
                    <a:pt x="1433" y="1823"/>
                  </a:lnTo>
                  <a:lnTo>
                    <a:pt x="1405" y="1835"/>
                  </a:lnTo>
                  <a:lnTo>
                    <a:pt x="1378" y="1846"/>
                  </a:lnTo>
                  <a:lnTo>
                    <a:pt x="1349" y="1856"/>
                  </a:lnTo>
                  <a:lnTo>
                    <a:pt x="1320" y="1865"/>
                  </a:lnTo>
                  <a:lnTo>
                    <a:pt x="1290" y="1873"/>
                  </a:lnTo>
                  <a:lnTo>
                    <a:pt x="1260" y="1880"/>
                  </a:lnTo>
                  <a:lnTo>
                    <a:pt x="1231" y="1887"/>
                  </a:lnTo>
                  <a:lnTo>
                    <a:pt x="1200" y="1892"/>
                  </a:lnTo>
                  <a:lnTo>
                    <a:pt x="1169" y="1897"/>
                  </a:lnTo>
                  <a:lnTo>
                    <a:pt x="1138" y="1901"/>
                  </a:lnTo>
                  <a:lnTo>
                    <a:pt x="1107" y="1904"/>
                  </a:lnTo>
                  <a:lnTo>
                    <a:pt x="1075" y="1907"/>
                  </a:lnTo>
                  <a:lnTo>
                    <a:pt x="1043" y="1909"/>
                  </a:lnTo>
                  <a:lnTo>
                    <a:pt x="1011" y="1910"/>
                  </a:lnTo>
                  <a:lnTo>
                    <a:pt x="979" y="1910"/>
                  </a:lnTo>
                  <a:lnTo>
                    <a:pt x="940" y="1910"/>
                  </a:lnTo>
                  <a:lnTo>
                    <a:pt x="903" y="1909"/>
                  </a:lnTo>
                  <a:lnTo>
                    <a:pt x="865" y="1907"/>
                  </a:lnTo>
                  <a:lnTo>
                    <a:pt x="830" y="1903"/>
                  </a:lnTo>
                  <a:lnTo>
                    <a:pt x="794" y="1900"/>
                  </a:lnTo>
                  <a:lnTo>
                    <a:pt x="759" y="1896"/>
                  </a:lnTo>
                  <a:lnTo>
                    <a:pt x="726" y="1891"/>
                  </a:lnTo>
                  <a:lnTo>
                    <a:pt x="693" y="1885"/>
                  </a:lnTo>
                  <a:lnTo>
                    <a:pt x="661" y="1879"/>
                  </a:lnTo>
                  <a:lnTo>
                    <a:pt x="630" y="1871"/>
                  </a:lnTo>
                  <a:lnTo>
                    <a:pt x="600" y="1863"/>
                  </a:lnTo>
                  <a:lnTo>
                    <a:pt x="570" y="1854"/>
                  </a:lnTo>
                  <a:lnTo>
                    <a:pt x="542" y="1845"/>
                  </a:lnTo>
                  <a:lnTo>
                    <a:pt x="514" y="1834"/>
                  </a:lnTo>
                  <a:lnTo>
                    <a:pt x="486" y="1823"/>
                  </a:lnTo>
                  <a:lnTo>
                    <a:pt x="461" y="1811"/>
                  </a:lnTo>
                  <a:lnTo>
                    <a:pt x="430" y="1795"/>
                  </a:lnTo>
                  <a:lnTo>
                    <a:pt x="401" y="1779"/>
                  </a:lnTo>
                  <a:lnTo>
                    <a:pt x="373" y="1761"/>
                  </a:lnTo>
                  <a:lnTo>
                    <a:pt x="346" y="1742"/>
                  </a:lnTo>
                  <a:lnTo>
                    <a:pt x="321" y="1723"/>
                  </a:lnTo>
                  <a:lnTo>
                    <a:pt x="295" y="1702"/>
                  </a:lnTo>
                  <a:lnTo>
                    <a:pt x="272" y="1681"/>
                  </a:lnTo>
                  <a:lnTo>
                    <a:pt x="250" y="1659"/>
                  </a:lnTo>
                  <a:lnTo>
                    <a:pt x="228" y="1635"/>
                  </a:lnTo>
                  <a:lnTo>
                    <a:pt x="208" y="1611"/>
                  </a:lnTo>
                  <a:lnTo>
                    <a:pt x="188" y="1587"/>
                  </a:lnTo>
                  <a:lnTo>
                    <a:pt x="170" y="1562"/>
                  </a:lnTo>
                  <a:lnTo>
                    <a:pt x="153" y="1535"/>
                  </a:lnTo>
                  <a:lnTo>
                    <a:pt x="136" y="1509"/>
                  </a:lnTo>
                  <a:lnTo>
                    <a:pt x="121" y="1482"/>
                  </a:lnTo>
                  <a:lnTo>
                    <a:pt x="106" y="1453"/>
                  </a:lnTo>
                  <a:lnTo>
                    <a:pt x="93" y="1426"/>
                  </a:lnTo>
                  <a:lnTo>
                    <a:pt x="81" y="1396"/>
                  </a:lnTo>
                  <a:lnTo>
                    <a:pt x="70" y="1367"/>
                  </a:lnTo>
                  <a:lnTo>
                    <a:pt x="59" y="1338"/>
                  </a:lnTo>
                  <a:lnTo>
                    <a:pt x="50" y="1307"/>
                  </a:lnTo>
                  <a:lnTo>
                    <a:pt x="41" y="1277"/>
                  </a:lnTo>
                  <a:lnTo>
                    <a:pt x="33" y="1245"/>
                  </a:lnTo>
                  <a:lnTo>
                    <a:pt x="26" y="1214"/>
                  </a:lnTo>
                  <a:lnTo>
                    <a:pt x="20" y="1182"/>
                  </a:lnTo>
                  <a:lnTo>
                    <a:pt x="15" y="1151"/>
                  </a:lnTo>
                  <a:lnTo>
                    <a:pt x="10" y="1118"/>
                  </a:lnTo>
                  <a:lnTo>
                    <a:pt x="7" y="1086"/>
                  </a:lnTo>
                  <a:lnTo>
                    <a:pt x="4" y="1054"/>
                  </a:lnTo>
                  <a:lnTo>
                    <a:pt x="3" y="1021"/>
                  </a:lnTo>
                  <a:lnTo>
                    <a:pt x="1" y="989"/>
                  </a:lnTo>
                  <a:lnTo>
                    <a:pt x="0" y="956"/>
                  </a:lnTo>
                  <a:close/>
                  <a:moveTo>
                    <a:pt x="572" y="958"/>
                  </a:moveTo>
                  <a:lnTo>
                    <a:pt x="574" y="1008"/>
                  </a:lnTo>
                  <a:lnTo>
                    <a:pt x="577" y="1056"/>
                  </a:lnTo>
                  <a:lnTo>
                    <a:pt x="579" y="1081"/>
                  </a:lnTo>
                  <a:lnTo>
                    <a:pt x="581" y="1105"/>
                  </a:lnTo>
                  <a:lnTo>
                    <a:pt x="586" y="1128"/>
                  </a:lnTo>
                  <a:lnTo>
                    <a:pt x="589" y="1151"/>
                  </a:lnTo>
                  <a:lnTo>
                    <a:pt x="595" y="1174"/>
                  </a:lnTo>
                  <a:lnTo>
                    <a:pt x="600" y="1197"/>
                  </a:lnTo>
                  <a:lnTo>
                    <a:pt x="606" y="1219"/>
                  </a:lnTo>
                  <a:lnTo>
                    <a:pt x="613" y="1240"/>
                  </a:lnTo>
                  <a:lnTo>
                    <a:pt x="621" y="1260"/>
                  </a:lnTo>
                  <a:lnTo>
                    <a:pt x="630" y="1281"/>
                  </a:lnTo>
                  <a:lnTo>
                    <a:pt x="639" y="1300"/>
                  </a:lnTo>
                  <a:lnTo>
                    <a:pt x="650" y="1319"/>
                  </a:lnTo>
                  <a:lnTo>
                    <a:pt x="661" y="1338"/>
                  </a:lnTo>
                  <a:lnTo>
                    <a:pt x="673" y="1354"/>
                  </a:lnTo>
                  <a:lnTo>
                    <a:pt x="686" y="1371"/>
                  </a:lnTo>
                  <a:lnTo>
                    <a:pt x="701" y="1386"/>
                  </a:lnTo>
                  <a:lnTo>
                    <a:pt x="716" y="1401"/>
                  </a:lnTo>
                  <a:lnTo>
                    <a:pt x="731" y="1414"/>
                  </a:lnTo>
                  <a:lnTo>
                    <a:pt x="749" y="1427"/>
                  </a:lnTo>
                  <a:lnTo>
                    <a:pt x="768" y="1438"/>
                  </a:lnTo>
                  <a:lnTo>
                    <a:pt x="788" y="1448"/>
                  </a:lnTo>
                  <a:lnTo>
                    <a:pt x="809" y="1457"/>
                  </a:lnTo>
                  <a:lnTo>
                    <a:pt x="831" y="1464"/>
                  </a:lnTo>
                  <a:lnTo>
                    <a:pt x="854" y="1471"/>
                  </a:lnTo>
                  <a:lnTo>
                    <a:pt x="878" y="1477"/>
                  </a:lnTo>
                  <a:lnTo>
                    <a:pt x="904" y="1480"/>
                  </a:lnTo>
                  <a:lnTo>
                    <a:pt x="931" y="1482"/>
                  </a:lnTo>
                  <a:lnTo>
                    <a:pt x="960" y="1483"/>
                  </a:lnTo>
                  <a:lnTo>
                    <a:pt x="990" y="1482"/>
                  </a:lnTo>
                  <a:lnTo>
                    <a:pt x="1019" y="1480"/>
                  </a:lnTo>
                  <a:lnTo>
                    <a:pt x="1046" y="1476"/>
                  </a:lnTo>
                  <a:lnTo>
                    <a:pt x="1072" y="1470"/>
                  </a:lnTo>
                  <a:lnTo>
                    <a:pt x="1096" y="1463"/>
                  </a:lnTo>
                  <a:lnTo>
                    <a:pt x="1119" y="1456"/>
                  </a:lnTo>
                  <a:lnTo>
                    <a:pt x="1140" y="1446"/>
                  </a:lnTo>
                  <a:lnTo>
                    <a:pt x="1160" y="1436"/>
                  </a:lnTo>
                  <a:lnTo>
                    <a:pt x="1179" y="1424"/>
                  </a:lnTo>
                  <a:lnTo>
                    <a:pt x="1196" y="1410"/>
                  </a:lnTo>
                  <a:lnTo>
                    <a:pt x="1213" y="1396"/>
                  </a:lnTo>
                  <a:lnTo>
                    <a:pt x="1227" y="1381"/>
                  </a:lnTo>
                  <a:lnTo>
                    <a:pt x="1242" y="1365"/>
                  </a:lnTo>
                  <a:lnTo>
                    <a:pt x="1255" y="1348"/>
                  </a:lnTo>
                  <a:lnTo>
                    <a:pt x="1267" y="1330"/>
                  </a:lnTo>
                  <a:lnTo>
                    <a:pt x="1277" y="1310"/>
                  </a:lnTo>
                  <a:lnTo>
                    <a:pt x="1287" y="1291"/>
                  </a:lnTo>
                  <a:lnTo>
                    <a:pt x="1296" y="1270"/>
                  </a:lnTo>
                  <a:lnTo>
                    <a:pt x="1305" y="1249"/>
                  </a:lnTo>
                  <a:lnTo>
                    <a:pt x="1311" y="1227"/>
                  </a:lnTo>
                  <a:lnTo>
                    <a:pt x="1318" y="1205"/>
                  </a:lnTo>
                  <a:lnTo>
                    <a:pt x="1323" y="1182"/>
                  </a:lnTo>
                  <a:lnTo>
                    <a:pt x="1328" y="1158"/>
                  </a:lnTo>
                  <a:lnTo>
                    <a:pt x="1332" y="1135"/>
                  </a:lnTo>
                  <a:lnTo>
                    <a:pt x="1336" y="1110"/>
                  </a:lnTo>
                  <a:lnTo>
                    <a:pt x="1339" y="1085"/>
                  </a:lnTo>
                  <a:lnTo>
                    <a:pt x="1341" y="1061"/>
                  </a:lnTo>
                  <a:lnTo>
                    <a:pt x="1343" y="1036"/>
                  </a:lnTo>
                  <a:lnTo>
                    <a:pt x="1345" y="985"/>
                  </a:lnTo>
                  <a:lnTo>
                    <a:pt x="1347" y="934"/>
                  </a:lnTo>
                  <a:lnTo>
                    <a:pt x="1345" y="909"/>
                  </a:lnTo>
                  <a:lnTo>
                    <a:pt x="1345" y="884"/>
                  </a:lnTo>
                  <a:lnTo>
                    <a:pt x="1343" y="861"/>
                  </a:lnTo>
                  <a:lnTo>
                    <a:pt x="1342" y="837"/>
                  </a:lnTo>
                  <a:lnTo>
                    <a:pt x="1339" y="814"/>
                  </a:lnTo>
                  <a:lnTo>
                    <a:pt x="1336" y="790"/>
                  </a:lnTo>
                  <a:lnTo>
                    <a:pt x="1332" y="768"/>
                  </a:lnTo>
                  <a:lnTo>
                    <a:pt x="1328" y="744"/>
                  </a:lnTo>
                  <a:lnTo>
                    <a:pt x="1322" y="722"/>
                  </a:lnTo>
                  <a:lnTo>
                    <a:pt x="1316" y="701"/>
                  </a:lnTo>
                  <a:lnTo>
                    <a:pt x="1309" y="680"/>
                  </a:lnTo>
                  <a:lnTo>
                    <a:pt x="1301" y="659"/>
                  </a:lnTo>
                  <a:lnTo>
                    <a:pt x="1294" y="640"/>
                  </a:lnTo>
                  <a:lnTo>
                    <a:pt x="1284" y="621"/>
                  </a:lnTo>
                  <a:lnTo>
                    <a:pt x="1274" y="602"/>
                  </a:lnTo>
                  <a:lnTo>
                    <a:pt x="1264" y="584"/>
                  </a:lnTo>
                  <a:lnTo>
                    <a:pt x="1252" y="568"/>
                  </a:lnTo>
                  <a:lnTo>
                    <a:pt x="1238" y="551"/>
                  </a:lnTo>
                  <a:lnTo>
                    <a:pt x="1225" y="536"/>
                  </a:lnTo>
                  <a:lnTo>
                    <a:pt x="1211" y="522"/>
                  </a:lnTo>
                  <a:lnTo>
                    <a:pt x="1195" y="508"/>
                  </a:lnTo>
                  <a:lnTo>
                    <a:pt x="1179" y="496"/>
                  </a:lnTo>
                  <a:lnTo>
                    <a:pt x="1161" y="484"/>
                  </a:lnTo>
                  <a:lnTo>
                    <a:pt x="1142" y="474"/>
                  </a:lnTo>
                  <a:lnTo>
                    <a:pt x="1124" y="464"/>
                  </a:lnTo>
                  <a:lnTo>
                    <a:pt x="1103" y="457"/>
                  </a:lnTo>
                  <a:lnTo>
                    <a:pt x="1080" y="449"/>
                  </a:lnTo>
                  <a:lnTo>
                    <a:pt x="1058" y="443"/>
                  </a:lnTo>
                  <a:lnTo>
                    <a:pt x="1034" y="439"/>
                  </a:lnTo>
                  <a:lnTo>
                    <a:pt x="1009" y="434"/>
                  </a:lnTo>
                  <a:lnTo>
                    <a:pt x="982" y="433"/>
                  </a:lnTo>
                  <a:lnTo>
                    <a:pt x="955" y="432"/>
                  </a:lnTo>
                  <a:lnTo>
                    <a:pt x="927" y="433"/>
                  </a:lnTo>
                  <a:lnTo>
                    <a:pt x="899" y="436"/>
                  </a:lnTo>
                  <a:lnTo>
                    <a:pt x="874" y="439"/>
                  </a:lnTo>
                  <a:lnTo>
                    <a:pt x="850" y="444"/>
                  </a:lnTo>
                  <a:lnTo>
                    <a:pt x="826" y="451"/>
                  </a:lnTo>
                  <a:lnTo>
                    <a:pt x="805" y="459"/>
                  </a:lnTo>
                  <a:lnTo>
                    <a:pt x="784" y="468"/>
                  </a:lnTo>
                  <a:lnTo>
                    <a:pt x="765" y="479"/>
                  </a:lnTo>
                  <a:lnTo>
                    <a:pt x="747" y="490"/>
                  </a:lnTo>
                  <a:lnTo>
                    <a:pt x="729" y="503"/>
                  </a:lnTo>
                  <a:lnTo>
                    <a:pt x="714" y="516"/>
                  </a:lnTo>
                  <a:lnTo>
                    <a:pt x="698" y="532"/>
                  </a:lnTo>
                  <a:lnTo>
                    <a:pt x="684" y="547"/>
                  </a:lnTo>
                  <a:lnTo>
                    <a:pt x="672" y="564"/>
                  </a:lnTo>
                  <a:lnTo>
                    <a:pt x="660" y="581"/>
                  </a:lnTo>
                  <a:lnTo>
                    <a:pt x="649" y="599"/>
                  </a:lnTo>
                  <a:lnTo>
                    <a:pt x="638" y="619"/>
                  </a:lnTo>
                  <a:lnTo>
                    <a:pt x="629" y="637"/>
                  </a:lnTo>
                  <a:lnTo>
                    <a:pt x="620" y="658"/>
                  </a:lnTo>
                  <a:lnTo>
                    <a:pt x="612" y="679"/>
                  </a:lnTo>
                  <a:lnTo>
                    <a:pt x="606" y="700"/>
                  </a:lnTo>
                  <a:lnTo>
                    <a:pt x="599" y="722"/>
                  </a:lnTo>
                  <a:lnTo>
                    <a:pt x="593" y="745"/>
                  </a:lnTo>
                  <a:lnTo>
                    <a:pt x="589" y="768"/>
                  </a:lnTo>
                  <a:lnTo>
                    <a:pt x="585" y="792"/>
                  </a:lnTo>
                  <a:lnTo>
                    <a:pt x="581" y="815"/>
                  </a:lnTo>
                  <a:lnTo>
                    <a:pt x="579" y="838"/>
                  </a:lnTo>
                  <a:lnTo>
                    <a:pt x="577" y="862"/>
                  </a:lnTo>
                  <a:lnTo>
                    <a:pt x="574" y="911"/>
                  </a:lnTo>
                  <a:lnTo>
                    <a:pt x="572" y="9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</p:grpSp>
      <p:pic>
        <p:nvPicPr>
          <p:cNvPr id="16" name="图片 15"/>
          <p:cNvPicPr>
            <a:picLocks noChangeAspect="1"/>
          </p:cNvPicPr>
          <p:nvPr userDrawn="1"/>
        </p:nvPicPr>
        <p:blipFill rotWithShape="1">
          <a:blip r:embed="rId3" cstate="print">
            <a:alphaModFix amt="50000"/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589" b="1785"/>
          <a:stretch>
            <a:fillRect/>
          </a:stretch>
        </p:blipFill>
        <p:spPr>
          <a:xfrm>
            <a:off x="0" y="6249875"/>
            <a:ext cx="12192000" cy="591578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239369" y="3062058"/>
            <a:ext cx="140178" cy="140177"/>
            <a:chOff x="1371600" y="1481357"/>
            <a:chExt cx="747830" cy="747830"/>
          </a:xfrm>
        </p:grpSpPr>
        <p:pic>
          <p:nvPicPr>
            <p:cNvPr id="28" name="图片 2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32444" y="1526688"/>
              <a:ext cx="657168" cy="657168"/>
            </a:xfrm>
            <a:prstGeom prst="rect">
              <a:avLst/>
            </a:prstGeom>
          </p:spPr>
        </p:pic>
        <p:sp>
          <p:nvSpPr>
            <p:cNvPr id="29" name="椭圆 28"/>
            <p:cNvSpPr/>
            <p:nvPr/>
          </p:nvSpPr>
          <p:spPr>
            <a:xfrm>
              <a:off x="1371600" y="1481357"/>
              <a:ext cx="747830" cy="74783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239369" y="3458155"/>
            <a:ext cx="140178" cy="140177"/>
            <a:chOff x="2511842" y="1481357"/>
            <a:chExt cx="747830" cy="747830"/>
          </a:xfrm>
        </p:grpSpPr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57173" y="1526688"/>
              <a:ext cx="657168" cy="657168"/>
            </a:xfrm>
            <a:prstGeom prst="rect">
              <a:avLst/>
            </a:prstGeom>
          </p:spPr>
        </p:pic>
        <p:sp>
          <p:nvSpPr>
            <p:cNvPr id="27" name="椭圆 26"/>
            <p:cNvSpPr/>
            <p:nvPr/>
          </p:nvSpPr>
          <p:spPr>
            <a:xfrm>
              <a:off x="2511842" y="1481357"/>
              <a:ext cx="747830" cy="74783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239369" y="3844865"/>
            <a:ext cx="140178" cy="140177"/>
            <a:chOff x="3537400" y="1481357"/>
            <a:chExt cx="747830" cy="747830"/>
          </a:xfrm>
        </p:grpSpPr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00412" y="1509091"/>
              <a:ext cx="657168" cy="657168"/>
            </a:xfrm>
            <a:prstGeom prst="rect">
              <a:avLst/>
            </a:prstGeom>
          </p:spPr>
        </p:pic>
        <p:sp>
          <p:nvSpPr>
            <p:cNvPr id="25" name="椭圆 24"/>
            <p:cNvSpPr/>
            <p:nvPr/>
          </p:nvSpPr>
          <p:spPr>
            <a:xfrm>
              <a:off x="3537400" y="1481357"/>
              <a:ext cx="747830" cy="74783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239369" y="5043058"/>
            <a:ext cx="140178" cy="140177"/>
            <a:chOff x="4596152" y="1481357"/>
            <a:chExt cx="747830" cy="747830"/>
          </a:xfrm>
        </p:grpSpPr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41482" y="1526698"/>
              <a:ext cx="657169" cy="657169"/>
            </a:xfrm>
            <a:prstGeom prst="rect">
              <a:avLst/>
            </a:prstGeom>
          </p:spPr>
        </p:pic>
        <p:sp>
          <p:nvSpPr>
            <p:cNvPr id="23" name="椭圆 22"/>
            <p:cNvSpPr/>
            <p:nvPr/>
          </p:nvSpPr>
          <p:spPr>
            <a:xfrm>
              <a:off x="4596152" y="1481357"/>
              <a:ext cx="747830" cy="74783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2" name="组合 31"/>
          <p:cNvGrpSpPr/>
          <p:nvPr userDrawn="1"/>
        </p:nvGrpSpPr>
        <p:grpSpPr>
          <a:xfrm>
            <a:off x="182500" y="848105"/>
            <a:ext cx="253916" cy="1567687"/>
            <a:chOff x="278586" y="1234440"/>
            <a:chExt cx="253916" cy="1567687"/>
          </a:xfrm>
        </p:grpSpPr>
        <p:sp>
          <p:nvSpPr>
            <p:cNvPr id="2" name="文本框 1"/>
            <p:cNvSpPr txBox="1"/>
            <p:nvPr userDrawn="1"/>
          </p:nvSpPr>
          <p:spPr>
            <a:xfrm rot="16200000">
              <a:off x="-39450" y="1867967"/>
              <a:ext cx="88998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50" dirty="0">
                  <a:solidFill>
                    <a:schemeClr val="bg1"/>
                  </a:solidFill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rPr>
                <a:t>zvalley.com</a:t>
              </a:r>
              <a:endParaRPr lang="zh-CN" altLang="en-US" sz="1050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  <p:cxnSp>
          <p:nvCxnSpPr>
            <p:cNvPr id="30" name="直接连接符 29"/>
            <p:cNvCxnSpPr/>
            <p:nvPr userDrawn="1"/>
          </p:nvCxnSpPr>
          <p:spPr>
            <a:xfrm>
              <a:off x="405543" y="123444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 userDrawn="1"/>
          </p:nvCxnSpPr>
          <p:spPr>
            <a:xfrm>
              <a:off x="405543" y="246126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组合 32"/>
          <p:cNvGrpSpPr/>
          <p:nvPr userDrawn="1"/>
        </p:nvGrpSpPr>
        <p:grpSpPr>
          <a:xfrm rot="10800000">
            <a:off x="11807681" y="4259214"/>
            <a:ext cx="253916" cy="1567687"/>
            <a:chOff x="278586" y="1234440"/>
            <a:chExt cx="253916" cy="1567687"/>
          </a:xfrm>
        </p:grpSpPr>
        <p:sp>
          <p:nvSpPr>
            <p:cNvPr id="34" name="文本框 33"/>
            <p:cNvSpPr txBox="1"/>
            <p:nvPr userDrawn="1"/>
          </p:nvSpPr>
          <p:spPr>
            <a:xfrm rot="16200000">
              <a:off x="-39450" y="1867967"/>
              <a:ext cx="88998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50" dirty="0">
                  <a:solidFill>
                    <a:schemeClr val="bg1"/>
                  </a:solidFill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rPr>
                <a:t>zvalley.com</a:t>
              </a:r>
              <a:endParaRPr lang="zh-CN" altLang="en-US" sz="1050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  <p:cxnSp>
          <p:nvCxnSpPr>
            <p:cNvPr id="35" name="直接连接符 34"/>
            <p:cNvCxnSpPr/>
            <p:nvPr userDrawn="1"/>
          </p:nvCxnSpPr>
          <p:spPr>
            <a:xfrm>
              <a:off x="405543" y="123444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 userDrawn="1"/>
          </p:nvCxnSpPr>
          <p:spPr>
            <a:xfrm>
              <a:off x="405543" y="246126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6" name="组合 5"/>
          <p:cNvGrpSpPr/>
          <p:nvPr userDrawn="1"/>
        </p:nvGrpSpPr>
        <p:grpSpPr>
          <a:xfrm>
            <a:off x="267630" y="184359"/>
            <a:ext cx="1060177" cy="136635"/>
            <a:chOff x="577355" y="1781145"/>
            <a:chExt cx="1552777" cy="200121"/>
          </a:xfrm>
        </p:grpSpPr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1645020" y="1784288"/>
              <a:ext cx="59722" cy="19383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468997" y="1784288"/>
              <a:ext cx="152973" cy="193834"/>
            </a:xfrm>
            <a:custGeom>
              <a:avLst/>
              <a:gdLst>
                <a:gd name="T0" fmla="*/ 0 w 1465"/>
                <a:gd name="T1" fmla="*/ 0 h 1848"/>
                <a:gd name="T2" fmla="*/ 572 w 1465"/>
                <a:gd name="T3" fmla="*/ 0 h 1848"/>
                <a:gd name="T4" fmla="*/ 572 w 1465"/>
                <a:gd name="T5" fmla="*/ 1393 h 1848"/>
                <a:gd name="T6" fmla="*/ 1465 w 1465"/>
                <a:gd name="T7" fmla="*/ 1393 h 1848"/>
                <a:gd name="T8" fmla="*/ 1465 w 1465"/>
                <a:gd name="T9" fmla="*/ 1848 h 1848"/>
                <a:gd name="T10" fmla="*/ 0 w 1465"/>
                <a:gd name="T11" fmla="*/ 1848 h 1848"/>
                <a:gd name="T12" fmla="*/ 0 w 1465"/>
                <a:gd name="T13" fmla="*/ 0 h 1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65" h="1848">
                  <a:moveTo>
                    <a:pt x="0" y="0"/>
                  </a:moveTo>
                  <a:lnTo>
                    <a:pt x="572" y="0"/>
                  </a:lnTo>
                  <a:lnTo>
                    <a:pt x="572" y="1393"/>
                  </a:lnTo>
                  <a:lnTo>
                    <a:pt x="1465" y="1393"/>
                  </a:lnTo>
                  <a:lnTo>
                    <a:pt x="1465" y="1848"/>
                  </a:lnTo>
                  <a:lnTo>
                    <a:pt x="0" y="18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220678" y="1784288"/>
              <a:ext cx="217934" cy="193834"/>
            </a:xfrm>
            <a:custGeom>
              <a:avLst/>
              <a:gdLst>
                <a:gd name="T0" fmla="*/ 0 w 2081"/>
                <a:gd name="T1" fmla="*/ 0 h 1848"/>
                <a:gd name="T2" fmla="*/ 752 w 2081"/>
                <a:gd name="T3" fmla="*/ 0 h 1848"/>
                <a:gd name="T4" fmla="*/ 1043 w 2081"/>
                <a:gd name="T5" fmla="*/ 1125 h 1848"/>
                <a:gd name="T6" fmla="*/ 1332 w 2081"/>
                <a:gd name="T7" fmla="*/ 0 h 1848"/>
                <a:gd name="T8" fmla="*/ 2081 w 2081"/>
                <a:gd name="T9" fmla="*/ 0 h 1848"/>
                <a:gd name="T10" fmla="*/ 2081 w 2081"/>
                <a:gd name="T11" fmla="*/ 1848 h 1848"/>
                <a:gd name="T12" fmla="*/ 1615 w 2081"/>
                <a:gd name="T13" fmla="*/ 1848 h 1848"/>
                <a:gd name="T14" fmla="*/ 1615 w 2081"/>
                <a:gd name="T15" fmla="*/ 439 h 1848"/>
                <a:gd name="T16" fmla="*/ 1253 w 2081"/>
                <a:gd name="T17" fmla="*/ 1848 h 1848"/>
                <a:gd name="T18" fmla="*/ 830 w 2081"/>
                <a:gd name="T19" fmla="*/ 1848 h 1848"/>
                <a:gd name="T20" fmla="*/ 469 w 2081"/>
                <a:gd name="T21" fmla="*/ 439 h 1848"/>
                <a:gd name="T22" fmla="*/ 469 w 2081"/>
                <a:gd name="T23" fmla="*/ 1848 h 1848"/>
                <a:gd name="T24" fmla="*/ 0 w 2081"/>
                <a:gd name="T25" fmla="*/ 1848 h 1848"/>
                <a:gd name="T26" fmla="*/ 0 w 2081"/>
                <a:gd name="T27" fmla="*/ 0 h 1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81" h="1848">
                  <a:moveTo>
                    <a:pt x="0" y="0"/>
                  </a:moveTo>
                  <a:lnTo>
                    <a:pt x="752" y="0"/>
                  </a:lnTo>
                  <a:lnTo>
                    <a:pt x="1043" y="1125"/>
                  </a:lnTo>
                  <a:lnTo>
                    <a:pt x="1332" y="0"/>
                  </a:lnTo>
                  <a:lnTo>
                    <a:pt x="2081" y="0"/>
                  </a:lnTo>
                  <a:lnTo>
                    <a:pt x="2081" y="1848"/>
                  </a:lnTo>
                  <a:lnTo>
                    <a:pt x="1615" y="1848"/>
                  </a:lnTo>
                  <a:lnTo>
                    <a:pt x="1615" y="439"/>
                  </a:lnTo>
                  <a:lnTo>
                    <a:pt x="1253" y="1848"/>
                  </a:lnTo>
                  <a:lnTo>
                    <a:pt x="830" y="1848"/>
                  </a:lnTo>
                  <a:lnTo>
                    <a:pt x="469" y="439"/>
                  </a:lnTo>
                  <a:lnTo>
                    <a:pt x="469" y="1848"/>
                  </a:lnTo>
                  <a:lnTo>
                    <a:pt x="0" y="18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944679" y="1784288"/>
              <a:ext cx="185453" cy="193834"/>
            </a:xfrm>
            <a:custGeom>
              <a:avLst/>
              <a:gdLst>
                <a:gd name="T0" fmla="*/ 0 w 1773"/>
                <a:gd name="T1" fmla="*/ 0 h 1846"/>
                <a:gd name="T2" fmla="*/ 541 w 1773"/>
                <a:gd name="T3" fmla="*/ 0 h 1846"/>
                <a:gd name="T4" fmla="*/ 1233 w 1773"/>
                <a:gd name="T5" fmla="*/ 995 h 1846"/>
                <a:gd name="T6" fmla="*/ 1233 w 1773"/>
                <a:gd name="T7" fmla="*/ 0 h 1846"/>
                <a:gd name="T8" fmla="*/ 1773 w 1773"/>
                <a:gd name="T9" fmla="*/ 0 h 1846"/>
                <a:gd name="T10" fmla="*/ 1773 w 1773"/>
                <a:gd name="T11" fmla="*/ 1846 h 1846"/>
                <a:gd name="T12" fmla="*/ 1233 w 1773"/>
                <a:gd name="T13" fmla="*/ 1846 h 1846"/>
                <a:gd name="T14" fmla="*/ 1233 w 1773"/>
                <a:gd name="T15" fmla="*/ 1845 h 1846"/>
                <a:gd name="T16" fmla="*/ 541 w 1773"/>
                <a:gd name="T17" fmla="*/ 850 h 1846"/>
                <a:gd name="T18" fmla="*/ 541 w 1773"/>
                <a:gd name="T19" fmla="*/ 1846 h 1846"/>
                <a:gd name="T20" fmla="*/ 0 w 1773"/>
                <a:gd name="T21" fmla="*/ 1846 h 1846"/>
                <a:gd name="T22" fmla="*/ 0 w 1773"/>
                <a:gd name="T23" fmla="*/ 0 h 18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73" h="1846">
                  <a:moveTo>
                    <a:pt x="0" y="0"/>
                  </a:moveTo>
                  <a:lnTo>
                    <a:pt x="541" y="0"/>
                  </a:lnTo>
                  <a:lnTo>
                    <a:pt x="1233" y="995"/>
                  </a:lnTo>
                  <a:lnTo>
                    <a:pt x="1233" y="0"/>
                  </a:lnTo>
                  <a:lnTo>
                    <a:pt x="1773" y="0"/>
                  </a:lnTo>
                  <a:lnTo>
                    <a:pt x="1773" y="1846"/>
                  </a:lnTo>
                  <a:lnTo>
                    <a:pt x="1233" y="1846"/>
                  </a:lnTo>
                  <a:lnTo>
                    <a:pt x="1233" y="1845"/>
                  </a:lnTo>
                  <a:lnTo>
                    <a:pt x="541" y="850"/>
                  </a:lnTo>
                  <a:lnTo>
                    <a:pt x="541" y="1846"/>
                  </a:lnTo>
                  <a:lnTo>
                    <a:pt x="0" y="18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577355" y="1785336"/>
              <a:ext cx="183357" cy="191739"/>
            </a:xfrm>
            <a:custGeom>
              <a:avLst/>
              <a:gdLst>
                <a:gd name="T0" fmla="*/ 0 w 1755"/>
                <a:gd name="T1" fmla="*/ 0 h 1840"/>
                <a:gd name="T2" fmla="*/ 1755 w 1755"/>
                <a:gd name="T3" fmla="*/ 0 h 1840"/>
                <a:gd name="T4" fmla="*/ 1755 w 1755"/>
                <a:gd name="T5" fmla="*/ 380 h 1840"/>
                <a:gd name="T6" fmla="*/ 1755 w 1755"/>
                <a:gd name="T7" fmla="*/ 380 h 1840"/>
                <a:gd name="T8" fmla="*/ 1755 w 1755"/>
                <a:gd name="T9" fmla="*/ 380 h 1840"/>
                <a:gd name="T10" fmla="*/ 1755 w 1755"/>
                <a:gd name="T11" fmla="*/ 380 h 1840"/>
                <a:gd name="T12" fmla="*/ 1755 w 1755"/>
                <a:gd name="T13" fmla="*/ 380 h 1840"/>
                <a:gd name="T14" fmla="*/ 686 w 1755"/>
                <a:gd name="T15" fmla="*/ 1460 h 1840"/>
                <a:gd name="T16" fmla="*/ 1755 w 1755"/>
                <a:gd name="T17" fmla="*/ 1460 h 1840"/>
                <a:gd name="T18" fmla="*/ 1755 w 1755"/>
                <a:gd name="T19" fmla="*/ 1840 h 1840"/>
                <a:gd name="T20" fmla="*/ 0 w 1755"/>
                <a:gd name="T21" fmla="*/ 1840 h 1840"/>
                <a:gd name="T22" fmla="*/ 0 w 1755"/>
                <a:gd name="T23" fmla="*/ 1464 h 1840"/>
                <a:gd name="T24" fmla="*/ 1067 w 1755"/>
                <a:gd name="T25" fmla="*/ 380 h 1840"/>
                <a:gd name="T26" fmla="*/ 0 w 1755"/>
                <a:gd name="T27" fmla="*/ 380 h 1840"/>
                <a:gd name="T28" fmla="*/ 0 w 1755"/>
                <a:gd name="T29" fmla="*/ 0 h 18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755" h="1840">
                  <a:moveTo>
                    <a:pt x="0" y="0"/>
                  </a:moveTo>
                  <a:lnTo>
                    <a:pt x="1755" y="0"/>
                  </a:lnTo>
                  <a:lnTo>
                    <a:pt x="1755" y="380"/>
                  </a:lnTo>
                  <a:lnTo>
                    <a:pt x="1755" y="380"/>
                  </a:lnTo>
                  <a:lnTo>
                    <a:pt x="1755" y="380"/>
                  </a:lnTo>
                  <a:lnTo>
                    <a:pt x="1755" y="380"/>
                  </a:lnTo>
                  <a:lnTo>
                    <a:pt x="1755" y="380"/>
                  </a:lnTo>
                  <a:lnTo>
                    <a:pt x="686" y="1460"/>
                  </a:lnTo>
                  <a:lnTo>
                    <a:pt x="1755" y="1460"/>
                  </a:lnTo>
                  <a:lnTo>
                    <a:pt x="1755" y="1840"/>
                  </a:lnTo>
                  <a:lnTo>
                    <a:pt x="0" y="1840"/>
                  </a:lnTo>
                  <a:lnTo>
                    <a:pt x="0" y="1464"/>
                  </a:lnTo>
                  <a:lnTo>
                    <a:pt x="1067" y="380"/>
                  </a:lnTo>
                  <a:lnTo>
                    <a:pt x="0" y="3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3" name="Freeform 11"/>
            <p:cNvSpPr>
              <a:spLocks noEditPoints="1"/>
            </p:cNvSpPr>
            <p:nvPr/>
          </p:nvSpPr>
          <p:spPr bwMode="auto">
            <a:xfrm>
              <a:off x="1723602" y="1781145"/>
              <a:ext cx="201169" cy="200121"/>
            </a:xfrm>
            <a:custGeom>
              <a:avLst/>
              <a:gdLst>
                <a:gd name="T0" fmla="*/ 10 w 1917"/>
                <a:gd name="T1" fmla="*/ 794 h 1910"/>
                <a:gd name="T2" fmla="*/ 51 w 1917"/>
                <a:gd name="T3" fmla="*/ 600 h 1910"/>
                <a:gd name="T4" fmla="*/ 122 w 1917"/>
                <a:gd name="T5" fmla="*/ 430 h 1910"/>
                <a:gd name="T6" fmla="*/ 224 w 1917"/>
                <a:gd name="T7" fmla="*/ 286 h 1910"/>
                <a:gd name="T8" fmla="*/ 354 w 1917"/>
                <a:gd name="T9" fmla="*/ 170 h 1910"/>
                <a:gd name="T10" fmla="*/ 511 w 1917"/>
                <a:gd name="T11" fmla="*/ 83 h 1910"/>
                <a:gd name="T12" fmla="*/ 693 w 1917"/>
                <a:gd name="T13" fmla="*/ 25 h 1910"/>
                <a:gd name="T14" fmla="*/ 900 w 1917"/>
                <a:gd name="T15" fmla="*/ 1 h 1910"/>
                <a:gd name="T16" fmla="*/ 1117 w 1917"/>
                <a:gd name="T17" fmla="*/ 9 h 1910"/>
                <a:gd name="T18" fmla="*/ 1313 w 1917"/>
                <a:gd name="T19" fmla="*/ 47 h 1910"/>
                <a:gd name="T20" fmla="*/ 1484 w 1917"/>
                <a:gd name="T21" fmla="*/ 117 h 1910"/>
                <a:gd name="T22" fmla="*/ 1629 w 1917"/>
                <a:gd name="T23" fmla="*/ 216 h 1910"/>
                <a:gd name="T24" fmla="*/ 1746 w 1917"/>
                <a:gd name="T25" fmla="*/ 343 h 1910"/>
                <a:gd name="T26" fmla="*/ 1834 w 1917"/>
                <a:gd name="T27" fmla="*/ 497 h 1910"/>
                <a:gd name="T28" fmla="*/ 1892 w 1917"/>
                <a:gd name="T29" fmla="*/ 678 h 1910"/>
                <a:gd name="T30" fmla="*/ 1916 w 1917"/>
                <a:gd name="T31" fmla="*/ 886 h 1910"/>
                <a:gd name="T32" fmla="*/ 1909 w 1917"/>
                <a:gd name="T33" fmla="*/ 1104 h 1910"/>
                <a:gd name="T34" fmla="*/ 1871 w 1917"/>
                <a:gd name="T35" fmla="*/ 1300 h 1910"/>
                <a:gd name="T36" fmla="*/ 1803 w 1917"/>
                <a:gd name="T37" fmla="*/ 1472 h 1910"/>
                <a:gd name="T38" fmla="*/ 1706 w 1917"/>
                <a:gd name="T39" fmla="*/ 1618 h 1910"/>
                <a:gd name="T40" fmla="*/ 1581 w 1917"/>
                <a:gd name="T41" fmla="*/ 1737 h 1910"/>
                <a:gd name="T42" fmla="*/ 1427 w 1917"/>
                <a:gd name="T43" fmla="*/ 1825 h 1910"/>
                <a:gd name="T44" fmla="*/ 1244 w 1917"/>
                <a:gd name="T45" fmla="*/ 1884 h 1910"/>
                <a:gd name="T46" fmla="*/ 1035 w 1917"/>
                <a:gd name="T47" fmla="*/ 1909 h 1910"/>
                <a:gd name="T48" fmla="*/ 818 w 1917"/>
                <a:gd name="T49" fmla="*/ 1901 h 1910"/>
                <a:gd name="T50" fmla="*/ 622 w 1917"/>
                <a:gd name="T51" fmla="*/ 1864 h 1910"/>
                <a:gd name="T52" fmla="*/ 448 w 1917"/>
                <a:gd name="T53" fmla="*/ 1796 h 1910"/>
                <a:gd name="T54" fmla="*/ 300 w 1917"/>
                <a:gd name="T55" fmla="*/ 1699 h 1910"/>
                <a:gd name="T56" fmla="*/ 180 w 1917"/>
                <a:gd name="T57" fmla="*/ 1573 h 1910"/>
                <a:gd name="T58" fmla="*/ 88 w 1917"/>
                <a:gd name="T59" fmla="*/ 1416 h 1910"/>
                <a:gd name="T60" fmla="*/ 28 w 1917"/>
                <a:gd name="T61" fmla="*/ 1231 h 1910"/>
                <a:gd name="T62" fmla="*/ 1 w 1917"/>
                <a:gd name="T63" fmla="*/ 1015 h 1910"/>
                <a:gd name="T64" fmla="*/ 576 w 1917"/>
                <a:gd name="T65" fmla="*/ 1056 h 1910"/>
                <a:gd name="T66" fmla="*/ 588 w 1917"/>
                <a:gd name="T67" fmla="*/ 1151 h 1910"/>
                <a:gd name="T68" fmla="*/ 613 w 1917"/>
                <a:gd name="T69" fmla="*/ 1240 h 1910"/>
                <a:gd name="T70" fmla="*/ 649 w 1917"/>
                <a:gd name="T71" fmla="*/ 1319 h 1910"/>
                <a:gd name="T72" fmla="*/ 700 w 1917"/>
                <a:gd name="T73" fmla="*/ 1386 h 1910"/>
                <a:gd name="T74" fmla="*/ 767 w 1917"/>
                <a:gd name="T75" fmla="*/ 1438 h 1910"/>
                <a:gd name="T76" fmla="*/ 853 w 1917"/>
                <a:gd name="T77" fmla="*/ 1471 h 1910"/>
                <a:gd name="T78" fmla="*/ 959 w 1917"/>
                <a:gd name="T79" fmla="*/ 1483 h 1910"/>
                <a:gd name="T80" fmla="*/ 1071 w 1917"/>
                <a:gd name="T81" fmla="*/ 1470 h 1910"/>
                <a:gd name="T82" fmla="*/ 1159 w 1917"/>
                <a:gd name="T83" fmla="*/ 1436 h 1910"/>
                <a:gd name="T84" fmla="*/ 1228 w 1917"/>
                <a:gd name="T85" fmla="*/ 1381 h 1910"/>
                <a:gd name="T86" fmla="*/ 1278 w 1917"/>
                <a:gd name="T87" fmla="*/ 1310 h 1910"/>
                <a:gd name="T88" fmla="*/ 1311 w 1917"/>
                <a:gd name="T89" fmla="*/ 1227 h 1910"/>
                <a:gd name="T90" fmla="*/ 1332 w 1917"/>
                <a:gd name="T91" fmla="*/ 1135 h 1910"/>
                <a:gd name="T92" fmla="*/ 1343 w 1917"/>
                <a:gd name="T93" fmla="*/ 1036 h 1910"/>
                <a:gd name="T94" fmla="*/ 1345 w 1917"/>
                <a:gd name="T95" fmla="*/ 884 h 1910"/>
                <a:gd name="T96" fmla="*/ 1335 w 1917"/>
                <a:gd name="T97" fmla="*/ 790 h 1910"/>
                <a:gd name="T98" fmla="*/ 1315 w 1917"/>
                <a:gd name="T99" fmla="*/ 701 h 1910"/>
                <a:gd name="T100" fmla="*/ 1284 w 1917"/>
                <a:gd name="T101" fmla="*/ 621 h 1910"/>
                <a:gd name="T102" fmla="*/ 1239 w 1917"/>
                <a:gd name="T103" fmla="*/ 551 h 1910"/>
                <a:gd name="T104" fmla="*/ 1178 w 1917"/>
                <a:gd name="T105" fmla="*/ 496 h 1910"/>
                <a:gd name="T106" fmla="*/ 1102 w 1917"/>
                <a:gd name="T107" fmla="*/ 457 h 1910"/>
                <a:gd name="T108" fmla="*/ 1008 w 1917"/>
                <a:gd name="T109" fmla="*/ 434 h 1910"/>
                <a:gd name="T110" fmla="*/ 899 w 1917"/>
                <a:gd name="T111" fmla="*/ 436 h 1910"/>
                <a:gd name="T112" fmla="*/ 805 w 1917"/>
                <a:gd name="T113" fmla="*/ 459 h 1910"/>
                <a:gd name="T114" fmla="*/ 729 w 1917"/>
                <a:gd name="T115" fmla="*/ 503 h 1910"/>
                <a:gd name="T116" fmla="*/ 671 w 1917"/>
                <a:gd name="T117" fmla="*/ 564 h 1910"/>
                <a:gd name="T118" fmla="*/ 628 w 1917"/>
                <a:gd name="T119" fmla="*/ 637 h 1910"/>
                <a:gd name="T120" fmla="*/ 598 w 1917"/>
                <a:gd name="T121" fmla="*/ 722 h 1910"/>
                <a:gd name="T122" fmla="*/ 581 w 1917"/>
                <a:gd name="T123" fmla="*/ 815 h 1910"/>
                <a:gd name="T124" fmla="*/ 572 w 1917"/>
                <a:gd name="T125" fmla="*/ 958 h 1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917" h="1910">
                  <a:moveTo>
                    <a:pt x="0" y="956"/>
                  </a:moveTo>
                  <a:lnTo>
                    <a:pt x="1" y="901"/>
                  </a:lnTo>
                  <a:lnTo>
                    <a:pt x="4" y="847"/>
                  </a:lnTo>
                  <a:lnTo>
                    <a:pt x="10" y="794"/>
                  </a:lnTo>
                  <a:lnTo>
                    <a:pt x="16" y="743"/>
                  </a:lnTo>
                  <a:lnTo>
                    <a:pt x="26" y="694"/>
                  </a:lnTo>
                  <a:lnTo>
                    <a:pt x="37" y="646"/>
                  </a:lnTo>
                  <a:lnTo>
                    <a:pt x="51" y="600"/>
                  </a:lnTo>
                  <a:lnTo>
                    <a:pt x="66" y="555"/>
                  </a:lnTo>
                  <a:lnTo>
                    <a:pt x="83" y="512"/>
                  </a:lnTo>
                  <a:lnTo>
                    <a:pt x="101" y="470"/>
                  </a:lnTo>
                  <a:lnTo>
                    <a:pt x="122" y="430"/>
                  </a:lnTo>
                  <a:lnTo>
                    <a:pt x="146" y="391"/>
                  </a:lnTo>
                  <a:lnTo>
                    <a:pt x="170" y="354"/>
                  </a:lnTo>
                  <a:lnTo>
                    <a:pt x="196" y="320"/>
                  </a:lnTo>
                  <a:lnTo>
                    <a:pt x="224" y="286"/>
                  </a:lnTo>
                  <a:lnTo>
                    <a:pt x="254" y="254"/>
                  </a:lnTo>
                  <a:lnTo>
                    <a:pt x="286" y="224"/>
                  </a:lnTo>
                  <a:lnTo>
                    <a:pt x="319" y="196"/>
                  </a:lnTo>
                  <a:lnTo>
                    <a:pt x="354" y="170"/>
                  </a:lnTo>
                  <a:lnTo>
                    <a:pt x="391" y="146"/>
                  </a:lnTo>
                  <a:lnTo>
                    <a:pt x="429" y="122"/>
                  </a:lnTo>
                  <a:lnTo>
                    <a:pt x="469" y="101"/>
                  </a:lnTo>
                  <a:lnTo>
                    <a:pt x="511" y="83"/>
                  </a:lnTo>
                  <a:lnTo>
                    <a:pt x="554" y="65"/>
                  </a:lnTo>
                  <a:lnTo>
                    <a:pt x="599" y="51"/>
                  </a:lnTo>
                  <a:lnTo>
                    <a:pt x="646" y="37"/>
                  </a:lnTo>
                  <a:lnTo>
                    <a:pt x="693" y="25"/>
                  </a:lnTo>
                  <a:lnTo>
                    <a:pt x="743" y="17"/>
                  </a:lnTo>
                  <a:lnTo>
                    <a:pt x="794" y="9"/>
                  </a:lnTo>
                  <a:lnTo>
                    <a:pt x="847" y="4"/>
                  </a:lnTo>
                  <a:lnTo>
                    <a:pt x="900" y="1"/>
                  </a:lnTo>
                  <a:lnTo>
                    <a:pt x="956" y="0"/>
                  </a:lnTo>
                  <a:lnTo>
                    <a:pt x="1011" y="1"/>
                  </a:lnTo>
                  <a:lnTo>
                    <a:pt x="1064" y="4"/>
                  </a:lnTo>
                  <a:lnTo>
                    <a:pt x="1117" y="9"/>
                  </a:lnTo>
                  <a:lnTo>
                    <a:pt x="1168" y="15"/>
                  </a:lnTo>
                  <a:lnTo>
                    <a:pt x="1218" y="24"/>
                  </a:lnTo>
                  <a:lnTo>
                    <a:pt x="1266" y="35"/>
                  </a:lnTo>
                  <a:lnTo>
                    <a:pt x="1313" y="47"/>
                  </a:lnTo>
                  <a:lnTo>
                    <a:pt x="1358" y="63"/>
                  </a:lnTo>
                  <a:lnTo>
                    <a:pt x="1401" y="78"/>
                  </a:lnTo>
                  <a:lnTo>
                    <a:pt x="1443" y="97"/>
                  </a:lnTo>
                  <a:lnTo>
                    <a:pt x="1484" y="117"/>
                  </a:lnTo>
                  <a:lnTo>
                    <a:pt x="1523" y="139"/>
                  </a:lnTo>
                  <a:lnTo>
                    <a:pt x="1559" y="163"/>
                  </a:lnTo>
                  <a:lnTo>
                    <a:pt x="1594" y="189"/>
                  </a:lnTo>
                  <a:lnTo>
                    <a:pt x="1629" y="216"/>
                  </a:lnTo>
                  <a:lnTo>
                    <a:pt x="1661" y="245"/>
                  </a:lnTo>
                  <a:lnTo>
                    <a:pt x="1691" y="276"/>
                  </a:lnTo>
                  <a:lnTo>
                    <a:pt x="1719" y="309"/>
                  </a:lnTo>
                  <a:lnTo>
                    <a:pt x="1746" y="343"/>
                  </a:lnTo>
                  <a:lnTo>
                    <a:pt x="1771" y="379"/>
                  </a:lnTo>
                  <a:lnTo>
                    <a:pt x="1793" y="417"/>
                  </a:lnTo>
                  <a:lnTo>
                    <a:pt x="1814" y="457"/>
                  </a:lnTo>
                  <a:lnTo>
                    <a:pt x="1834" y="497"/>
                  </a:lnTo>
                  <a:lnTo>
                    <a:pt x="1851" y="540"/>
                  </a:lnTo>
                  <a:lnTo>
                    <a:pt x="1866" y="584"/>
                  </a:lnTo>
                  <a:lnTo>
                    <a:pt x="1879" y="631"/>
                  </a:lnTo>
                  <a:lnTo>
                    <a:pt x="1892" y="678"/>
                  </a:lnTo>
                  <a:lnTo>
                    <a:pt x="1900" y="728"/>
                  </a:lnTo>
                  <a:lnTo>
                    <a:pt x="1908" y="779"/>
                  </a:lnTo>
                  <a:lnTo>
                    <a:pt x="1914" y="831"/>
                  </a:lnTo>
                  <a:lnTo>
                    <a:pt x="1916" y="886"/>
                  </a:lnTo>
                  <a:lnTo>
                    <a:pt x="1917" y="941"/>
                  </a:lnTo>
                  <a:lnTo>
                    <a:pt x="1917" y="997"/>
                  </a:lnTo>
                  <a:lnTo>
                    <a:pt x="1914" y="1051"/>
                  </a:lnTo>
                  <a:lnTo>
                    <a:pt x="1909" y="1104"/>
                  </a:lnTo>
                  <a:lnTo>
                    <a:pt x="1903" y="1155"/>
                  </a:lnTo>
                  <a:lnTo>
                    <a:pt x="1894" y="1204"/>
                  </a:lnTo>
                  <a:lnTo>
                    <a:pt x="1883" y="1253"/>
                  </a:lnTo>
                  <a:lnTo>
                    <a:pt x="1871" y="1300"/>
                  </a:lnTo>
                  <a:lnTo>
                    <a:pt x="1857" y="1345"/>
                  </a:lnTo>
                  <a:lnTo>
                    <a:pt x="1841" y="1389"/>
                  </a:lnTo>
                  <a:lnTo>
                    <a:pt x="1823" y="1431"/>
                  </a:lnTo>
                  <a:lnTo>
                    <a:pt x="1803" y="1472"/>
                  </a:lnTo>
                  <a:lnTo>
                    <a:pt x="1782" y="1511"/>
                  </a:lnTo>
                  <a:lnTo>
                    <a:pt x="1759" y="1548"/>
                  </a:lnTo>
                  <a:lnTo>
                    <a:pt x="1734" y="1584"/>
                  </a:lnTo>
                  <a:lnTo>
                    <a:pt x="1706" y="1618"/>
                  </a:lnTo>
                  <a:lnTo>
                    <a:pt x="1677" y="1651"/>
                  </a:lnTo>
                  <a:lnTo>
                    <a:pt x="1647" y="1681"/>
                  </a:lnTo>
                  <a:lnTo>
                    <a:pt x="1614" y="1709"/>
                  </a:lnTo>
                  <a:lnTo>
                    <a:pt x="1581" y="1737"/>
                  </a:lnTo>
                  <a:lnTo>
                    <a:pt x="1545" y="1761"/>
                  </a:lnTo>
                  <a:lnTo>
                    <a:pt x="1507" y="1784"/>
                  </a:lnTo>
                  <a:lnTo>
                    <a:pt x="1467" y="1806"/>
                  </a:lnTo>
                  <a:lnTo>
                    <a:pt x="1427" y="1825"/>
                  </a:lnTo>
                  <a:lnTo>
                    <a:pt x="1384" y="1843"/>
                  </a:lnTo>
                  <a:lnTo>
                    <a:pt x="1339" y="1858"/>
                  </a:lnTo>
                  <a:lnTo>
                    <a:pt x="1293" y="1873"/>
                  </a:lnTo>
                  <a:lnTo>
                    <a:pt x="1244" y="1884"/>
                  </a:lnTo>
                  <a:lnTo>
                    <a:pt x="1195" y="1893"/>
                  </a:lnTo>
                  <a:lnTo>
                    <a:pt x="1143" y="1900"/>
                  </a:lnTo>
                  <a:lnTo>
                    <a:pt x="1090" y="1906"/>
                  </a:lnTo>
                  <a:lnTo>
                    <a:pt x="1035" y="1909"/>
                  </a:lnTo>
                  <a:lnTo>
                    <a:pt x="978" y="1910"/>
                  </a:lnTo>
                  <a:lnTo>
                    <a:pt x="924" y="1909"/>
                  </a:lnTo>
                  <a:lnTo>
                    <a:pt x="870" y="1907"/>
                  </a:lnTo>
                  <a:lnTo>
                    <a:pt x="818" y="1901"/>
                  </a:lnTo>
                  <a:lnTo>
                    <a:pt x="766" y="1895"/>
                  </a:lnTo>
                  <a:lnTo>
                    <a:pt x="716" y="1887"/>
                  </a:lnTo>
                  <a:lnTo>
                    <a:pt x="669" y="1876"/>
                  </a:lnTo>
                  <a:lnTo>
                    <a:pt x="622" y="1864"/>
                  </a:lnTo>
                  <a:lnTo>
                    <a:pt x="576" y="1850"/>
                  </a:lnTo>
                  <a:lnTo>
                    <a:pt x="532" y="1834"/>
                  </a:lnTo>
                  <a:lnTo>
                    <a:pt x="490" y="1816"/>
                  </a:lnTo>
                  <a:lnTo>
                    <a:pt x="448" y="1796"/>
                  </a:lnTo>
                  <a:lnTo>
                    <a:pt x="409" y="1775"/>
                  </a:lnTo>
                  <a:lnTo>
                    <a:pt x="371" y="1752"/>
                  </a:lnTo>
                  <a:lnTo>
                    <a:pt x="335" y="1727"/>
                  </a:lnTo>
                  <a:lnTo>
                    <a:pt x="300" y="1699"/>
                  </a:lnTo>
                  <a:lnTo>
                    <a:pt x="268" y="1671"/>
                  </a:lnTo>
                  <a:lnTo>
                    <a:pt x="236" y="1640"/>
                  </a:lnTo>
                  <a:lnTo>
                    <a:pt x="207" y="1608"/>
                  </a:lnTo>
                  <a:lnTo>
                    <a:pt x="180" y="1573"/>
                  </a:lnTo>
                  <a:lnTo>
                    <a:pt x="154" y="1536"/>
                  </a:lnTo>
                  <a:lnTo>
                    <a:pt x="130" y="1499"/>
                  </a:lnTo>
                  <a:lnTo>
                    <a:pt x="108" y="1458"/>
                  </a:lnTo>
                  <a:lnTo>
                    <a:pt x="88" y="1416"/>
                  </a:lnTo>
                  <a:lnTo>
                    <a:pt x="70" y="1373"/>
                  </a:lnTo>
                  <a:lnTo>
                    <a:pt x="54" y="1327"/>
                  </a:lnTo>
                  <a:lnTo>
                    <a:pt x="40" y="1279"/>
                  </a:lnTo>
                  <a:lnTo>
                    <a:pt x="28" y="1231"/>
                  </a:lnTo>
                  <a:lnTo>
                    <a:pt x="19" y="1179"/>
                  </a:lnTo>
                  <a:lnTo>
                    <a:pt x="11" y="1126"/>
                  </a:lnTo>
                  <a:lnTo>
                    <a:pt x="5" y="1071"/>
                  </a:lnTo>
                  <a:lnTo>
                    <a:pt x="1" y="1015"/>
                  </a:lnTo>
                  <a:lnTo>
                    <a:pt x="0" y="956"/>
                  </a:lnTo>
                  <a:close/>
                  <a:moveTo>
                    <a:pt x="572" y="958"/>
                  </a:moveTo>
                  <a:lnTo>
                    <a:pt x="573" y="1008"/>
                  </a:lnTo>
                  <a:lnTo>
                    <a:pt x="576" y="1056"/>
                  </a:lnTo>
                  <a:lnTo>
                    <a:pt x="578" y="1081"/>
                  </a:lnTo>
                  <a:lnTo>
                    <a:pt x="582" y="1105"/>
                  </a:lnTo>
                  <a:lnTo>
                    <a:pt x="585" y="1128"/>
                  </a:lnTo>
                  <a:lnTo>
                    <a:pt x="588" y="1151"/>
                  </a:lnTo>
                  <a:lnTo>
                    <a:pt x="594" y="1174"/>
                  </a:lnTo>
                  <a:lnTo>
                    <a:pt x="599" y="1197"/>
                  </a:lnTo>
                  <a:lnTo>
                    <a:pt x="606" y="1219"/>
                  </a:lnTo>
                  <a:lnTo>
                    <a:pt x="613" y="1240"/>
                  </a:lnTo>
                  <a:lnTo>
                    <a:pt x="620" y="1260"/>
                  </a:lnTo>
                  <a:lnTo>
                    <a:pt x="629" y="1281"/>
                  </a:lnTo>
                  <a:lnTo>
                    <a:pt x="638" y="1300"/>
                  </a:lnTo>
                  <a:lnTo>
                    <a:pt x="649" y="1319"/>
                  </a:lnTo>
                  <a:lnTo>
                    <a:pt x="660" y="1338"/>
                  </a:lnTo>
                  <a:lnTo>
                    <a:pt x="672" y="1354"/>
                  </a:lnTo>
                  <a:lnTo>
                    <a:pt x="686" y="1371"/>
                  </a:lnTo>
                  <a:lnTo>
                    <a:pt x="700" y="1386"/>
                  </a:lnTo>
                  <a:lnTo>
                    <a:pt x="715" y="1401"/>
                  </a:lnTo>
                  <a:lnTo>
                    <a:pt x="732" y="1414"/>
                  </a:lnTo>
                  <a:lnTo>
                    <a:pt x="749" y="1427"/>
                  </a:lnTo>
                  <a:lnTo>
                    <a:pt x="767" y="1438"/>
                  </a:lnTo>
                  <a:lnTo>
                    <a:pt x="787" y="1448"/>
                  </a:lnTo>
                  <a:lnTo>
                    <a:pt x="808" y="1457"/>
                  </a:lnTo>
                  <a:lnTo>
                    <a:pt x="830" y="1464"/>
                  </a:lnTo>
                  <a:lnTo>
                    <a:pt x="853" y="1471"/>
                  </a:lnTo>
                  <a:lnTo>
                    <a:pt x="878" y="1477"/>
                  </a:lnTo>
                  <a:lnTo>
                    <a:pt x="904" y="1480"/>
                  </a:lnTo>
                  <a:lnTo>
                    <a:pt x="931" y="1482"/>
                  </a:lnTo>
                  <a:lnTo>
                    <a:pt x="959" y="1483"/>
                  </a:lnTo>
                  <a:lnTo>
                    <a:pt x="989" y="1482"/>
                  </a:lnTo>
                  <a:lnTo>
                    <a:pt x="1018" y="1480"/>
                  </a:lnTo>
                  <a:lnTo>
                    <a:pt x="1046" y="1476"/>
                  </a:lnTo>
                  <a:lnTo>
                    <a:pt x="1071" y="1470"/>
                  </a:lnTo>
                  <a:lnTo>
                    <a:pt x="1095" y="1463"/>
                  </a:lnTo>
                  <a:lnTo>
                    <a:pt x="1118" y="1456"/>
                  </a:lnTo>
                  <a:lnTo>
                    <a:pt x="1139" y="1446"/>
                  </a:lnTo>
                  <a:lnTo>
                    <a:pt x="1159" y="1436"/>
                  </a:lnTo>
                  <a:lnTo>
                    <a:pt x="1178" y="1424"/>
                  </a:lnTo>
                  <a:lnTo>
                    <a:pt x="1196" y="1410"/>
                  </a:lnTo>
                  <a:lnTo>
                    <a:pt x="1212" y="1396"/>
                  </a:lnTo>
                  <a:lnTo>
                    <a:pt x="1228" y="1381"/>
                  </a:lnTo>
                  <a:lnTo>
                    <a:pt x="1241" y="1365"/>
                  </a:lnTo>
                  <a:lnTo>
                    <a:pt x="1254" y="1348"/>
                  </a:lnTo>
                  <a:lnTo>
                    <a:pt x="1266" y="1330"/>
                  </a:lnTo>
                  <a:lnTo>
                    <a:pt x="1278" y="1310"/>
                  </a:lnTo>
                  <a:lnTo>
                    <a:pt x="1286" y="1291"/>
                  </a:lnTo>
                  <a:lnTo>
                    <a:pt x="1296" y="1270"/>
                  </a:lnTo>
                  <a:lnTo>
                    <a:pt x="1304" y="1249"/>
                  </a:lnTo>
                  <a:lnTo>
                    <a:pt x="1311" y="1227"/>
                  </a:lnTo>
                  <a:lnTo>
                    <a:pt x="1317" y="1205"/>
                  </a:lnTo>
                  <a:lnTo>
                    <a:pt x="1323" y="1182"/>
                  </a:lnTo>
                  <a:lnTo>
                    <a:pt x="1328" y="1158"/>
                  </a:lnTo>
                  <a:lnTo>
                    <a:pt x="1332" y="1135"/>
                  </a:lnTo>
                  <a:lnTo>
                    <a:pt x="1336" y="1110"/>
                  </a:lnTo>
                  <a:lnTo>
                    <a:pt x="1338" y="1085"/>
                  </a:lnTo>
                  <a:lnTo>
                    <a:pt x="1340" y="1061"/>
                  </a:lnTo>
                  <a:lnTo>
                    <a:pt x="1343" y="1036"/>
                  </a:lnTo>
                  <a:lnTo>
                    <a:pt x="1345" y="985"/>
                  </a:lnTo>
                  <a:lnTo>
                    <a:pt x="1346" y="934"/>
                  </a:lnTo>
                  <a:lnTo>
                    <a:pt x="1346" y="909"/>
                  </a:lnTo>
                  <a:lnTo>
                    <a:pt x="1345" y="884"/>
                  </a:lnTo>
                  <a:lnTo>
                    <a:pt x="1344" y="861"/>
                  </a:lnTo>
                  <a:lnTo>
                    <a:pt x="1342" y="837"/>
                  </a:lnTo>
                  <a:lnTo>
                    <a:pt x="1338" y="814"/>
                  </a:lnTo>
                  <a:lnTo>
                    <a:pt x="1335" y="790"/>
                  </a:lnTo>
                  <a:lnTo>
                    <a:pt x="1332" y="768"/>
                  </a:lnTo>
                  <a:lnTo>
                    <a:pt x="1327" y="744"/>
                  </a:lnTo>
                  <a:lnTo>
                    <a:pt x="1322" y="722"/>
                  </a:lnTo>
                  <a:lnTo>
                    <a:pt x="1315" y="701"/>
                  </a:lnTo>
                  <a:lnTo>
                    <a:pt x="1308" y="680"/>
                  </a:lnTo>
                  <a:lnTo>
                    <a:pt x="1301" y="659"/>
                  </a:lnTo>
                  <a:lnTo>
                    <a:pt x="1293" y="640"/>
                  </a:lnTo>
                  <a:lnTo>
                    <a:pt x="1284" y="621"/>
                  </a:lnTo>
                  <a:lnTo>
                    <a:pt x="1274" y="602"/>
                  </a:lnTo>
                  <a:lnTo>
                    <a:pt x="1263" y="584"/>
                  </a:lnTo>
                  <a:lnTo>
                    <a:pt x="1251" y="568"/>
                  </a:lnTo>
                  <a:lnTo>
                    <a:pt x="1239" y="551"/>
                  </a:lnTo>
                  <a:lnTo>
                    <a:pt x="1225" y="536"/>
                  </a:lnTo>
                  <a:lnTo>
                    <a:pt x="1210" y="522"/>
                  </a:lnTo>
                  <a:lnTo>
                    <a:pt x="1195" y="508"/>
                  </a:lnTo>
                  <a:lnTo>
                    <a:pt x="1178" y="496"/>
                  </a:lnTo>
                  <a:lnTo>
                    <a:pt x="1160" y="484"/>
                  </a:lnTo>
                  <a:lnTo>
                    <a:pt x="1143" y="474"/>
                  </a:lnTo>
                  <a:lnTo>
                    <a:pt x="1123" y="464"/>
                  </a:lnTo>
                  <a:lnTo>
                    <a:pt x="1102" y="457"/>
                  </a:lnTo>
                  <a:lnTo>
                    <a:pt x="1080" y="449"/>
                  </a:lnTo>
                  <a:lnTo>
                    <a:pt x="1058" y="443"/>
                  </a:lnTo>
                  <a:lnTo>
                    <a:pt x="1033" y="439"/>
                  </a:lnTo>
                  <a:lnTo>
                    <a:pt x="1008" y="434"/>
                  </a:lnTo>
                  <a:lnTo>
                    <a:pt x="982" y="433"/>
                  </a:lnTo>
                  <a:lnTo>
                    <a:pt x="954" y="432"/>
                  </a:lnTo>
                  <a:lnTo>
                    <a:pt x="926" y="433"/>
                  </a:lnTo>
                  <a:lnTo>
                    <a:pt x="899" y="436"/>
                  </a:lnTo>
                  <a:lnTo>
                    <a:pt x="873" y="439"/>
                  </a:lnTo>
                  <a:lnTo>
                    <a:pt x="849" y="444"/>
                  </a:lnTo>
                  <a:lnTo>
                    <a:pt x="827" y="451"/>
                  </a:lnTo>
                  <a:lnTo>
                    <a:pt x="805" y="459"/>
                  </a:lnTo>
                  <a:lnTo>
                    <a:pt x="784" y="468"/>
                  </a:lnTo>
                  <a:lnTo>
                    <a:pt x="765" y="479"/>
                  </a:lnTo>
                  <a:lnTo>
                    <a:pt x="746" y="490"/>
                  </a:lnTo>
                  <a:lnTo>
                    <a:pt x="729" y="503"/>
                  </a:lnTo>
                  <a:lnTo>
                    <a:pt x="713" y="516"/>
                  </a:lnTo>
                  <a:lnTo>
                    <a:pt x="698" y="532"/>
                  </a:lnTo>
                  <a:lnTo>
                    <a:pt x="684" y="547"/>
                  </a:lnTo>
                  <a:lnTo>
                    <a:pt x="671" y="564"/>
                  </a:lnTo>
                  <a:lnTo>
                    <a:pt x="659" y="581"/>
                  </a:lnTo>
                  <a:lnTo>
                    <a:pt x="648" y="599"/>
                  </a:lnTo>
                  <a:lnTo>
                    <a:pt x="637" y="619"/>
                  </a:lnTo>
                  <a:lnTo>
                    <a:pt x="628" y="637"/>
                  </a:lnTo>
                  <a:lnTo>
                    <a:pt x="619" y="658"/>
                  </a:lnTo>
                  <a:lnTo>
                    <a:pt x="612" y="679"/>
                  </a:lnTo>
                  <a:lnTo>
                    <a:pt x="605" y="700"/>
                  </a:lnTo>
                  <a:lnTo>
                    <a:pt x="598" y="722"/>
                  </a:lnTo>
                  <a:lnTo>
                    <a:pt x="594" y="745"/>
                  </a:lnTo>
                  <a:lnTo>
                    <a:pt x="588" y="768"/>
                  </a:lnTo>
                  <a:lnTo>
                    <a:pt x="585" y="792"/>
                  </a:lnTo>
                  <a:lnTo>
                    <a:pt x="581" y="815"/>
                  </a:lnTo>
                  <a:lnTo>
                    <a:pt x="578" y="838"/>
                  </a:lnTo>
                  <a:lnTo>
                    <a:pt x="576" y="862"/>
                  </a:lnTo>
                  <a:lnTo>
                    <a:pt x="573" y="911"/>
                  </a:lnTo>
                  <a:lnTo>
                    <a:pt x="572" y="9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4" name="Freeform 12"/>
            <p:cNvSpPr>
              <a:spLocks noEditPoints="1"/>
            </p:cNvSpPr>
            <p:nvPr/>
          </p:nvSpPr>
          <p:spPr bwMode="auto">
            <a:xfrm>
              <a:off x="1000649" y="1781145"/>
              <a:ext cx="201169" cy="200121"/>
            </a:xfrm>
            <a:custGeom>
              <a:avLst/>
              <a:gdLst>
                <a:gd name="T0" fmla="*/ 9 w 1917"/>
                <a:gd name="T1" fmla="*/ 794 h 1910"/>
                <a:gd name="T2" fmla="*/ 50 w 1917"/>
                <a:gd name="T3" fmla="*/ 600 h 1910"/>
                <a:gd name="T4" fmla="*/ 122 w 1917"/>
                <a:gd name="T5" fmla="*/ 430 h 1910"/>
                <a:gd name="T6" fmla="*/ 223 w 1917"/>
                <a:gd name="T7" fmla="*/ 286 h 1910"/>
                <a:gd name="T8" fmla="*/ 353 w 1917"/>
                <a:gd name="T9" fmla="*/ 170 h 1910"/>
                <a:gd name="T10" fmla="*/ 510 w 1917"/>
                <a:gd name="T11" fmla="*/ 83 h 1910"/>
                <a:gd name="T12" fmla="*/ 694 w 1917"/>
                <a:gd name="T13" fmla="*/ 25 h 1910"/>
                <a:gd name="T14" fmla="*/ 900 w 1917"/>
                <a:gd name="T15" fmla="*/ 1 h 1910"/>
                <a:gd name="T16" fmla="*/ 1117 w 1917"/>
                <a:gd name="T17" fmla="*/ 9 h 1910"/>
                <a:gd name="T18" fmla="*/ 1312 w 1917"/>
                <a:gd name="T19" fmla="*/ 47 h 1910"/>
                <a:gd name="T20" fmla="*/ 1483 w 1917"/>
                <a:gd name="T21" fmla="*/ 117 h 1910"/>
                <a:gd name="T22" fmla="*/ 1628 w 1917"/>
                <a:gd name="T23" fmla="*/ 216 h 1910"/>
                <a:gd name="T24" fmla="*/ 1745 w 1917"/>
                <a:gd name="T25" fmla="*/ 343 h 1910"/>
                <a:gd name="T26" fmla="*/ 1833 w 1917"/>
                <a:gd name="T27" fmla="*/ 497 h 1910"/>
                <a:gd name="T28" fmla="*/ 1891 w 1917"/>
                <a:gd name="T29" fmla="*/ 678 h 1910"/>
                <a:gd name="T30" fmla="*/ 1916 w 1917"/>
                <a:gd name="T31" fmla="*/ 886 h 1910"/>
                <a:gd name="T32" fmla="*/ 1908 w 1917"/>
                <a:gd name="T33" fmla="*/ 1104 h 1910"/>
                <a:gd name="T34" fmla="*/ 1871 w 1917"/>
                <a:gd name="T35" fmla="*/ 1300 h 1910"/>
                <a:gd name="T36" fmla="*/ 1802 w 1917"/>
                <a:gd name="T37" fmla="*/ 1472 h 1910"/>
                <a:gd name="T38" fmla="*/ 1706 w 1917"/>
                <a:gd name="T39" fmla="*/ 1618 h 1910"/>
                <a:gd name="T40" fmla="*/ 1580 w 1917"/>
                <a:gd name="T41" fmla="*/ 1737 h 1910"/>
                <a:gd name="T42" fmla="*/ 1426 w 1917"/>
                <a:gd name="T43" fmla="*/ 1825 h 1910"/>
                <a:gd name="T44" fmla="*/ 1244 w 1917"/>
                <a:gd name="T45" fmla="*/ 1884 h 1910"/>
                <a:gd name="T46" fmla="*/ 1035 w 1917"/>
                <a:gd name="T47" fmla="*/ 1909 h 1910"/>
                <a:gd name="T48" fmla="*/ 813 w 1917"/>
                <a:gd name="T49" fmla="*/ 1901 h 1910"/>
                <a:gd name="T50" fmla="*/ 614 w 1917"/>
                <a:gd name="T51" fmla="*/ 1863 h 1910"/>
                <a:gd name="T52" fmla="*/ 441 w 1917"/>
                <a:gd name="T53" fmla="*/ 1794 h 1910"/>
                <a:gd name="T54" fmla="*/ 294 w 1917"/>
                <a:gd name="T55" fmla="*/ 1695 h 1910"/>
                <a:gd name="T56" fmla="*/ 175 w 1917"/>
                <a:gd name="T57" fmla="*/ 1568 h 1910"/>
                <a:gd name="T58" fmla="*/ 85 w 1917"/>
                <a:gd name="T59" fmla="*/ 1412 h 1910"/>
                <a:gd name="T60" fmla="*/ 27 w 1917"/>
                <a:gd name="T61" fmla="*/ 1226 h 1910"/>
                <a:gd name="T62" fmla="*/ 1 w 1917"/>
                <a:gd name="T63" fmla="*/ 1013 h 1910"/>
                <a:gd name="T64" fmla="*/ 575 w 1917"/>
                <a:gd name="T65" fmla="*/ 1056 h 1910"/>
                <a:gd name="T66" fmla="*/ 589 w 1917"/>
                <a:gd name="T67" fmla="*/ 1151 h 1910"/>
                <a:gd name="T68" fmla="*/ 612 w 1917"/>
                <a:gd name="T69" fmla="*/ 1240 h 1910"/>
                <a:gd name="T70" fmla="*/ 648 w 1917"/>
                <a:gd name="T71" fmla="*/ 1319 h 1910"/>
                <a:gd name="T72" fmla="*/ 699 w 1917"/>
                <a:gd name="T73" fmla="*/ 1386 h 1910"/>
                <a:gd name="T74" fmla="*/ 767 w 1917"/>
                <a:gd name="T75" fmla="*/ 1438 h 1910"/>
                <a:gd name="T76" fmla="*/ 853 w 1917"/>
                <a:gd name="T77" fmla="*/ 1471 h 1910"/>
                <a:gd name="T78" fmla="*/ 959 w 1917"/>
                <a:gd name="T79" fmla="*/ 1483 h 1910"/>
                <a:gd name="T80" fmla="*/ 1071 w 1917"/>
                <a:gd name="T81" fmla="*/ 1470 h 1910"/>
                <a:gd name="T82" fmla="*/ 1160 w 1917"/>
                <a:gd name="T83" fmla="*/ 1436 h 1910"/>
                <a:gd name="T84" fmla="*/ 1227 w 1917"/>
                <a:gd name="T85" fmla="*/ 1381 h 1910"/>
                <a:gd name="T86" fmla="*/ 1277 w 1917"/>
                <a:gd name="T87" fmla="*/ 1310 h 1910"/>
                <a:gd name="T88" fmla="*/ 1311 w 1917"/>
                <a:gd name="T89" fmla="*/ 1227 h 1910"/>
                <a:gd name="T90" fmla="*/ 1332 w 1917"/>
                <a:gd name="T91" fmla="*/ 1135 h 1910"/>
                <a:gd name="T92" fmla="*/ 1342 w 1917"/>
                <a:gd name="T93" fmla="*/ 1036 h 1910"/>
                <a:gd name="T94" fmla="*/ 1344 w 1917"/>
                <a:gd name="T95" fmla="*/ 884 h 1910"/>
                <a:gd name="T96" fmla="*/ 1335 w 1917"/>
                <a:gd name="T97" fmla="*/ 790 h 1910"/>
                <a:gd name="T98" fmla="*/ 1315 w 1917"/>
                <a:gd name="T99" fmla="*/ 701 h 1910"/>
                <a:gd name="T100" fmla="*/ 1283 w 1917"/>
                <a:gd name="T101" fmla="*/ 621 h 1910"/>
                <a:gd name="T102" fmla="*/ 1238 w 1917"/>
                <a:gd name="T103" fmla="*/ 551 h 1910"/>
                <a:gd name="T104" fmla="*/ 1177 w 1917"/>
                <a:gd name="T105" fmla="*/ 496 h 1910"/>
                <a:gd name="T106" fmla="*/ 1101 w 1917"/>
                <a:gd name="T107" fmla="*/ 457 h 1910"/>
                <a:gd name="T108" fmla="*/ 1007 w 1917"/>
                <a:gd name="T109" fmla="*/ 434 h 1910"/>
                <a:gd name="T110" fmla="*/ 899 w 1917"/>
                <a:gd name="T111" fmla="*/ 436 h 1910"/>
                <a:gd name="T112" fmla="*/ 804 w 1917"/>
                <a:gd name="T113" fmla="*/ 459 h 1910"/>
                <a:gd name="T114" fmla="*/ 729 w 1917"/>
                <a:gd name="T115" fmla="*/ 503 h 1910"/>
                <a:gd name="T116" fmla="*/ 670 w 1917"/>
                <a:gd name="T117" fmla="*/ 564 h 1910"/>
                <a:gd name="T118" fmla="*/ 627 w 1917"/>
                <a:gd name="T119" fmla="*/ 637 h 1910"/>
                <a:gd name="T120" fmla="*/ 599 w 1917"/>
                <a:gd name="T121" fmla="*/ 722 h 1910"/>
                <a:gd name="T122" fmla="*/ 581 w 1917"/>
                <a:gd name="T123" fmla="*/ 815 h 1910"/>
                <a:gd name="T124" fmla="*/ 572 w 1917"/>
                <a:gd name="T125" fmla="*/ 958 h 1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917" h="1910">
                  <a:moveTo>
                    <a:pt x="0" y="956"/>
                  </a:moveTo>
                  <a:lnTo>
                    <a:pt x="1" y="901"/>
                  </a:lnTo>
                  <a:lnTo>
                    <a:pt x="5" y="847"/>
                  </a:lnTo>
                  <a:lnTo>
                    <a:pt x="9" y="794"/>
                  </a:lnTo>
                  <a:lnTo>
                    <a:pt x="17" y="743"/>
                  </a:lnTo>
                  <a:lnTo>
                    <a:pt x="25" y="694"/>
                  </a:lnTo>
                  <a:lnTo>
                    <a:pt x="37" y="646"/>
                  </a:lnTo>
                  <a:lnTo>
                    <a:pt x="50" y="600"/>
                  </a:lnTo>
                  <a:lnTo>
                    <a:pt x="65" y="555"/>
                  </a:lnTo>
                  <a:lnTo>
                    <a:pt x="82" y="512"/>
                  </a:lnTo>
                  <a:lnTo>
                    <a:pt x="101" y="470"/>
                  </a:lnTo>
                  <a:lnTo>
                    <a:pt x="122" y="430"/>
                  </a:lnTo>
                  <a:lnTo>
                    <a:pt x="145" y="391"/>
                  </a:lnTo>
                  <a:lnTo>
                    <a:pt x="169" y="354"/>
                  </a:lnTo>
                  <a:lnTo>
                    <a:pt x="196" y="320"/>
                  </a:lnTo>
                  <a:lnTo>
                    <a:pt x="223" y="286"/>
                  </a:lnTo>
                  <a:lnTo>
                    <a:pt x="254" y="254"/>
                  </a:lnTo>
                  <a:lnTo>
                    <a:pt x="285" y="224"/>
                  </a:lnTo>
                  <a:lnTo>
                    <a:pt x="318" y="196"/>
                  </a:lnTo>
                  <a:lnTo>
                    <a:pt x="353" y="170"/>
                  </a:lnTo>
                  <a:lnTo>
                    <a:pt x="390" y="146"/>
                  </a:lnTo>
                  <a:lnTo>
                    <a:pt x="429" y="122"/>
                  </a:lnTo>
                  <a:lnTo>
                    <a:pt x="469" y="101"/>
                  </a:lnTo>
                  <a:lnTo>
                    <a:pt x="510" y="83"/>
                  </a:lnTo>
                  <a:lnTo>
                    <a:pt x="554" y="65"/>
                  </a:lnTo>
                  <a:lnTo>
                    <a:pt x="599" y="51"/>
                  </a:lnTo>
                  <a:lnTo>
                    <a:pt x="645" y="37"/>
                  </a:lnTo>
                  <a:lnTo>
                    <a:pt x="694" y="25"/>
                  </a:lnTo>
                  <a:lnTo>
                    <a:pt x="742" y="17"/>
                  </a:lnTo>
                  <a:lnTo>
                    <a:pt x="794" y="9"/>
                  </a:lnTo>
                  <a:lnTo>
                    <a:pt x="846" y="4"/>
                  </a:lnTo>
                  <a:lnTo>
                    <a:pt x="900" y="1"/>
                  </a:lnTo>
                  <a:lnTo>
                    <a:pt x="955" y="0"/>
                  </a:lnTo>
                  <a:lnTo>
                    <a:pt x="1011" y="1"/>
                  </a:lnTo>
                  <a:lnTo>
                    <a:pt x="1065" y="4"/>
                  </a:lnTo>
                  <a:lnTo>
                    <a:pt x="1117" y="9"/>
                  </a:lnTo>
                  <a:lnTo>
                    <a:pt x="1169" y="15"/>
                  </a:lnTo>
                  <a:lnTo>
                    <a:pt x="1218" y="24"/>
                  </a:lnTo>
                  <a:lnTo>
                    <a:pt x="1266" y="35"/>
                  </a:lnTo>
                  <a:lnTo>
                    <a:pt x="1312" y="47"/>
                  </a:lnTo>
                  <a:lnTo>
                    <a:pt x="1357" y="63"/>
                  </a:lnTo>
                  <a:lnTo>
                    <a:pt x="1402" y="78"/>
                  </a:lnTo>
                  <a:lnTo>
                    <a:pt x="1444" y="97"/>
                  </a:lnTo>
                  <a:lnTo>
                    <a:pt x="1483" y="117"/>
                  </a:lnTo>
                  <a:lnTo>
                    <a:pt x="1522" y="139"/>
                  </a:lnTo>
                  <a:lnTo>
                    <a:pt x="1559" y="163"/>
                  </a:lnTo>
                  <a:lnTo>
                    <a:pt x="1595" y="189"/>
                  </a:lnTo>
                  <a:lnTo>
                    <a:pt x="1628" y="216"/>
                  </a:lnTo>
                  <a:lnTo>
                    <a:pt x="1660" y="245"/>
                  </a:lnTo>
                  <a:lnTo>
                    <a:pt x="1691" y="276"/>
                  </a:lnTo>
                  <a:lnTo>
                    <a:pt x="1718" y="309"/>
                  </a:lnTo>
                  <a:lnTo>
                    <a:pt x="1745" y="343"/>
                  </a:lnTo>
                  <a:lnTo>
                    <a:pt x="1770" y="379"/>
                  </a:lnTo>
                  <a:lnTo>
                    <a:pt x="1794" y="417"/>
                  </a:lnTo>
                  <a:lnTo>
                    <a:pt x="1815" y="457"/>
                  </a:lnTo>
                  <a:lnTo>
                    <a:pt x="1833" y="497"/>
                  </a:lnTo>
                  <a:lnTo>
                    <a:pt x="1851" y="540"/>
                  </a:lnTo>
                  <a:lnTo>
                    <a:pt x="1866" y="584"/>
                  </a:lnTo>
                  <a:lnTo>
                    <a:pt x="1880" y="631"/>
                  </a:lnTo>
                  <a:lnTo>
                    <a:pt x="1891" y="678"/>
                  </a:lnTo>
                  <a:lnTo>
                    <a:pt x="1900" y="728"/>
                  </a:lnTo>
                  <a:lnTo>
                    <a:pt x="1907" y="779"/>
                  </a:lnTo>
                  <a:lnTo>
                    <a:pt x="1913" y="831"/>
                  </a:lnTo>
                  <a:lnTo>
                    <a:pt x="1916" y="886"/>
                  </a:lnTo>
                  <a:lnTo>
                    <a:pt x="1917" y="941"/>
                  </a:lnTo>
                  <a:lnTo>
                    <a:pt x="1916" y="997"/>
                  </a:lnTo>
                  <a:lnTo>
                    <a:pt x="1913" y="1051"/>
                  </a:lnTo>
                  <a:lnTo>
                    <a:pt x="1908" y="1104"/>
                  </a:lnTo>
                  <a:lnTo>
                    <a:pt x="1902" y="1155"/>
                  </a:lnTo>
                  <a:lnTo>
                    <a:pt x="1893" y="1204"/>
                  </a:lnTo>
                  <a:lnTo>
                    <a:pt x="1883" y="1253"/>
                  </a:lnTo>
                  <a:lnTo>
                    <a:pt x="1871" y="1300"/>
                  </a:lnTo>
                  <a:lnTo>
                    <a:pt x="1857" y="1345"/>
                  </a:lnTo>
                  <a:lnTo>
                    <a:pt x="1840" y="1389"/>
                  </a:lnTo>
                  <a:lnTo>
                    <a:pt x="1822" y="1431"/>
                  </a:lnTo>
                  <a:lnTo>
                    <a:pt x="1802" y="1472"/>
                  </a:lnTo>
                  <a:lnTo>
                    <a:pt x="1781" y="1511"/>
                  </a:lnTo>
                  <a:lnTo>
                    <a:pt x="1758" y="1548"/>
                  </a:lnTo>
                  <a:lnTo>
                    <a:pt x="1733" y="1584"/>
                  </a:lnTo>
                  <a:lnTo>
                    <a:pt x="1706" y="1618"/>
                  </a:lnTo>
                  <a:lnTo>
                    <a:pt x="1678" y="1651"/>
                  </a:lnTo>
                  <a:lnTo>
                    <a:pt x="1647" y="1681"/>
                  </a:lnTo>
                  <a:lnTo>
                    <a:pt x="1615" y="1709"/>
                  </a:lnTo>
                  <a:lnTo>
                    <a:pt x="1580" y="1737"/>
                  </a:lnTo>
                  <a:lnTo>
                    <a:pt x="1544" y="1761"/>
                  </a:lnTo>
                  <a:lnTo>
                    <a:pt x="1506" y="1784"/>
                  </a:lnTo>
                  <a:lnTo>
                    <a:pt x="1467" y="1806"/>
                  </a:lnTo>
                  <a:lnTo>
                    <a:pt x="1426" y="1825"/>
                  </a:lnTo>
                  <a:lnTo>
                    <a:pt x="1383" y="1843"/>
                  </a:lnTo>
                  <a:lnTo>
                    <a:pt x="1339" y="1858"/>
                  </a:lnTo>
                  <a:lnTo>
                    <a:pt x="1292" y="1873"/>
                  </a:lnTo>
                  <a:lnTo>
                    <a:pt x="1244" y="1884"/>
                  </a:lnTo>
                  <a:lnTo>
                    <a:pt x="1194" y="1893"/>
                  </a:lnTo>
                  <a:lnTo>
                    <a:pt x="1143" y="1900"/>
                  </a:lnTo>
                  <a:lnTo>
                    <a:pt x="1089" y="1906"/>
                  </a:lnTo>
                  <a:lnTo>
                    <a:pt x="1035" y="1909"/>
                  </a:lnTo>
                  <a:lnTo>
                    <a:pt x="977" y="1910"/>
                  </a:lnTo>
                  <a:lnTo>
                    <a:pt x="921" y="1909"/>
                  </a:lnTo>
                  <a:lnTo>
                    <a:pt x="867" y="1906"/>
                  </a:lnTo>
                  <a:lnTo>
                    <a:pt x="813" y="1901"/>
                  </a:lnTo>
                  <a:lnTo>
                    <a:pt x="761" y="1895"/>
                  </a:lnTo>
                  <a:lnTo>
                    <a:pt x="711" y="1886"/>
                  </a:lnTo>
                  <a:lnTo>
                    <a:pt x="662" y="1875"/>
                  </a:lnTo>
                  <a:lnTo>
                    <a:pt x="614" y="1863"/>
                  </a:lnTo>
                  <a:lnTo>
                    <a:pt x="569" y="1848"/>
                  </a:lnTo>
                  <a:lnTo>
                    <a:pt x="525" y="1832"/>
                  </a:lnTo>
                  <a:lnTo>
                    <a:pt x="482" y="1814"/>
                  </a:lnTo>
                  <a:lnTo>
                    <a:pt x="441" y="1794"/>
                  </a:lnTo>
                  <a:lnTo>
                    <a:pt x="401" y="1772"/>
                  </a:lnTo>
                  <a:lnTo>
                    <a:pt x="363" y="1749"/>
                  </a:lnTo>
                  <a:lnTo>
                    <a:pt x="328" y="1723"/>
                  </a:lnTo>
                  <a:lnTo>
                    <a:pt x="294" y="1695"/>
                  </a:lnTo>
                  <a:lnTo>
                    <a:pt x="261" y="1666"/>
                  </a:lnTo>
                  <a:lnTo>
                    <a:pt x="230" y="1635"/>
                  </a:lnTo>
                  <a:lnTo>
                    <a:pt x="201" y="1602"/>
                  </a:lnTo>
                  <a:lnTo>
                    <a:pt x="175" y="1568"/>
                  </a:lnTo>
                  <a:lnTo>
                    <a:pt x="149" y="1532"/>
                  </a:lnTo>
                  <a:lnTo>
                    <a:pt x="126" y="1493"/>
                  </a:lnTo>
                  <a:lnTo>
                    <a:pt x="104" y="1453"/>
                  </a:lnTo>
                  <a:lnTo>
                    <a:pt x="85" y="1412"/>
                  </a:lnTo>
                  <a:lnTo>
                    <a:pt x="67" y="1367"/>
                  </a:lnTo>
                  <a:lnTo>
                    <a:pt x="52" y="1322"/>
                  </a:lnTo>
                  <a:lnTo>
                    <a:pt x="38" y="1275"/>
                  </a:lnTo>
                  <a:lnTo>
                    <a:pt x="27" y="1226"/>
                  </a:lnTo>
                  <a:lnTo>
                    <a:pt x="17" y="1176"/>
                  </a:lnTo>
                  <a:lnTo>
                    <a:pt x="9" y="1124"/>
                  </a:lnTo>
                  <a:lnTo>
                    <a:pt x="5" y="1070"/>
                  </a:lnTo>
                  <a:lnTo>
                    <a:pt x="1" y="1013"/>
                  </a:lnTo>
                  <a:lnTo>
                    <a:pt x="0" y="956"/>
                  </a:lnTo>
                  <a:close/>
                  <a:moveTo>
                    <a:pt x="572" y="958"/>
                  </a:moveTo>
                  <a:lnTo>
                    <a:pt x="573" y="1008"/>
                  </a:lnTo>
                  <a:lnTo>
                    <a:pt x="575" y="1056"/>
                  </a:lnTo>
                  <a:lnTo>
                    <a:pt x="578" y="1081"/>
                  </a:lnTo>
                  <a:lnTo>
                    <a:pt x="581" y="1105"/>
                  </a:lnTo>
                  <a:lnTo>
                    <a:pt x="584" y="1128"/>
                  </a:lnTo>
                  <a:lnTo>
                    <a:pt x="589" y="1151"/>
                  </a:lnTo>
                  <a:lnTo>
                    <a:pt x="593" y="1174"/>
                  </a:lnTo>
                  <a:lnTo>
                    <a:pt x="599" y="1197"/>
                  </a:lnTo>
                  <a:lnTo>
                    <a:pt x="605" y="1219"/>
                  </a:lnTo>
                  <a:lnTo>
                    <a:pt x="612" y="1240"/>
                  </a:lnTo>
                  <a:lnTo>
                    <a:pt x="620" y="1260"/>
                  </a:lnTo>
                  <a:lnTo>
                    <a:pt x="628" y="1281"/>
                  </a:lnTo>
                  <a:lnTo>
                    <a:pt x="638" y="1300"/>
                  </a:lnTo>
                  <a:lnTo>
                    <a:pt x="648" y="1319"/>
                  </a:lnTo>
                  <a:lnTo>
                    <a:pt x="659" y="1338"/>
                  </a:lnTo>
                  <a:lnTo>
                    <a:pt x="672" y="1354"/>
                  </a:lnTo>
                  <a:lnTo>
                    <a:pt x="685" y="1371"/>
                  </a:lnTo>
                  <a:lnTo>
                    <a:pt x="699" y="1386"/>
                  </a:lnTo>
                  <a:lnTo>
                    <a:pt x="715" y="1401"/>
                  </a:lnTo>
                  <a:lnTo>
                    <a:pt x="731" y="1414"/>
                  </a:lnTo>
                  <a:lnTo>
                    <a:pt x="749" y="1427"/>
                  </a:lnTo>
                  <a:lnTo>
                    <a:pt x="767" y="1438"/>
                  </a:lnTo>
                  <a:lnTo>
                    <a:pt x="786" y="1448"/>
                  </a:lnTo>
                  <a:lnTo>
                    <a:pt x="807" y="1457"/>
                  </a:lnTo>
                  <a:lnTo>
                    <a:pt x="829" y="1464"/>
                  </a:lnTo>
                  <a:lnTo>
                    <a:pt x="853" y="1471"/>
                  </a:lnTo>
                  <a:lnTo>
                    <a:pt x="877" y="1477"/>
                  </a:lnTo>
                  <a:lnTo>
                    <a:pt x="903" y="1480"/>
                  </a:lnTo>
                  <a:lnTo>
                    <a:pt x="930" y="1482"/>
                  </a:lnTo>
                  <a:lnTo>
                    <a:pt x="959" y="1483"/>
                  </a:lnTo>
                  <a:lnTo>
                    <a:pt x="990" y="1482"/>
                  </a:lnTo>
                  <a:lnTo>
                    <a:pt x="1018" y="1480"/>
                  </a:lnTo>
                  <a:lnTo>
                    <a:pt x="1045" y="1476"/>
                  </a:lnTo>
                  <a:lnTo>
                    <a:pt x="1071" y="1470"/>
                  </a:lnTo>
                  <a:lnTo>
                    <a:pt x="1095" y="1463"/>
                  </a:lnTo>
                  <a:lnTo>
                    <a:pt x="1118" y="1456"/>
                  </a:lnTo>
                  <a:lnTo>
                    <a:pt x="1139" y="1446"/>
                  </a:lnTo>
                  <a:lnTo>
                    <a:pt x="1160" y="1436"/>
                  </a:lnTo>
                  <a:lnTo>
                    <a:pt x="1178" y="1424"/>
                  </a:lnTo>
                  <a:lnTo>
                    <a:pt x="1195" y="1410"/>
                  </a:lnTo>
                  <a:lnTo>
                    <a:pt x="1212" y="1396"/>
                  </a:lnTo>
                  <a:lnTo>
                    <a:pt x="1227" y="1381"/>
                  </a:lnTo>
                  <a:lnTo>
                    <a:pt x="1241" y="1365"/>
                  </a:lnTo>
                  <a:lnTo>
                    <a:pt x="1254" y="1348"/>
                  </a:lnTo>
                  <a:lnTo>
                    <a:pt x="1266" y="1330"/>
                  </a:lnTo>
                  <a:lnTo>
                    <a:pt x="1277" y="1310"/>
                  </a:lnTo>
                  <a:lnTo>
                    <a:pt x="1287" y="1291"/>
                  </a:lnTo>
                  <a:lnTo>
                    <a:pt x="1296" y="1270"/>
                  </a:lnTo>
                  <a:lnTo>
                    <a:pt x="1303" y="1249"/>
                  </a:lnTo>
                  <a:lnTo>
                    <a:pt x="1311" y="1227"/>
                  </a:lnTo>
                  <a:lnTo>
                    <a:pt x="1317" y="1205"/>
                  </a:lnTo>
                  <a:lnTo>
                    <a:pt x="1322" y="1182"/>
                  </a:lnTo>
                  <a:lnTo>
                    <a:pt x="1328" y="1158"/>
                  </a:lnTo>
                  <a:lnTo>
                    <a:pt x="1332" y="1135"/>
                  </a:lnTo>
                  <a:lnTo>
                    <a:pt x="1335" y="1110"/>
                  </a:lnTo>
                  <a:lnTo>
                    <a:pt x="1339" y="1085"/>
                  </a:lnTo>
                  <a:lnTo>
                    <a:pt x="1341" y="1061"/>
                  </a:lnTo>
                  <a:lnTo>
                    <a:pt x="1342" y="1036"/>
                  </a:lnTo>
                  <a:lnTo>
                    <a:pt x="1344" y="985"/>
                  </a:lnTo>
                  <a:lnTo>
                    <a:pt x="1345" y="934"/>
                  </a:lnTo>
                  <a:lnTo>
                    <a:pt x="1345" y="909"/>
                  </a:lnTo>
                  <a:lnTo>
                    <a:pt x="1344" y="884"/>
                  </a:lnTo>
                  <a:lnTo>
                    <a:pt x="1343" y="861"/>
                  </a:lnTo>
                  <a:lnTo>
                    <a:pt x="1341" y="837"/>
                  </a:lnTo>
                  <a:lnTo>
                    <a:pt x="1339" y="814"/>
                  </a:lnTo>
                  <a:lnTo>
                    <a:pt x="1335" y="790"/>
                  </a:lnTo>
                  <a:lnTo>
                    <a:pt x="1331" y="768"/>
                  </a:lnTo>
                  <a:lnTo>
                    <a:pt x="1326" y="744"/>
                  </a:lnTo>
                  <a:lnTo>
                    <a:pt x="1321" y="722"/>
                  </a:lnTo>
                  <a:lnTo>
                    <a:pt x="1315" y="701"/>
                  </a:lnTo>
                  <a:lnTo>
                    <a:pt x="1309" y="680"/>
                  </a:lnTo>
                  <a:lnTo>
                    <a:pt x="1301" y="659"/>
                  </a:lnTo>
                  <a:lnTo>
                    <a:pt x="1292" y="640"/>
                  </a:lnTo>
                  <a:lnTo>
                    <a:pt x="1283" y="621"/>
                  </a:lnTo>
                  <a:lnTo>
                    <a:pt x="1273" y="602"/>
                  </a:lnTo>
                  <a:lnTo>
                    <a:pt x="1262" y="584"/>
                  </a:lnTo>
                  <a:lnTo>
                    <a:pt x="1250" y="568"/>
                  </a:lnTo>
                  <a:lnTo>
                    <a:pt x="1238" y="551"/>
                  </a:lnTo>
                  <a:lnTo>
                    <a:pt x="1225" y="536"/>
                  </a:lnTo>
                  <a:lnTo>
                    <a:pt x="1209" y="522"/>
                  </a:lnTo>
                  <a:lnTo>
                    <a:pt x="1194" y="508"/>
                  </a:lnTo>
                  <a:lnTo>
                    <a:pt x="1177" y="496"/>
                  </a:lnTo>
                  <a:lnTo>
                    <a:pt x="1161" y="484"/>
                  </a:lnTo>
                  <a:lnTo>
                    <a:pt x="1142" y="474"/>
                  </a:lnTo>
                  <a:lnTo>
                    <a:pt x="1122" y="464"/>
                  </a:lnTo>
                  <a:lnTo>
                    <a:pt x="1101" y="457"/>
                  </a:lnTo>
                  <a:lnTo>
                    <a:pt x="1080" y="449"/>
                  </a:lnTo>
                  <a:lnTo>
                    <a:pt x="1057" y="443"/>
                  </a:lnTo>
                  <a:lnTo>
                    <a:pt x="1033" y="439"/>
                  </a:lnTo>
                  <a:lnTo>
                    <a:pt x="1007" y="434"/>
                  </a:lnTo>
                  <a:lnTo>
                    <a:pt x="982" y="433"/>
                  </a:lnTo>
                  <a:lnTo>
                    <a:pt x="954" y="432"/>
                  </a:lnTo>
                  <a:lnTo>
                    <a:pt x="926" y="433"/>
                  </a:lnTo>
                  <a:lnTo>
                    <a:pt x="899" y="436"/>
                  </a:lnTo>
                  <a:lnTo>
                    <a:pt x="874" y="439"/>
                  </a:lnTo>
                  <a:lnTo>
                    <a:pt x="849" y="444"/>
                  </a:lnTo>
                  <a:lnTo>
                    <a:pt x="826" y="451"/>
                  </a:lnTo>
                  <a:lnTo>
                    <a:pt x="804" y="459"/>
                  </a:lnTo>
                  <a:lnTo>
                    <a:pt x="783" y="468"/>
                  </a:lnTo>
                  <a:lnTo>
                    <a:pt x="764" y="479"/>
                  </a:lnTo>
                  <a:lnTo>
                    <a:pt x="746" y="490"/>
                  </a:lnTo>
                  <a:lnTo>
                    <a:pt x="729" y="503"/>
                  </a:lnTo>
                  <a:lnTo>
                    <a:pt x="712" y="516"/>
                  </a:lnTo>
                  <a:lnTo>
                    <a:pt x="698" y="532"/>
                  </a:lnTo>
                  <a:lnTo>
                    <a:pt x="684" y="547"/>
                  </a:lnTo>
                  <a:lnTo>
                    <a:pt x="670" y="564"/>
                  </a:lnTo>
                  <a:lnTo>
                    <a:pt x="658" y="581"/>
                  </a:lnTo>
                  <a:lnTo>
                    <a:pt x="647" y="599"/>
                  </a:lnTo>
                  <a:lnTo>
                    <a:pt x="637" y="619"/>
                  </a:lnTo>
                  <a:lnTo>
                    <a:pt x="627" y="637"/>
                  </a:lnTo>
                  <a:lnTo>
                    <a:pt x="620" y="658"/>
                  </a:lnTo>
                  <a:lnTo>
                    <a:pt x="612" y="679"/>
                  </a:lnTo>
                  <a:lnTo>
                    <a:pt x="604" y="700"/>
                  </a:lnTo>
                  <a:lnTo>
                    <a:pt x="599" y="722"/>
                  </a:lnTo>
                  <a:lnTo>
                    <a:pt x="593" y="745"/>
                  </a:lnTo>
                  <a:lnTo>
                    <a:pt x="589" y="768"/>
                  </a:lnTo>
                  <a:lnTo>
                    <a:pt x="584" y="792"/>
                  </a:lnTo>
                  <a:lnTo>
                    <a:pt x="581" y="815"/>
                  </a:lnTo>
                  <a:lnTo>
                    <a:pt x="578" y="838"/>
                  </a:lnTo>
                  <a:lnTo>
                    <a:pt x="575" y="862"/>
                  </a:lnTo>
                  <a:lnTo>
                    <a:pt x="573" y="911"/>
                  </a:lnTo>
                  <a:lnTo>
                    <a:pt x="572" y="9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5" name="Freeform 13"/>
            <p:cNvSpPr>
              <a:spLocks noEditPoints="1"/>
            </p:cNvSpPr>
            <p:nvPr/>
          </p:nvSpPr>
          <p:spPr bwMode="auto">
            <a:xfrm>
              <a:off x="780620" y="1781145"/>
              <a:ext cx="200121" cy="200121"/>
            </a:xfrm>
            <a:custGeom>
              <a:avLst/>
              <a:gdLst>
                <a:gd name="T0" fmla="*/ 17 w 1918"/>
                <a:gd name="T1" fmla="*/ 743 h 1910"/>
                <a:gd name="T2" fmla="*/ 83 w 1918"/>
                <a:gd name="T3" fmla="*/ 512 h 1910"/>
                <a:gd name="T4" fmla="*/ 197 w 1918"/>
                <a:gd name="T5" fmla="*/ 320 h 1910"/>
                <a:gd name="T6" fmla="*/ 355 w 1918"/>
                <a:gd name="T7" fmla="*/ 170 h 1910"/>
                <a:gd name="T8" fmla="*/ 555 w 1918"/>
                <a:gd name="T9" fmla="*/ 65 h 1910"/>
                <a:gd name="T10" fmla="*/ 794 w 1918"/>
                <a:gd name="T11" fmla="*/ 9 h 1910"/>
                <a:gd name="T12" fmla="*/ 1065 w 1918"/>
                <a:gd name="T13" fmla="*/ 4 h 1910"/>
                <a:gd name="T14" fmla="*/ 1313 w 1918"/>
                <a:gd name="T15" fmla="*/ 47 h 1910"/>
                <a:gd name="T16" fmla="*/ 1523 w 1918"/>
                <a:gd name="T17" fmla="*/ 139 h 1910"/>
                <a:gd name="T18" fmla="*/ 1691 w 1918"/>
                <a:gd name="T19" fmla="*/ 276 h 1910"/>
                <a:gd name="T20" fmla="*/ 1815 w 1918"/>
                <a:gd name="T21" fmla="*/ 457 h 1910"/>
                <a:gd name="T22" fmla="*/ 1892 w 1918"/>
                <a:gd name="T23" fmla="*/ 678 h 1910"/>
                <a:gd name="T24" fmla="*/ 1918 w 1918"/>
                <a:gd name="T25" fmla="*/ 941 h 1910"/>
                <a:gd name="T26" fmla="*/ 1908 w 1918"/>
                <a:gd name="T27" fmla="*/ 1133 h 1910"/>
                <a:gd name="T28" fmla="*/ 1874 w 1918"/>
                <a:gd name="T29" fmla="*/ 1300 h 1910"/>
                <a:gd name="T30" fmla="*/ 1821 w 1918"/>
                <a:gd name="T31" fmla="*/ 1446 h 1910"/>
                <a:gd name="T32" fmla="*/ 1739 w 1918"/>
                <a:gd name="T33" fmla="*/ 1582 h 1910"/>
                <a:gd name="T34" fmla="*/ 1634 w 1918"/>
                <a:gd name="T35" fmla="*/ 1695 h 1910"/>
                <a:gd name="T36" fmla="*/ 1512 w 1918"/>
                <a:gd name="T37" fmla="*/ 1782 h 1910"/>
                <a:gd name="T38" fmla="*/ 1378 w 1918"/>
                <a:gd name="T39" fmla="*/ 1846 h 1910"/>
                <a:gd name="T40" fmla="*/ 1231 w 1918"/>
                <a:gd name="T41" fmla="*/ 1887 h 1910"/>
                <a:gd name="T42" fmla="*/ 1075 w 1918"/>
                <a:gd name="T43" fmla="*/ 1907 h 1910"/>
                <a:gd name="T44" fmla="*/ 903 w 1918"/>
                <a:gd name="T45" fmla="*/ 1909 h 1910"/>
                <a:gd name="T46" fmla="*/ 726 w 1918"/>
                <a:gd name="T47" fmla="*/ 1891 h 1910"/>
                <a:gd name="T48" fmla="*/ 570 w 1918"/>
                <a:gd name="T49" fmla="*/ 1854 h 1910"/>
                <a:gd name="T50" fmla="*/ 430 w 1918"/>
                <a:gd name="T51" fmla="*/ 1795 h 1910"/>
                <a:gd name="T52" fmla="*/ 295 w 1918"/>
                <a:gd name="T53" fmla="*/ 1702 h 1910"/>
                <a:gd name="T54" fmla="*/ 188 w 1918"/>
                <a:gd name="T55" fmla="*/ 1587 h 1910"/>
                <a:gd name="T56" fmla="*/ 106 w 1918"/>
                <a:gd name="T57" fmla="*/ 1453 h 1910"/>
                <a:gd name="T58" fmla="*/ 50 w 1918"/>
                <a:gd name="T59" fmla="*/ 1307 h 1910"/>
                <a:gd name="T60" fmla="*/ 15 w 1918"/>
                <a:gd name="T61" fmla="*/ 1151 h 1910"/>
                <a:gd name="T62" fmla="*/ 1 w 1918"/>
                <a:gd name="T63" fmla="*/ 989 h 1910"/>
                <a:gd name="T64" fmla="*/ 579 w 1918"/>
                <a:gd name="T65" fmla="*/ 1081 h 1910"/>
                <a:gd name="T66" fmla="*/ 600 w 1918"/>
                <a:gd name="T67" fmla="*/ 1197 h 1910"/>
                <a:gd name="T68" fmla="*/ 639 w 1918"/>
                <a:gd name="T69" fmla="*/ 1300 h 1910"/>
                <a:gd name="T70" fmla="*/ 701 w 1918"/>
                <a:gd name="T71" fmla="*/ 1386 h 1910"/>
                <a:gd name="T72" fmla="*/ 788 w 1918"/>
                <a:gd name="T73" fmla="*/ 1448 h 1910"/>
                <a:gd name="T74" fmla="*/ 904 w 1918"/>
                <a:gd name="T75" fmla="*/ 1480 h 1910"/>
                <a:gd name="T76" fmla="*/ 1046 w 1918"/>
                <a:gd name="T77" fmla="*/ 1476 h 1910"/>
                <a:gd name="T78" fmla="*/ 1160 w 1918"/>
                <a:gd name="T79" fmla="*/ 1436 h 1910"/>
                <a:gd name="T80" fmla="*/ 1242 w 1918"/>
                <a:gd name="T81" fmla="*/ 1365 h 1910"/>
                <a:gd name="T82" fmla="*/ 1296 w 1918"/>
                <a:gd name="T83" fmla="*/ 1270 h 1910"/>
                <a:gd name="T84" fmla="*/ 1328 w 1918"/>
                <a:gd name="T85" fmla="*/ 1158 h 1910"/>
                <a:gd name="T86" fmla="*/ 1343 w 1918"/>
                <a:gd name="T87" fmla="*/ 1036 h 1910"/>
                <a:gd name="T88" fmla="*/ 1343 w 1918"/>
                <a:gd name="T89" fmla="*/ 861 h 1910"/>
                <a:gd name="T90" fmla="*/ 1328 w 1918"/>
                <a:gd name="T91" fmla="*/ 744 h 1910"/>
                <a:gd name="T92" fmla="*/ 1294 w 1918"/>
                <a:gd name="T93" fmla="*/ 640 h 1910"/>
                <a:gd name="T94" fmla="*/ 1238 w 1918"/>
                <a:gd name="T95" fmla="*/ 551 h 1910"/>
                <a:gd name="T96" fmla="*/ 1161 w 1918"/>
                <a:gd name="T97" fmla="*/ 484 h 1910"/>
                <a:gd name="T98" fmla="*/ 1058 w 1918"/>
                <a:gd name="T99" fmla="*/ 443 h 1910"/>
                <a:gd name="T100" fmla="*/ 927 w 1918"/>
                <a:gd name="T101" fmla="*/ 433 h 1910"/>
                <a:gd name="T102" fmla="*/ 805 w 1918"/>
                <a:gd name="T103" fmla="*/ 459 h 1910"/>
                <a:gd name="T104" fmla="*/ 714 w 1918"/>
                <a:gd name="T105" fmla="*/ 516 h 1910"/>
                <a:gd name="T106" fmla="*/ 649 w 1918"/>
                <a:gd name="T107" fmla="*/ 599 h 1910"/>
                <a:gd name="T108" fmla="*/ 606 w 1918"/>
                <a:gd name="T109" fmla="*/ 700 h 1910"/>
                <a:gd name="T110" fmla="*/ 581 w 1918"/>
                <a:gd name="T111" fmla="*/ 815 h 1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918" h="1910">
                  <a:moveTo>
                    <a:pt x="0" y="956"/>
                  </a:moveTo>
                  <a:lnTo>
                    <a:pt x="1" y="901"/>
                  </a:lnTo>
                  <a:lnTo>
                    <a:pt x="5" y="847"/>
                  </a:lnTo>
                  <a:lnTo>
                    <a:pt x="10" y="794"/>
                  </a:lnTo>
                  <a:lnTo>
                    <a:pt x="17" y="743"/>
                  </a:lnTo>
                  <a:lnTo>
                    <a:pt x="27" y="694"/>
                  </a:lnTo>
                  <a:lnTo>
                    <a:pt x="38" y="646"/>
                  </a:lnTo>
                  <a:lnTo>
                    <a:pt x="51" y="600"/>
                  </a:lnTo>
                  <a:lnTo>
                    <a:pt x="66" y="555"/>
                  </a:lnTo>
                  <a:lnTo>
                    <a:pt x="83" y="512"/>
                  </a:lnTo>
                  <a:lnTo>
                    <a:pt x="102" y="470"/>
                  </a:lnTo>
                  <a:lnTo>
                    <a:pt x="123" y="430"/>
                  </a:lnTo>
                  <a:lnTo>
                    <a:pt x="145" y="391"/>
                  </a:lnTo>
                  <a:lnTo>
                    <a:pt x="170" y="354"/>
                  </a:lnTo>
                  <a:lnTo>
                    <a:pt x="197" y="320"/>
                  </a:lnTo>
                  <a:lnTo>
                    <a:pt x="225" y="286"/>
                  </a:lnTo>
                  <a:lnTo>
                    <a:pt x="254" y="254"/>
                  </a:lnTo>
                  <a:lnTo>
                    <a:pt x="286" y="224"/>
                  </a:lnTo>
                  <a:lnTo>
                    <a:pt x="320" y="196"/>
                  </a:lnTo>
                  <a:lnTo>
                    <a:pt x="355" y="170"/>
                  </a:lnTo>
                  <a:lnTo>
                    <a:pt x="391" y="146"/>
                  </a:lnTo>
                  <a:lnTo>
                    <a:pt x="430" y="122"/>
                  </a:lnTo>
                  <a:lnTo>
                    <a:pt x="470" y="101"/>
                  </a:lnTo>
                  <a:lnTo>
                    <a:pt x="512" y="83"/>
                  </a:lnTo>
                  <a:lnTo>
                    <a:pt x="555" y="65"/>
                  </a:lnTo>
                  <a:lnTo>
                    <a:pt x="600" y="51"/>
                  </a:lnTo>
                  <a:lnTo>
                    <a:pt x="646" y="37"/>
                  </a:lnTo>
                  <a:lnTo>
                    <a:pt x="694" y="25"/>
                  </a:lnTo>
                  <a:lnTo>
                    <a:pt x="744" y="17"/>
                  </a:lnTo>
                  <a:lnTo>
                    <a:pt x="794" y="9"/>
                  </a:lnTo>
                  <a:lnTo>
                    <a:pt x="847" y="4"/>
                  </a:lnTo>
                  <a:lnTo>
                    <a:pt x="900" y="1"/>
                  </a:lnTo>
                  <a:lnTo>
                    <a:pt x="956" y="0"/>
                  </a:lnTo>
                  <a:lnTo>
                    <a:pt x="1011" y="1"/>
                  </a:lnTo>
                  <a:lnTo>
                    <a:pt x="1065" y="4"/>
                  </a:lnTo>
                  <a:lnTo>
                    <a:pt x="1118" y="9"/>
                  </a:lnTo>
                  <a:lnTo>
                    <a:pt x="1169" y="15"/>
                  </a:lnTo>
                  <a:lnTo>
                    <a:pt x="1218" y="24"/>
                  </a:lnTo>
                  <a:lnTo>
                    <a:pt x="1267" y="35"/>
                  </a:lnTo>
                  <a:lnTo>
                    <a:pt x="1313" y="47"/>
                  </a:lnTo>
                  <a:lnTo>
                    <a:pt x="1359" y="63"/>
                  </a:lnTo>
                  <a:lnTo>
                    <a:pt x="1402" y="78"/>
                  </a:lnTo>
                  <a:lnTo>
                    <a:pt x="1444" y="97"/>
                  </a:lnTo>
                  <a:lnTo>
                    <a:pt x="1485" y="117"/>
                  </a:lnTo>
                  <a:lnTo>
                    <a:pt x="1523" y="139"/>
                  </a:lnTo>
                  <a:lnTo>
                    <a:pt x="1560" y="163"/>
                  </a:lnTo>
                  <a:lnTo>
                    <a:pt x="1595" y="189"/>
                  </a:lnTo>
                  <a:lnTo>
                    <a:pt x="1629" y="216"/>
                  </a:lnTo>
                  <a:lnTo>
                    <a:pt x="1661" y="245"/>
                  </a:lnTo>
                  <a:lnTo>
                    <a:pt x="1691" y="276"/>
                  </a:lnTo>
                  <a:lnTo>
                    <a:pt x="1720" y="309"/>
                  </a:lnTo>
                  <a:lnTo>
                    <a:pt x="1746" y="343"/>
                  </a:lnTo>
                  <a:lnTo>
                    <a:pt x="1771" y="379"/>
                  </a:lnTo>
                  <a:lnTo>
                    <a:pt x="1794" y="417"/>
                  </a:lnTo>
                  <a:lnTo>
                    <a:pt x="1815" y="457"/>
                  </a:lnTo>
                  <a:lnTo>
                    <a:pt x="1835" y="497"/>
                  </a:lnTo>
                  <a:lnTo>
                    <a:pt x="1851" y="540"/>
                  </a:lnTo>
                  <a:lnTo>
                    <a:pt x="1867" y="584"/>
                  </a:lnTo>
                  <a:lnTo>
                    <a:pt x="1880" y="631"/>
                  </a:lnTo>
                  <a:lnTo>
                    <a:pt x="1892" y="678"/>
                  </a:lnTo>
                  <a:lnTo>
                    <a:pt x="1901" y="728"/>
                  </a:lnTo>
                  <a:lnTo>
                    <a:pt x="1909" y="779"/>
                  </a:lnTo>
                  <a:lnTo>
                    <a:pt x="1913" y="831"/>
                  </a:lnTo>
                  <a:lnTo>
                    <a:pt x="1916" y="886"/>
                  </a:lnTo>
                  <a:lnTo>
                    <a:pt x="1918" y="941"/>
                  </a:lnTo>
                  <a:lnTo>
                    <a:pt x="1918" y="981"/>
                  </a:lnTo>
                  <a:lnTo>
                    <a:pt x="1916" y="1020"/>
                  </a:lnTo>
                  <a:lnTo>
                    <a:pt x="1914" y="1059"/>
                  </a:lnTo>
                  <a:lnTo>
                    <a:pt x="1911" y="1096"/>
                  </a:lnTo>
                  <a:lnTo>
                    <a:pt x="1908" y="1133"/>
                  </a:lnTo>
                  <a:lnTo>
                    <a:pt x="1902" y="1168"/>
                  </a:lnTo>
                  <a:lnTo>
                    <a:pt x="1897" y="1202"/>
                  </a:lnTo>
                  <a:lnTo>
                    <a:pt x="1890" y="1236"/>
                  </a:lnTo>
                  <a:lnTo>
                    <a:pt x="1883" y="1268"/>
                  </a:lnTo>
                  <a:lnTo>
                    <a:pt x="1874" y="1300"/>
                  </a:lnTo>
                  <a:lnTo>
                    <a:pt x="1866" y="1331"/>
                  </a:lnTo>
                  <a:lnTo>
                    <a:pt x="1856" y="1361"/>
                  </a:lnTo>
                  <a:lnTo>
                    <a:pt x="1846" y="1391"/>
                  </a:lnTo>
                  <a:lnTo>
                    <a:pt x="1834" y="1418"/>
                  </a:lnTo>
                  <a:lnTo>
                    <a:pt x="1821" y="1446"/>
                  </a:lnTo>
                  <a:lnTo>
                    <a:pt x="1808" y="1472"/>
                  </a:lnTo>
                  <a:lnTo>
                    <a:pt x="1793" y="1502"/>
                  </a:lnTo>
                  <a:lnTo>
                    <a:pt x="1775" y="1530"/>
                  </a:lnTo>
                  <a:lnTo>
                    <a:pt x="1757" y="1557"/>
                  </a:lnTo>
                  <a:lnTo>
                    <a:pt x="1739" y="1582"/>
                  </a:lnTo>
                  <a:lnTo>
                    <a:pt x="1719" y="1607"/>
                  </a:lnTo>
                  <a:lnTo>
                    <a:pt x="1699" y="1631"/>
                  </a:lnTo>
                  <a:lnTo>
                    <a:pt x="1678" y="1653"/>
                  </a:lnTo>
                  <a:lnTo>
                    <a:pt x="1657" y="1675"/>
                  </a:lnTo>
                  <a:lnTo>
                    <a:pt x="1634" y="1695"/>
                  </a:lnTo>
                  <a:lnTo>
                    <a:pt x="1612" y="1715"/>
                  </a:lnTo>
                  <a:lnTo>
                    <a:pt x="1587" y="1734"/>
                  </a:lnTo>
                  <a:lnTo>
                    <a:pt x="1563" y="1751"/>
                  </a:lnTo>
                  <a:lnTo>
                    <a:pt x="1539" y="1767"/>
                  </a:lnTo>
                  <a:lnTo>
                    <a:pt x="1512" y="1782"/>
                  </a:lnTo>
                  <a:lnTo>
                    <a:pt x="1487" y="1798"/>
                  </a:lnTo>
                  <a:lnTo>
                    <a:pt x="1460" y="1811"/>
                  </a:lnTo>
                  <a:lnTo>
                    <a:pt x="1433" y="1823"/>
                  </a:lnTo>
                  <a:lnTo>
                    <a:pt x="1405" y="1835"/>
                  </a:lnTo>
                  <a:lnTo>
                    <a:pt x="1378" y="1846"/>
                  </a:lnTo>
                  <a:lnTo>
                    <a:pt x="1349" y="1856"/>
                  </a:lnTo>
                  <a:lnTo>
                    <a:pt x="1320" y="1865"/>
                  </a:lnTo>
                  <a:lnTo>
                    <a:pt x="1290" y="1873"/>
                  </a:lnTo>
                  <a:lnTo>
                    <a:pt x="1260" y="1880"/>
                  </a:lnTo>
                  <a:lnTo>
                    <a:pt x="1231" y="1887"/>
                  </a:lnTo>
                  <a:lnTo>
                    <a:pt x="1200" y="1892"/>
                  </a:lnTo>
                  <a:lnTo>
                    <a:pt x="1169" y="1897"/>
                  </a:lnTo>
                  <a:lnTo>
                    <a:pt x="1138" y="1901"/>
                  </a:lnTo>
                  <a:lnTo>
                    <a:pt x="1107" y="1904"/>
                  </a:lnTo>
                  <a:lnTo>
                    <a:pt x="1075" y="1907"/>
                  </a:lnTo>
                  <a:lnTo>
                    <a:pt x="1043" y="1909"/>
                  </a:lnTo>
                  <a:lnTo>
                    <a:pt x="1011" y="1910"/>
                  </a:lnTo>
                  <a:lnTo>
                    <a:pt x="979" y="1910"/>
                  </a:lnTo>
                  <a:lnTo>
                    <a:pt x="940" y="1910"/>
                  </a:lnTo>
                  <a:lnTo>
                    <a:pt x="903" y="1909"/>
                  </a:lnTo>
                  <a:lnTo>
                    <a:pt x="865" y="1907"/>
                  </a:lnTo>
                  <a:lnTo>
                    <a:pt x="830" y="1903"/>
                  </a:lnTo>
                  <a:lnTo>
                    <a:pt x="794" y="1900"/>
                  </a:lnTo>
                  <a:lnTo>
                    <a:pt x="759" y="1896"/>
                  </a:lnTo>
                  <a:lnTo>
                    <a:pt x="726" y="1891"/>
                  </a:lnTo>
                  <a:lnTo>
                    <a:pt x="693" y="1885"/>
                  </a:lnTo>
                  <a:lnTo>
                    <a:pt x="661" y="1879"/>
                  </a:lnTo>
                  <a:lnTo>
                    <a:pt x="630" y="1871"/>
                  </a:lnTo>
                  <a:lnTo>
                    <a:pt x="600" y="1863"/>
                  </a:lnTo>
                  <a:lnTo>
                    <a:pt x="570" y="1854"/>
                  </a:lnTo>
                  <a:lnTo>
                    <a:pt x="542" y="1845"/>
                  </a:lnTo>
                  <a:lnTo>
                    <a:pt x="514" y="1834"/>
                  </a:lnTo>
                  <a:lnTo>
                    <a:pt x="486" y="1823"/>
                  </a:lnTo>
                  <a:lnTo>
                    <a:pt x="461" y="1811"/>
                  </a:lnTo>
                  <a:lnTo>
                    <a:pt x="430" y="1795"/>
                  </a:lnTo>
                  <a:lnTo>
                    <a:pt x="401" y="1779"/>
                  </a:lnTo>
                  <a:lnTo>
                    <a:pt x="373" y="1761"/>
                  </a:lnTo>
                  <a:lnTo>
                    <a:pt x="346" y="1742"/>
                  </a:lnTo>
                  <a:lnTo>
                    <a:pt x="321" y="1723"/>
                  </a:lnTo>
                  <a:lnTo>
                    <a:pt x="295" y="1702"/>
                  </a:lnTo>
                  <a:lnTo>
                    <a:pt x="272" y="1681"/>
                  </a:lnTo>
                  <a:lnTo>
                    <a:pt x="250" y="1659"/>
                  </a:lnTo>
                  <a:lnTo>
                    <a:pt x="228" y="1635"/>
                  </a:lnTo>
                  <a:lnTo>
                    <a:pt x="208" y="1611"/>
                  </a:lnTo>
                  <a:lnTo>
                    <a:pt x="188" y="1587"/>
                  </a:lnTo>
                  <a:lnTo>
                    <a:pt x="170" y="1562"/>
                  </a:lnTo>
                  <a:lnTo>
                    <a:pt x="153" y="1535"/>
                  </a:lnTo>
                  <a:lnTo>
                    <a:pt x="136" y="1509"/>
                  </a:lnTo>
                  <a:lnTo>
                    <a:pt x="121" y="1482"/>
                  </a:lnTo>
                  <a:lnTo>
                    <a:pt x="106" y="1453"/>
                  </a:lnTo>
                  <a:lnTo>
                    <a:pt x="93" y="1426"/>
                  </a:lnTo>
                  <a:lnTo>
                    <a:pt x="81" y="1396"/>
                  </a:lnTo>
                  <a:lnTo>
                    <a:pt x="70" y="1367"/>
                  </a:lnTo>
                  <a:lnTo>
                    <a:pt x="59" y="1338"/>
                  </a:lnTo>
                  <a:lnTo>
                    <a:pt x="50" y="1307"/>
                  </a:lnTo>
                  <a:lnTo>
                    <a:pt x="41" y="1277"/>
                  </a:lnTo>
                  <a:lnTo>
                    <a:pt x="33" y="1245"/>
                  </a:lnTo>
                  <a:lnTo>
                    <a:pt x="26" y="1214"/>
                  </a:lnTo>
                  <a:lnTo>
                    <a:pt x="20" y="1182"/>
                  </a:lnTo>
                  <a:lnTo>
                    <a:pt x="15" y="1151"/>
                  </a:lnTo>
                  <a:lnTo>
                    <a:pt x="10" y="1118"/>
                  </a:lnTo>
                  <a:lnTo>
                    <a:pt x="7" y="1086"/>
                  </a:lnTo>
                  <a:lnTo>
                    <a:pt x="4" y="1054"/>
                  </a:lnTo>
                  <a:lnTo>
                    <a:pt x="3" y="1021"/>
                  </a:lnTo>
                  <a:lnTo>
                    <a:pt x="1" y="989"/>
                  </a:lnTo>
                  <a:lnTo>
                    <a:pt x="0" y="956"/>
                  </a:lnTo>
                  <a:close/>
                  <a:moveTo>
                    <a:pt x="572" y="958"/>
                  </a:moveTo>
                  <a:lnTo>
                    <a:pt x="574" y="1008"/>
                  </a:lnTo>
                  <a:lnTo>
                    <a:pt x="577" y="1056"/>
                  </a:lnTo>
                  <a:lnTo>
                    <a:pt x="579" y="1081"/>
                  </a:lnTo>
                  <a:lnTo>
                    <a:pt x="581" y="1105"/>
                  </a:lnTo>
                  <a:lnTo>
                    <a:pt x="586" y="1128"/>
                  </a:lnTo>
                  <a:lnTo>
                    <a:pt x="589" y="1151"/>
                  </a:lnTo>
                  <a:lnTo>
                    <a:pt x="595" y="1174"/>
                  </a:lnTo>
                  <a:lnTo>
                    <a:pt x="600" y="1197"/>
                  </a:lnTo>
                  <a:lnTo>
                    <a:pt x="606" y="1219"/>
                  </a:lnTo>
                  <a:lnTo>
                    <a:pt x="613" y="1240"/>
                  </a:lnTo>
                  <a:lnTo>
                    <a:pt x="621" y="1260"/>
                  </a:lnTo>
                  <a:lnTo>
                    <a:pt x="630" y="1281"/>
                  </a:lnTo>
                  <a:lnTo>
                    <a:pt x="639" y="1300"/>
                  </a:lnTo>
                  <a:lnTo>
                    <a:pt x="650" y="1319"/>
                  </a:lnTo>
                  <a:lnTo>
                    <a:pt x="661" y="1338"/>
                  </a:lnTo>
                  <a:lnTo>
                    <a:pt x="673" y="1354"/>
                  </a:lnTo>
                  <a:lnTo>
                    <a:pt x="686" y="1371"/>
                  </a:lnTo>
                  <a:lnTo>
                    <a:pt x="701" y="1386"/>
                  </a:lnTo>
                  <a:lnTo>
                    <a:pt x="716" y="1401"/>
                  </a:lnTo>
                  <a:lnTo>
                    <a:pt x="731" y="1414"/>
                  </a:lnTo>
                  <a:lnTo>
                    <a:pt x="749" y="1427"/>
                  </a:lnTo>
                  <a:lnTo>
                    <a:pt x="768" y="1438"/>
                  </a:lnTo>
                  <a:lnTo>
                    <a:pt x="788" y="1448"/>
                  </a:lnTo>
                  <a:lnTo>
                    <a:pt x="809" y="1457"/>
                  </a:lnTo>
                  <a:lnTo>
                    <a:pt x="831" y="1464"/>
                  </a:lnTo>
                  <a:lnTo>
                    <a:pt x="854" y="1471"/>
                  </a:lnTo>
                  <a:lnTo>
                    <a:pt x="878" y="1477"/>
                  </a:lnTo>
                  <a:lnTo>
                    <a:pt x="904" y="1480"/>
                  </a:lnTo>
                  <a:lnTo>
                    <a:pt x="931" y="1482"/>
                  </a:lnTo>
                  <a:lnTo>
                    <a:pt x="960" y="1483"/>
                  </a:lnTo>
                  <a:lnTo>
                    <a:pt x="990" y="1482"/>
                  </a:lnTo>
                  <a:lnTo>
                    <a:pt x="1019" y="1480"/>
                  </a:lnTo>
                  <a:lnTo>
                    <a:pt x="1046" y="1476"/>
                  </a:lnTo>
                  <a:lnTo>
                    <a:pt x="1072" y="1470"/>
                  </a:lnTo>
                  <a:lnTo>
                    <a:pt x="1096" y="1463"/>
                  </a:lnTo>
                  <a:lnTo>
                    <a:pt x="1119" y="1456"/>
                  </a:lnTo>
                  <a:lnTo>
                    <a:pt x="1140" y="1446"/>
                  </a:lnTo>
                  <a:lnTo>
                    <a:pt x="1160" y="1436"/>
                  </a:lnTo>
                  <a:lnTo>
                    <a:pt x="1179" y="1424"/>
                  </a:lnTo>
                  <a:lnTo>
                    <a:pt x="1196" y="1410"/>
                  </a:lnTo>
                  <a:lnTo>
                    <a:pt x="1213" y="1396"/>
                  </a:lnTo>
                  <a:lnTo>
                    <a:pt x="1227" y="1381"/>
                  </a:lnTo>
                  <a:lnTo>
                    <a:pt x="1242" y="1365"/>
                  </a:lnTo>
                  <a:lnTo>
                    <a:pt x="1255" y="1348"/>
                  </a:lnTo>
                  <a:lnTo>
                    <a:pt x="1267" y="1330"/>
                  </a:lnTo>
                  <a:lnTo>
                    <a:pt x="1277" y="1310"/>
                  </a:lnTo>
                  <a:lnTo>
                    <a:pt x="1287" y="1291"/>
                  </a:lnTo>
                  <a:lnTo>
                    <a:pt x="1296" y="1270"/>
                  </a:lnTo>
                  <a:lnTo>
                    <a:pt x="1305" y="1249"/>
                  </a:lnTo>
                  <a:lnTo>
                    <a:pt x="1311" y="1227"/>
                  </a:lnTo>
                  <a:lnTo>
                    <a:pt x="1318" y="1205"/>
                  </a:lnTo>
                  <a:lnTo>
                    <a:pt x="1323" y="1182"/>
                  </a:lnTo>
                  <a:lnTo>
                    <a:pt x="1328" y="1158"/>
                  </a:lnTo>
                  <a:lnTo>
                    <a:pt x="1332" y="1135"/>
                  </a:lnTo>
                  <a:lnTo>
                    <a:pt x="1336" y="1110"/>
                  </a:lnTo>
                  <a:lnTo>
                    <a:pt x="1339" y="1085"/>
                  </a:lnTo>
                  <a:lnTo>
                    <a:pt x="1341" y="1061"/>
                  </a:lnTo>
                  <a:lnTo>
                    <a:pt x="1343" y="1036"/>
                  </a:lnTo>
                  <a:lnTo>
                    <a:pt x="1345" y="985"/>
                  </a:lnTo>
                  <a:lnTo>
                    <a:pt x="1347" y="934"/>
                  </a:lnTo>
                  <a:lnTo>
                    <a:pt x="1345" y="909"/>
                  </a:lnTo>
                  <a:lnTo>
                    <a:pt x="1345" y="884"/>
                  </a:lnTo>
                  <a:lnTo>
                    <a:pt x="1343" y="861"/>
                  </a:lnTo>
                  <a:lnTo>
                    <a:pt x="1342" y="837"/>
                  </a:lnTo>
                  <a:lnTo>
                    <a:pt x="1339" y="814"/>
                  </a:lnTo>
                  <a:lnTo>
                    <a:pt x="1336" y="790"/>
                  </a:lnTo>
                  <a:lnTo>
                    <a:pt x="1332" y="768"/>
                  </a:lnTo>
                  <a:lnTo>
                    <a:pt x="1328" y="744"/>
                  </a:lnTo>
                  <a:lnTo>
                    <a:pt x="1322" y="722"/>
                  </a:lnTo>
                  <a:lnTo>
                    <a:pt x="1316" y="701"/>
                  </a:lnTo>
                  <a:lnTo>
                    <a:pt x="1309" y="680"/>
                  </a:lnTo>
                  <a:lnTo>
                    <a:pt x="1301" y="659"/>
                  </a:lnTo>
                  <a:lnTo>
                    <a:pt x="1294" y="640"/>
                  </a:lnTo>
                  <a:lnTo>
                    <a:pt x="1284" y="621"/>
                  </a:lnTo>
                  <a:lnTo>
                    <a:pt x="1274" y="602"/>
                  </a:lnTo>
                  <a:lnTo>
                    <a:pt x="1264" y="584"/>
                  </a:lnTo>
                  <a:lnTo>
                    <a:pt x="1252" y="568"/>
                  </a:lnTo>
                  <a:lnTo>
                    <a:pt x="1238" y="551"/>
                  </a:lnTo>
                  <a:lnTo>
                    <a:pt x="1225" y="536"/>
                  </a:lnTo>
                  <a:lnTo>
                    <a:pt x="1211" y="522"/>
                  </a:lnTo>
                  <a:lnTo>
                    <a:pt x="1195" y="508"/>
                  </a:lnTo>
                  <a:lnTo>
                    <a:pt x="1179" y="496"/>
                  </a:lnTo>
                  <a:lnTo>
                    <a:pt x="1161" y="484"/>
                  </a:lnTo>
                  <a:lnTo>
                    <a:pt x="1142" y="474"/>
                  </a:lnTo>
                  <a:lnTo>
                    <a:pt x="1124" y="464"/>
                  </a:lnTo>
                  <a:lnTo>
                    <a:pt x="1103" y="457"/>
                  </a:lnTo>
                  <a:lnTo>
                    <a:pt x="1080" y="449"/>
                  </a:lnTo>
                  <a:lnTo>
                    <a:pt x="1058" y="443"/>
                  </a:lnTo>
                  <a:lnTo>
                    <a:pt x="1034" y="439"/>
                  </a:lnTo>
                  <a:lnTo>
                    <a:pt x="1009" y="434"/>
                  </a:lnTo>
                  <a:lnTo>
                    <a:pt x="982" y="433"/>
                  </a:lnTo>
                  <a:lnTo>
                    <a:pt x="955" y="432"/>
                  </a:lnTo>
                  <a:lnTo>
                    <a:pt x="927" y="433"/>
                  </a:lnTo>
                  <a:lnTo>
                    <a:pt x="899" y="436"/>
                  </a:lnTo>
                  <a:lnTo>
                    <a:pt x="874" y="439"/>
                  </a:lnTo>
                  <a:lnTo>
                    <a:pt x="850" y="444"/>
                  </a:lnTo>
                  <a:lnTo>
                    <a:pt x="826" y="451"/>
                  </a:lnTo>
                  <a:lnTo>
                    <a:pt x="805" y="459"/>
                  </a:lnTo>
                  <a:lnTo>
                    <a:pt x="784" y="468"/>
                  </a:lnTo>
                  <a:lnTo>
                    <a:pt x="765" y="479"/>
                  </a:lnTo>
                  <a:lnTo>
                    <a:pt x="747" y="490"/>
                  </a:lnTo>
                  <a:lnTo>
                    <a:pt x="729" y="503"/>
                  </a:lnTo>
                  <a:lnTo>
                    <a:pt x="714" y="516"/>
                  </a:lnTo>
                  <a:lnTo>
                    <a:pt x="698" y="532"/>
                  </a:lnTo>
                  <a:lnTo>
                    <a:pt x="684" y="547"/>
                  </a:lnTo>
                  <a:lnTo>
                    <a:pt x="672" y="564"/>
                  </a:lnTo>
                  <a:lnTo>
                    <a:pt x="660" y="581"/>
                  </a:lnTo>
                  <a:lnTo>
                    <a:pt x="649" y="599"/>
                  </a:lnTo>
                  <a:lnTo>
                    <a:pt x="638" y="619"/>
                  </a:lnTo>
                  <a:lnTo>
                    <a:pt x="629" y="637"/>
                  </a:lnTo>
                  <a:lnTo>
                    <a:pt x="620" y="658"/>
                  </a:lnTo>
                  <a:lnTo>
                    <a:pt x="612" y="679"/>
                  </a:lnTo>
                  <a:lnTo>
                    <a:pt x="606" y="700"/>
                  </a:lnTo>
                  <a:lnTo>
                    <a:pt x="599" y="722"/>
                  </a:lnTo>
                  <a:lnTo>
                    <a:pt x="593" y="745"/>
                  </a:lnTo>
                  <a:lnTo>
                    <a:pt x="589" y="768"/>
                  </a:lnTo>
                  <a:lnTo>
                    <a:pt x="585" y="792"/>
                  </a:lnTo>
                  <a:lnTo>
                    <a:pt x="581" y="815"/>
                  </a:lnTo>
                  <a:lnTo>
                    <a:pt x="579" y="838"/>
                  </a:lnTo>
                  <a:lnTo>
                    <a:pt x="577" y="862"/>
                  </a:lnTo>
                  <a:lnTo>
                    <a:pt x="574" y="911"/>
                  </a:lnTo>
                  <a:lnTo>
                    <a:pt x="572" y="9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</p:grpSp>
      <p:pic>
        <p:nvPicPr>
          <p:cNvPr id="16" name="图片 15"/>
          <p:cNvPicPr>
            <a:picLocks noChangeAspect="1"/>
          </p:cNvPicPr>
          <p:nvPr userDrawn="1"/>
        </p:nvPicPr>
        <p:blipFill rotWithShape="1">
          <a:blip r:embed="rId3" cstate="print">
            <a:alphaModFix amt="50000"/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589" b="1785"/>
          <a:stretch>
            <a:fillRect/>
          </a:stretch>
        </p:blipFill>
        <p:spPr>
          <a:xfrm>
            <a:off x="0" y="6249875"/>
            <a:ext cx="12192000" cy="591578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239369" y="3062058"/>
            <a:ext cx="140178" cy="140177"/>
            <a:chOff x="1371600" y="1481357"/>
            <a:chExt cx="747830" cy="747830"/>
          </a:xfrm>
        </p:grpSpPr>
        <p:pic>
          <p:nvPicPr>
            <p:cNvPr id="28" name="图片 2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32444" y="1526688"/>
              <a:ext cx="657168" cy="657168"/>
            </a:xfrm>
            <a:prstGeom prst="rect">
              <a:avLst/>
            </a:prstGeom>
          </p:spPr>
        </p:pic>
        <p:sp>
          <p:nvSpPr>
            <p:cNvPr id="29" name="椭圆 28"/>
            <p:cNvSpPr/>
            <p:nvPr/>
          </p:nvSpPr>
          <p:spPr>
            <a:xfrm>
              <a:off x="1371600" y="1481357"/>
              <a:ext cx="747830" cy="74783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239369" y="3458155"/>
            <a:ext cx="140178" cy="140177"/>
            <a:chOff x="2511842" y="1481357"/>
            <a:chExt cx="747830" cy="747830"/>
          </a:xfrm>
        </p:grpSpPr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57173" y="1526688"/>
              <a:ext cx="657168" cy="657168"/>
            </a:xfrm>
            <a:prstGeom prst="rect">
              <a:avLst/>
            </a:prstGeom>
          </p:spPr>
        </p:pic>
        <p:sp>
          <p:nvSpPr>
            <p:cNvPr id="27" name="椭圆 26"/>
            <p:cNvSpPr/>
            <p:nvPr/>
          </p:nvSpPr>
          <p:spPr>
            <a:xfrm>
              <a:off x="2511842" y="1481357"/>
              <a:ext cx="747830" cy="74783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239369" y="3844865"/>
            <a:ext cx="140178" cy="140177"/>
            <a:chOff x="3537400" y="1481357"/>
            <a:chExt cx="747830" cy="747830"/>
          </a:xfrm>
        </p:grpSpPr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00412" y="1509091"/>
              <a:ext cx="657168" cy="657168"/>
            </a:xfrm>
            <a:prstGeom prst="rect">
              <a:avLst/>
            </a:prstGeom>
          </p:spPr>
        </p:pic>
        <p:sp>
          <p:nvSpPr>
            <p:cNvPr id="25" name="椭圆 24"/>
            <p:cNvSpPr/>
            <p:nvPr/>
          </p:nvSpPr>
          <p:spPr>
            <a:xfrm>
              <a:off x="3537400" y="1481357"/>
              <a:ext cx="747830" cy="74783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239369" y="5043058"/>
            <a:ext cx="140178" cy="140177"/>
            <a:chOff x="4596152" y="1481357"/>
            <a:chExt cx="747830" cy="747830"/>
          </a:xfrm>
        </p:grpSpPr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41482" y="1526698"/>
              <a:ext cx="657169" cy="657169"/>
            </a:xfrm>
            <a:prstGeom prst="rect">
              <a:avLst/>
            </a:prstGeom>
          </p:spPr>
        </p:pic>
        <p:sp>
          <p:nvSpPr>
            <p:cNvPr id="23" name="椭圆 22"/>
            <p:cNvSpPr/>
            <p:nvPr/>
          </p:nvSpPr>
          <p:spPr>
            <a:xfrm>
              <a:off x="4596152" y="1481357"/>
              <a:ext cx="747830" cy="74783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2" name="组合 31"/>
          <p:cNvGrpSpPr/>
          <p:nvPr userDrawn="1"/>
        </p:nvGrpSpPr>
        <p:grpSpPr>
          <a:xfrm>
            <a:off x="182500" y="848105"/>
            <a:ext cx="253916" cy="1567687"/>
            <a:chOff x="278586" y="1234440"/>
            <a:chExt cx="253916" cy="1567687"/>
          </a:xfrm>
        </p:grpSpPr>
        <p:sp>
          <p:nvSpPr>
            <p:cNvPr id="2" name="文本框 1"/>
            <p:cNvSpPr txBox="1"/>
            <p:nvPr userDrawn="1"/>
          </p:nvSpPr>
          <p:spPr>
            <a:xfrm rot="16200000">
              <a:off x="-39450" y="1867967"/>
              <a:ext cx="88998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50" dirty="0">
                  <a:solidFill>
                    <a:schemeClr val="bg1"/>
                  </a:solidFill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rPr>
                <a:t>zvalley.com</a:t>
              </a:r>
              <a:endParaRPr lang="zh-CN" altLang="en-US" sz="1050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  <p:cxnSp>
          <p:nvCxnSpPr>
            <p:cNvPr id="30" name="直接连接符 29"/>
            <p:cNvCxnSpPr/>
            <p:nvPr userDrawn="1"/>
          </p:nvCxnSpPr>
          <p:spPr>
            <a:xfrm>
              <a:off x="405543" y="123444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 userDrawn="1"/>
          </p:nvCxnSpPr>
          <p:spPr>
            <a:xfrm>
              <a:off x="405543" y="246126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组合 32"/>
          <p:cNvGrpSpPr/>
          <p:nvPr userDrawn="1"/>
        </p:nvGrpSpPr>
        <p:grpSpPr>
          <a:xfrm rot="10800000">
            <a:off x="11807681" y="4259214"/>
            <a:ext cx="253916" cy="1567687"/>
            <a:chOff x="278586" y="1234440"/>
            <a:chExt cx="253916" cy="1567687"/>
          </a:xfrm>
        </p:grpSpPr>
        <p:sp>
          <p:nvSpPr>
            <p:cNvPr id="34" name="文本框 33"/>
            <p:cNvSpPr txBox="1"/>
            <p:nvPr userDrawn="1"/>
          </p:nvSpPr>
          <p:spPr>
            <a:xfrm rot="16200000">
              <a:off x="-39450" y="1867967"/>
              <a:ext cx="88998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50" dirty="0">
                  <a:solidFill>
                    <a:schemeClr val="bg1"/>
                  </a:solidFill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rPr>
                <a:t>zvalley.com</a:t>
              </a:r>
              <a:endParaRPr lang="zh-CN" altLang="en-US" sz="1050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  <p:cxnSp>
          <p:nvCxnSpPr>
            <p:cNvPr id="35" name="直接连接符 34"/>
            <p:cNvCxnSpPr/>
            <p:nvPr userDrawn="1"/>
          </p:nvCxnSpPr>
          <p:spPr>
            <a:xfrm>
              <a:off x="405543" y="123444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 userDrawn="1"/>
          </p:nvCxnSpPr>
          <p:spPr>
            <a:xfrm>
              <a:off x="405543" y="246126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" name="组合 3"/>
          <p:cNvGrpSpPr/>
          <p:nvPr userDrawn="1"/>
        </p:nvGrpSpPr>
        <p:grpSpPr>
          <a:xfrm>
            <a:off x="267630" y="184359"/>
            <a:ext cx="1060177" cy="136635"/>
            <a:chOff x="577355" y="1781145"/>
            <a:chExt cx="1552777" cy="200121"/>
          </a:xfrm>
        </p:grpSpPr>
        <p:sp>
          <p:nvSpPr>
            <p:cNvPr id="5" name="Rectangle 6"/>
            <p:cNvSpPr>
              <a:spLocks noChangeArrowheads="1"/>
            </p:cNvSpPr>
            <p:nvPr/>
          </p:nvSpPr>
          <p:spPr bwMode="auto">
            <a:xfrm>
              <a:off x="1645020" y="1784288"/>
              <a:ext cx="59722" cy="19383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6" name="Freeform 7"/>
            <p:cNvSpPr/>
            <p:nvPr/>
          </p:nvSpPr>
          <p:spPr bwMode="auto">
            <a:xfrm>
              <a:off x="1468997" y="1784288"/>
              <a:ext cx="152973" cy="193834"/>
            </a:xfrm>
            <a:custGeom>
              <a:avLst/>
              <a:gdLst>
                <a:gd name="T0" fmla="*/ 0 w 1465"/>
                <a:gd name="T1" fmla="*/ 0 h 1848"/>
                <a:gd name="T2" fmla="*/ 572 w 1465"/>
                <a:gd name="T3" fmla="*/ 0 h 1848"/>
                <a:gd name="T4" fmla="*/ 572 w 1465"/>
                <a:gd name="T5" fmla="*/ 1393 h 1848"/>
                <a:gd name="T6" fmla="*/ 1465 w 1465"/>
                <a:gd name="T7" fmla="*/ 1393 h 1848"/>
                <a:gd name="T8" fmla="*/ 1465 w 1465"/>
                <a:gd name="T9" fmla="*/ 1848 h 1848"/>
                <a:gd name="T10" fmla="*/ 0 w 1465"/>
                <a:gd name="T11" fmla="*/ 1848 h 1848"/>
                <a:gd name="T12" fmla="*/ 0 w 1465"/>
                <a:gd name="T13" fmla="*/ 0 h 1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65" h="1848">
                  <a:moveTo>
                    <a:pt x="0" y="0"/>
                  </a:moveTo>
                  <a:lnTo>
                    <a:pt x="572" y="0"/>
                  </a:lnTo>
                  <a:lnTo>
                    <a:pt x="572" y="1393"/>
                  </a:lnTo>
                  <a:lnTo>
                    <a:pt x="1465" y="1393"/>
                  </a:lnTo>
                  <a:lnTo>
                    <a:pt x="1465" y="1848"/>
                  </a:lnTo>
                  <a:lnTo>
                    <a:pt x="0" y="18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8" name="Freeform 8"/>
            <p:cNvSpPr/>
            <p:nvPr/>
          </p:nvSpPr>
          <p:spPr bwMode="auto">
            <a:xfrm>
              <a:off x="1220678" y="1784288"/>
              <a:ext cx="217934" cy="193834"/>
            </a:xfrm>
            <a:custGeom>
              <a:avLst/>
              <a:gdLst>
                <a:gd name="T0" fmla="*/ 0 w 2081"/>
                <a:gd name="T1" fmla="*/ 0 h 1848"/>
                <a:gd name="T2" fmla="*/ 752 w 2081"/>
                <a:gd name="T3" fmla="*/ 0 h 1848"/>
                <a:gd name="T4" fmla="*/ 1043 w 2081"/>
                <a:gd name="T5" fmla="*/ 1125 h 1848"/>
                <a:gd name="T6" fmla="*/ 1332 w 2081"/>
                <a:gd name="T7" fmla="*/ 0 h 1848"/>
                <a:gd name="T8" fmla="*/ 2081 w 2081"/>
                <a:gd name="T9" fmla="*/ 0 h 1848"/>
                <a:gd name="T10" fmla="*/ 2081 w 2081"/>
                <a:gd name="T11" fmla="*/ 1848 h 1848"/>
                <a:gd name="T12" fmla="*/ 1615 w 2081"/>
                <a:gd name="T13" fmla="*/ 1848 h 1848"/>
                <a:gd name="T14" fmla="*/ 1615 w 2081"/>
                <a:gd name="T15" fmla="*/ 439 h 1848"/>
                <a:gd name="T16" fmla="*/ 1253 w 2081"/>
                <a:gd name="T17" fmla="*/ 1848 h 1848"/>
                <a:gd name="T18" fmla="*/ 830 w 2081"/>
                <a:gd name="T19" fmla="*/ 1848 h 1848"/>
                <a:gd name="T20" fmla="*/ 469 w 2081"/>
                <a:gd name="T21" fmla="*/ 439 h 1848"/>
                <a:gd name="T22" fmla="*/ 469 w 2081"/>
                <a:gd name="T23" fmla="*/ 1848 h 1848"/>
                <a:gd name="T24" fmla="*/ 0 w 2081"/>
                <a:gd name="T25" fmla="*/ 1848 h 1848"/>
                <a:gd name="T26" fmla="*/ 0 w 2081"/>
                <a:gd name="T27" fmla="*/ 0 h 1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81" h="1848">
                  <a:moveTo>
                    <a:pt x="0" y="0"/>
                  </a:moveTo>
                  <a:lnTo>
                    <a:pt x="752" y="0"/>
                  </a:lnTo>
                  <a:lnTo>
                    <a:pt x="1043" y="1125"/>
                  </a:lnTo>
                  <a:lnTo>
                    <a:pt x="1332" y="0"/>
                  </a:lnTo>
                  <a:lnTo>
                    <a:pt x="2081" y="0"/>
                  </a:lnTo>
                  <a:lnTo>
                    <a:pt x="2081" y="1848"/>
                  </a:lnTo>
                  <a:lnTo>
                    <a:pt x="1615" y="1848"/>
                  </a:lnTo>
                  <a:lnTo>
                    <a:pt x="1615" y="439"/>
                  </a:lnTo>
                  <a:lnTo>
                    <a:pt x="1253" y="1848"/>
                  </a:lnTo>
                  <a:lnTo>
                    <a:pt x="830" y="1848"/>
                  </a:lnTo>
                  <a:lnTo>
                    <a:pt x="469" y="439"/>
                  </a:lnTo>
                  <a:lnTo>
                    <a:pt x="469" y="1848"/>
                  </a:lnTo>
                  <a:lnTo>
                    <a:pt x="0" y="18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9" name="Freeform 9"/>
            <p:cNvSpPr/>
            <p:nvPr/>
          </p:nvSpPr>
          <p:spPr bwMode="auto">
            <a:xfrm>
              <a:off x="1944679" y="1784288"/>
              <a:ext cx="185453" cy="193834"/>
            </a:xfrm>
            <a:custGeom>
              <a:avLst/>
              <a:gdLst>
                <a:gd name="T0" fmla="*/ 0 w 1773"/>
                <a:gd name="T1" fmla="*/ 0 h 1846"/>
                <a:gd name="T2" fmla="*/ 541 w 1773"/>
                <a:gd name="T3" fmla="*/ 0 h 1846"/>
                <a:gd name="T4" fmla="*/ 1233 w 1773"/>
                <a:gd name="T5" fmla="*/ 995 h 1846"/>
                <a:gd name="T6" fmla="*/ 1233 w 1773"/>
                <a:gd name="T7" fmla="*/ 0 h 1846"/>
                <a:gd name="T8" fmla="*/ 1773 w 1773"/>
                <a:gd name="T9" fmla="*/ 0 h 1846"/>
                <a:gd name="T10" fmla="*/ 1773 w 1773"/>
                <a:gd name="T11" fmla="*/ 1846 h 1846"/>
                <a:gd name="T12" fmla="*/ 1233 w 1773"/>
                <a:gd name="T13" fmla="*/ 1846 h 1846"/>
                <a:gd name="T14" fmla="*/ 1233 w 1773"/>
                <a:gd name="T15" fmla="*/ 1845 h 1846"/>
                <a:gd name="T16" fmla="*/ 541 w 1773"/>
                <a:gd name="T17" fmla="*/ 850 h 1846"/>
                <a:gd name="T18" fmla="*/ 541 w 1773"/>
                <a:gd name="T19" fmla="*/ 1846 h 1846"/>
                <a:gd name="T20" fmla="*/ 0 w 1773"/>
                <a:gd name="T21" fmla="*/ 1846 h 1846"/>
                <a:gd name="T22" fmla="*/ 0 w 1773"/>
                <a:gd name="T23" fmla="*/ 0 h 18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73" h="1846">
                  <a:moveTo>
                    <a:pt x="0" y="0"/>
                  </a:moveTo>
                  <a:lnTo>
                    <a:pt x="541" y="0"/>
                  </a:lnTo>
                  <a:lnTo>
                    <a:pt x="1233" y="995"/>
                  </a:lnTo>
                  <a:lnTo>
                    <a:pt x="1233" y="0"/>
                  </a:lnTo>
                  <a:lnTo>
                    <a:pt x="1773" y="0"/>
                  </a:lnTo>
                  <a:lnTo>
                    <a:pt x="1773" y="1846"/>
                  </a:lnTo>
                  <a:lnTo>
                    <a:pt x="1233" y="1846"/>
                  </a:lnTo>
                  <a:lnTo>
                    <a:pt x="1233" y="1845"/>
                  </a:lnTo>
                  <a:lnTo>
                    <a:pt x="541" y="850"/>
                  </a:lnTo>
                  <a:lnTo>
                    <a:pt x="541" y="1846"/>
                  </a:lnTo>
                  <a:lnTo>
                    <a:pt x="0" y="18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0" name="Freeform 10"/>
            <p:cNvSpPr/>
            <p:nvPr/>
          </p:nvSpPr>
          <p:spPr bwMode="auto">
            <a:xfrm>
              <a:off x="577355" y="1785336"/>
              <a:ext cx="183357" cy="191739"/>
            </a:xfrm>
            <a:custGeom>
              <a:avLst/>
              <a:gdLst>
                <a:gd name="T0" fmla="*/ 0 w 1755"/>
                <a:gd name="T1" fmla="*/ 0 h 1840"/>
                <a:gd name="T2" fmla="*/ 1755 w 1755"/>
                <a:gd name="T3" fmla="*/ 0 h 1840"/>
                <a:gd name="T4" fmla="*/ 1755 w 1755"/>
                <a:gd name="T5" fmla="*/ 380 h 1840"/>
                <a:gd name="T6" fmla="*/ 1755 w 1755"/>
                <a:gd name="T7" fmla="*/ 380 h 1840"/>
                <a:gd name="T8" fmla="*/ 1755 w 1755"/>
                <a:gd name="T9" fmla="*/ 380 h 1840"/>
                <a:gd name="T10" fmla="*/ 1755 w 1755"/>
                <a:gd name="T11" fmla="*/ 380 h 1840"/>
                <a:gd name="T12" fmla="*/ 1755 w 1755"/>
                <a:gd name="T13" fmla="*/ 380 h 1840"/>
                <a:gd name="T14" fmla="*/ 686 w 1755"/>
                <a:gd name="T15" fmla="*/ 1460 h 1840"/>
                <a:gd name="T16" fmla="*/ 1755 w 1755"/>
                <a:gd name="T17" fmla="*/ 1460 h 1840"/>
                <a:gd name="T18" fmla="*/ 1755 w 1755"/>
                <a:gd name="T19" fmla="*/ 1840 h 1840"/>
                <a:gd name="T20" fmla="*/ 0 w 1755"/>
                <a:gd name="T21" fmla="*/ 1840 h 1840"/>
                <a:gd name="T22" fmla="*/ 0 w 1755"/>
                <a:gd name="T23" fmla="*/ 1464 h 1840"/>
                <a:gd name="T24" fmla="*/ 1067 w 1755"/>
                <a:gd name="T25" fmla="*/ 380 h 1840"/>
                <a:gd name="T26" fmla="*/ 0 w 1755"/>
                <a:gd name="T27" fmla="*/ 380 h 1840"/>
                <a:gd name="T28" fmla="*/ 0 w 1755"/>
                <a:gd name="T29" fmla="*/ 0 h 18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755" h="1840">
                  <a:moveTo>
                    <a:pt x="0" y="0"/>
                  </a:moveTo>
                  <a:lnTo>
                    <a:pt x="1755" y="0"/>
                  </a:lnTo>
                  <a:lnTo>
                    <a:pt x="1755" y="380"/>
                  </a:lnTo>
                  <a:lnTo>
                    <a:pt x="1755" y="380"/>
                  </a:lnTo>
                  <a:lnTo>
                    <a:pt x="1755" y="380"/>
                  </a:lnTo>
                  <a:lnTo>
                    <a:pt x="1755" y="380"/>
                  </a:lnTo>
                  <a:lnTo>
                    <a:pt x="1755" y="380"/>
                  </a:lnTo>
                  <a:lnTo>
                    <a:pt x="686" y="1460"/>
                  </a:lnTo>
                  <a:lnTo>
                    <a:pt x="1755" y="1460"/>
                  </a:lnTo>
                  <a:lnTo>
                    <a:pt x="1755" y="1840"/>
                  </a:lnTo>
                  <a:lnTo>
                    <a:pt x="0" y="1840"/>
                  </a:lnTo>
                  <a:lnTo>
                    <a:pt x="0" y="1464"/>
                  </a:lnTo>
                  <a:lnTo>
                    <a:pt x="1067" y="380"/>
                  </a:lnTo>
                  <a:lnTo>
                    <a:pt x="0" y="3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1" name="Freeform 11"/>
            <p:cNvSpPr>
              <a:spLocks noEditPoints="1"/>
            </p:cNvSpPr>
            <p:nvPr/>
          </p:nvSpPr>
          <p:spPr bwMode="auto">
            <a:xfrm>
              <a:off x="1723602" y="1781145"/>
              <a:ext cx="201169" cy="200121"/>
            </a:xfrm>
            <a:custGeom>
              <a:avLst/>
              <a:gdLst>
                <a:gd name="T0" fmla="*/ 10 w 1917"/>
                <a:gd name="T1" fmla="*/ 794 h 1910"/>
                <a:gd name="T2" fmla="*/ 51 w 1917"/>
                <a:gd name="T3" fmla="*/ 600 h 1910"/>
                <a:gd name="T4" fmla="*/ 122 w 1917"/>
                <a:gd name="T5" fmla="*/ 430 h 1910"/>
                <a:gd name="T6" fmla="*/ 224 w 1917"/>
                <a:gd name="T7" fmla="*/ 286 h 1910"/>
                <a:gd name="T8" fmla="*/ 354 w 1917"/>
                <a:gd name="T9" fmla="*/ 170 h 1910"/>
                <a:gd name="T10" fmla="*/ 511 w 1917"/>
                <a:gd name="T11" fmla="*/ 83 h 1910"/>
                <a:gd name="T12" fmla="*/ 693 w 1917"/>
                <a:gd name="T13" fmla="*/ 25 h 1910"/>
                <a:gd name="T14" fmla="*/ 900 w 1917"/>
                <a:gd name="T15" fmla="*/ 1 h 1910"/>
                <a:gd name="T16" fmla="*/ 1117 w 1917"/>
                <a:gd name="T17" fmla="*/ 9 h 1910"/>
                <a:gd name="T18" fmla="*/ 1313 w 1917"/>
                <a:gd name="T19" fmla="*/ 47 h 1910"/>
                <a:gd name="T20" fmla="*/ 1484 w 1917"/>
                <a:gd name="T21" fmla="*/ 117 h 1910"/>
                <a:gd name="T22" fmla="*/ 1629 w 1917"/>
                <a:gd name="T23" fmla="*/ 216 h 1910"/>
                <a:gd name="T24" fmla="*/ 1746 w 1917"/>
                <a:gd name="T25" fmla="*/ 343 h 1910"/>
                <a:gd name="T26" fmla="*/ 1834 w 1917"/>
                <a:gd name="T27" fmla="*/ 497 h 1910"/>
                <a:gd name="T28" fmla="*/ 1892 w 1917"/>
                <a:gd name="T29" fmla="*/ 678 h 1910"/>
                <a:gd name="T30" fmla="*/ 1916 w 1917"/>
                <a:gd name="T31" fmla="*/ 886 h 1910"/>
                <a:gd name="T32" fmla="*/ 1909 w 1917"/>
                <a:gd name="T33" fmla="*/ 1104 h 1910"/>
                <a:gd name="T34" fmla="*/ 1871 w 1917"/>
                <a:gd name="T35" fmla="*/ 1300 h 1910"/>
                <a:gd name="T36" fmla="*/ 1803 w 1917"/>
                <a:gd name="T37" fmla="*/ 1472 h 1910"/>
                <a:gd name="T38" fmla="*/ 1706 w 1917"/>
                <a:gd name="T39" fmla="*/ 1618 h 1910"/>
                <a:gd name="T40" fmla="*/ 1581 w 1917"/>
                <a:gd name="T41" fmla="*/ 1737 h 1910"/>
                <a:gd name="T42" fmla="*/ 1427 w 1917"/>
                <a:gd name="T43" fmla="*/ 1825 h 1910"/>
                <a:gd name="T44" fmla="*/ 1244 w 1917"/>
                <a:gd name="T45" fmla="*/ 1884 h 1910"/>
                <a:gd name="T46" fmla="*/ 1035 w 1917"/>
                <a:gd name="T47" fmla="*/ 1909 h 1910"/>
                <a:gd name="T48" fmla="*/ 818 w 1917"/>
                <a:gd name="T49" fmla="*/ 1901 h 1910"/>
                <a:gd name="T50" fmla="*/ 622 w 1917"/>
                <a:gd name="T51" fmla="*/ 1864 h 1910"/>
                <a:gd name="T52" fmla="*/ 448 w 1917"/>
                <a:gd name="T53" fmla="*/ 1796 h 1910"/>
                <a:gd name="T54" fmla="*/ 300 w 1917"/>
                <a:gd name="T55" fmla="*/ 1699 h 1910"/>
                <a:gd name="T56" fmla="*/ 180 w 1917"/>
                <a:gd name="T57" fmla="*/ 1573 h 1910"/>
                <a:gd name="T58" fmla="*/ 88 w 1917"/>
                <a:gd name="T59" fmla="*/ 1416 h 1910"/>
                <a:gd name="T60" fmla="*/ 28 w 1917"/>
                <a:gd name="T61" fmla="*/ 1231 h 1910"/>
                <a:gd name="T62" fmla="*/ 1 w 1917"/>
                <a:gd name="T63" fmla="*/ 1015 h 1910"/>
                <a:gd name="T64" fmla="*/ 576 w 1917"/>
                <a:gd name="T65" fmla="*/ 1056 h 1910"/>
                <a:gd name="T66" fmla="*/ 588 w 1917"/>
                <a:gd name="T67" fmla="*/ 1151 h 1910"/>
                <a:gd name="T68" fmla="*/ 613 w 1917"/>
                <a:gd name="T69" fmla="*/ 1240 h 1910"/>
                <a:gd name="T70" fmla="*/ 649 w 1917"/>
                <a:gd name="T71" fmla="*/ 1319 h 1910"/>
                <a:gd name="T72" fmla="*/ 700 w 1917"/>
                <a:gd name="T73" fmla="*/ 1386 h 1910"/>
                <a:gd name="T74" fmla="*/ 767 w 1917"/>
                <a:gd name="T75" fmla="*/ 1438 h 1910"/>
                <a:gd name="T76" fmla="*/ 853 w 1917"/>
                <a:gd name="T77" fmla="*/ 1471 h 1910"/>
                <a:gd name="T78" fmla="*/ 959 w 1917"/>
                <a:gd name="T79" fmla="*/ 1483 h 1910"/>
                <a:gd name="T80" fmla="*/ 1071 w 1917"/>
                <a:gd name="T81" fmla="*/ 1470 h 1910"/>
                <a:gd name="T82" fmla="*/ 1159 w 1917"/>
                <a:gd name="T83" fmla="*/ 1436 h 1910"/>
                <a:gd name="T84" fmla="*/ 1228 w 1917"/>
                <a:gd name="T85" fmla="*/ 1381 h 1910"/>
                <a:gd name="T86" fmla="*/ 1278 w 1917"/>
                <a:gd name="T87" fmla="*/ 1310 h 1910"/>
                <a:gd name="T88" fmla="*/ 1311 w 1917"/>
                <a:gd name="T89" fmla="*/ 1227 h 1910"/>
                <a:gd name="T90" fmla="*/ 1332 w 1917"/>
                <a:gd name="T91" fmla="*/ 1135 h 1910"/>
                <a:gd name="T92" fmla="*/ 1343 w 1917"/>
                <a:gd name="T93" fmla="*/ 1036 h 1910"/>
                <a:gd name="T94" fmla="*/ 1345 w 1917"/>
                <a:gd name="T95" fmla="*/ 884 h 1910"/>
                <a:gd name="T96" fmla="*/ 1335 w 1917"/>
                <a:gd name="T97" fmla="*/ 790 h 1910"/>
                <a:gd name="T98" fmla="*/ 1315 w 1917"/>
                <a:gd name="T99" fmla="*/ 701 h 1910"/>
                <a:gd name="T100" fmla="*/ 1284 w 1917"/>
                <a:gd name="T101" fmla="*/ 621 h 1910"/>
                <a:gd name="T102" fmla="*/ 1239 w 1917"/>
                <a:gd name="T103" fmla="*/ 551 h 1910"/>
                <a:gd name="T104" fmla="*/ 1178 w 1917"/>
                <a:gd name="T105" fmla="*/ 496 h 1910"/>
                <a:gd name="T106" fmla="*/ 1102 w 1917"/>
                <a:gd name="T107" fmla="*/ 457 h 1910"/>
                <a:gd name="T108" fmla="*/ 1008 w 1917"/>
                <a:gd name="T109" fmla="*/ 434 h 1910"/>
                <a:gd name="T110" fmla="*/ 899 w 1917"/>
                <a:gd name="T111" fmla="*/ 436 h 1910"/>
                <a:gd name="T112" fmla="*/ 805 w 1917"/>
                <a:gd name="T113" fmla="*/ 459 h 1910"/>
                <a:gd name="T114" fmla="*/ 729 w 1917"/>
                <a:gd name="T115" fmla="*/ 503 h 1910"/>
                <a:gd name="T116" fmla="*/ 671 w 1917"/>
                <a:gd name="T117" fmla="*/ 564 h 1910"/>
                <a:gd name="T118" fmla="*/ 628 w 1917"/>
                <a:gd name="T119" fmla="*/ 637 h 1910"/>
                <a:gd name="T120" fmla="*/ 598 w 1917"/>
                <a:gd name="T121" fmla="*/ 722 h 1910"/>
                <a:gd name="T122" fmla="*/ 581 w 1917"/>
                <a:gd name="T123" fmla="*/ 815 h 1910"/>
                <a:gd name="T124" fmla="*/ 572 w 1917"/>
                <a:gd name="T125" fmla="*/ 958 h 1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917" h="1910">
                  <a:moveTo>
                    <a:pt x="0" y="956"/>
                  </a:moveTo>
                  <a:lnTo>
                    <a:pt x="1" y="901"/>
                  </a:lnTo>
                  <a:lnTo>
                    <a:pt x="4" y="847"/>
                  </a:lnTo>
                  <a:lnTo>
                    <a:pt x="10" y="794"/>
                  </a:lnTo>
                  <a:lnTo>
                    <a:pt x="16" y="743"/>
                  </a:lnTo>
                  <a:lnTo>
                    <a:pt x="26" y="694"/>
                  </a:lnTo>
                  <a:lnTo>
                    <a:pt x="37" y="646"/>
                  </a:lnTo>
                  <a:lnTo>
                    <a:pt x="51" y="600"/>
                  </a:lnTo>
                  <a:lnTo>
                    <a:pt x="66" y="555"/>
                  </a:lnTo>
                  <a:lnTo>
                    <a:pt x="83" y="512"/>
                  </a:lnTo>
                  <a:lnTo>
                    <a:pt x="101" y="470"/>
                  </a:lnTo>
                  <a:lnTo>
                    <a:pt x="122" y="430"/>
                  </a:lnTo>
                  <a:lnTo>
                    <a:pt x="146" y="391"/>
                  </a:lnTo>
                  <a:lnTo>
                    <a:pt x="170" y="354"/>
                  </a:lnTo>
                  <a:lnTo>
                    <a:pt x="196" y="320"/>
                  </a:lnTo>
                  <a:lnTo>
                    <a:pt x="224" y="286"/>
                  </a:lnTo>
                  <a:lnTo>
                    <a:pt x="254" y="254"/>
                  </a:lnTo>
                  <a:lnTo>
                    <a:pt x="286" y="224"/>
                  </a:lnTo>
                  <a:lnTo>
                    <a:pt x="319" y="196"/>
                  </a:lnTo>
                  <a:lnTo>
                    <a:pt x="354" y="170"/>
                  </a:lnTo>
                  <a:lnTo>
                    <a:pt x="391" y="146"/>
                  </a:lnTo>
                  <a:lnTo>
                    <a:pt x="429" y="122"/>
                  </a:lnTo>
                  <a:lnTo>
                    <a:pt x="469" y="101"/>
                  </a:lnTo>
                  <a:lnTo>
                    <a:pt x="511" y="83"/>
                  </a:lnTo>
                  <a:lnTo>
                    <a:pt x="554" y="65"/>
                  </a:lnTo>
                  <a:lnTo>
                    <a:pt x="599" y="51"/>
                  </a:lnTo>
                  <a:lnTo>
                    <a:pt x="646" y="37"/>
                  </a:lnTo>
                  <a:lnTo>
                    <a:pt x="693" y="25"/>
                  </a:lnTo>
                  <a:lnTo>
                    <a:pt x="743" y="17"/>
                  </a:lnTo>
                  <a:lnTo>
                    <a:pt x="794" y="9"/>
                  </a:lnTo>
                  <a:lnTo>
                    <a:pt x="847" y="4"/>
                  </a:lnTo>
                  <a:lnTo>
                    <a:pt x="900" y="1"/>
                  </a:lnTo>
                  <a:lnTo>
                    <a:pt x="956" y="0"/>
                  </a:lnTo>
                  <a:lnTo>
                    <a:pt x="1011" y="1"/>
                  </a:lnTo>
                  <a:lnTo>
                    <a:pt x="1064" y="4"/>
                  </a:lnTo>
                  <a:lnTo>
                    <a:pt x="1117" y="9"/>
                  </a:lnTo>
                  <a:lnTo>
                    <a:pt x="1168" y="15"/>
                  </a:lnTo>
                  <a:lnTo>
                    <a:pt x="1218" y="24"/>
                  </a:lnTo>
                  <a:lnTo>
                    <a:pt x="1266" y="35"/>
                  </a:lnTo>
                  <a:lnTo>
                    <a:pt x="1313" y="47"/>
                  </a:lnTo>
                  <a:lnTo>
                    <a:pt x="1358" y="63"/>
                  </a:lnTo>
                  <a:lnTo>
                    <a:pt x="1401" y="78"/>
                  </a:lnTo>
                  <a:lnTo>
                    <a:pt x="1443" y="97"/>
                  </a:lnTo>
                  <a:lnTo>
                    <a:pt x="1484" y="117"/>
                  </a:lnTo>
                  <a:lnTo>
                    <a:pt x="1523" y="139"/>
                  </a:lnTo>
                  <a:lnTo>
                    <a:pt x="1559" y="163"/>
                  </a:lnTo>
                  <a:lnTo>
                    <a:pt x="1594" y="189"/>
                  </a:lnTo>
                  <a:lnTo>
                    <a:pt x="1629" y="216"/>
                  </a:lnTo>
                  <a:lnTo>
                    <a:pt x="1661" y="245"/>
                  </a:lnTo>
                  <a:lnTo>
                    <a:pt x="1691" y="276"/>
                  </a:lnTo>
                  <a:lnTo>
                    <a:pt x="1719" y="309"/>
                  </a:lnTo>
                  <a:lnTo>
                    <a:pt x="1746" y="343"/>
                  </a:lnTo>
                  <a:lnTo>
                    <a:pt x="1771" y="379"/>
                  </a:lnTo>
                  <a:lnTo>
                    <a:pt x="1793" y="417"/>
                  </a:lnTo>
                  <a:lnTo>
                    <a:pt x="1814" y="457"/>
                  </a:lnTo>
                  <a:lnTo>
                    <a:pt x="1834" y="497"/>
                  </a:lnTo>
                  <a:lnTo>
                    <a:pt x="1851" y="540"/>
                  </a:lnTo>
                  <a:lnTo>
                    <a:pt x="1866" y="584"/>
                  </a:lnTo>
                  <a:lnTo>
                    <a:pt x="1879" y="631"/>
                  </a:lnTo>
                  <a:lnTo>
                    <a:pt x="1892" y="678"/>
                  </a:lnTo>
                  <a:lnTo>
                    <a:pt x="1900" y="728"/>
                  </a:lnTo>
                  <a:lnTo>
                    <a:pt x="1908" y="779"/>
                  </a:lnTo>
                  <a:lnTo>
                    <a:pt x="1914" y="831"/>
                  </a:lnTo>
                  <a:lnTo>
                    <a:pt x="1916" y="886"/>
                  </a:lnTo>
                  <a:lnTo>
                    <a:pt x="1917" y="941"/>
                  </a:lnTo>
                  <a:lnTo>
                    <a:pt x="1917" y="997"/>
                  </a:lnTo>
                  <a:lnTo>
                    <a:pt x="1914" y="1051"/>
                  </a:lnTo>
                  <a:lnTo>
                    <a:pt x="1909" y="1104"/>
                  </a:lnTo>
                  <a:lnTo>
                    <a:pt x="1903" y="1155"/>
                  </a:lnTo>
                  <a:lnTo>
                    <a:pt x="1894" y="1204"/>
                  </a:lnTo>
                  <a:lnTo>
                    <a:pt x="1883" y="1253"/>
                  </a:lnTo>
                  <a:lnTo>
                    <a:pt x="1871" y="1300"/>
                  </a:lnTo>
                  <a:lnTo>
                    <a:pt x="1857" y="1345"/>
                  </a:lnTo>
                  <a:lnTo>
                    <a:pt x="1841" y="1389"/>
                  </a:lnTo>
                  <a:lnTo>
                    <a:pt x="1823" y="1431"/>
                  </a:lnTo>
                  <a:lnTo>
                    <a:pt x="1803" y="1472"/>
                  </a:lnTo>
                  <a:lnTo>
                    <a:pt x="1782" y="1511"/>
                  </a:lnTo>
                  <a:lnTo>
                    <a:pt x="1759" y="1548"/>
                  </a:lnTo>
                  <a:lnTo>
                    <a:pt x="1734" y="1584"/>
                  </a:lnTo>
                  <a:lnTo>
                    <a:pt x="1706" y="1618"/>
                  </a:lnTo>
                  <a:lnTo>
                    <a:pt x="1677" y="1651"/>
                  </a:lnTo>
                  <a:lnTo>
                    <a:pt x="1647" y="1681"/>
                  </a:lnTo>
                  <a:lnTo>
                    <a:pt x="1614" y="1709"/>
                  </a:lnTo>
                  <a:lnTo>
                    <a:pt x="1581" y="1737"/>
                  </a:lnTo>
                  <a:lnTo>
                    <a:pt x="1545" y="1761"/>
                  </a:lnTo>
                  <a:lnTo>
                    <a:pt x="1507" y="1784"/>
                  </a:lnTo>
                  <a:lnTo>
                    <a:pt x="1467" y="1806"/>
                  </a:lnTo>
                  <a:lnTo>
                    <a:pt x="1427" y="1825"/>
                  </a:lnTo>
                  <a:lnTo>
                    <a:pt x="1384" y="1843"/>
                  </a:lnTo>
                  <a:lnTo>
                    <a:pt x="1339" y="1858"/>
                  </a:lnTo>
                  <a:lnTo>
                    <a:pt x="1293" y="1873"/>
                  </a:lnTo>
                  <a:lnTo>
                    <a:pt x="1244" y="1884"/>
                  </a:lnTo>
                  <a:lnTo>
                    <a:pt x="1195" y="1893"/>
                  </a:lnTo>
                  <a:lnTo>
                    <a:pt x="1143" y="1900"/>
                  </a:lnTo>
                  <a:lnTo>
                    <a:pt x="1090" y="1906"/>
                  </a:lnTo>
                  <a:lnTo>
                    <a:pt x="1035" y="1909"/>
                  </a:lnTo>
                  <a:lnTo>
                    <a:pt x="978" y="1910"/>
                  </a:lnTo>
                  <a:lnTo>
                    <a:pt x="924" y="1909"/>
                  </a:lnTo>
                  <a:lnTo>
                    <a:pt x="870" y="1907"/>
                  </a:lnTo>
                  <a:lnTo>
                    <a:pt x="818" y="1901"/>
                  </a:lnTo>
                  <a:lnTo>
                    <a:pt x="766" y="1895"/>
                  </a:lnTo>
                  <a:lnTo>
                    <a:pt x="716" y="1887"/>
                  </a:lnTo>
                  <a:lnTo>
                    <a:pt x="669" y="1876"/>
                  </a:lnTo>
                  <a:lnTo>
                    <a:pt x="622" y="1864"/>
                  </a:lnTo>
                  <a:lnTo>
                    <a:pt x="576" y="1850"/>
                  </a:lnTo>
                  <a:lnTo>
                    <a:pt x="532" y="1834"/>
                  </a:lnTo>
                  <a:lnTo>
                    <a:pt x="490" y="1816"/>
                  </a:lnTo>
                  <a:lnTo>
                    <a:pt x="448" y="1796"/>
                  </a:lnTo>
                  <a:lnTo>
                    <a:pt x="409" y="1775"/>
                  </a:lnTo>
                  <a:lnTo>
                    <a:pt x="371" y="1752"/>
                  </a:lnTo>
                  <a:lnTo>
                    <a:pt x="335" y="1727"/>
                  </a:lnTo>
                  <a:lnTo>
                    <a:pt x="300" y="1699"/>
                  </a:lnTo>
                  <a:lnTo>
                    <a:pt x="268" y="1671"/>
                  </a:lnTo>
                  <a:lnTo>
                    <a:pt x="236" y="1640"/>
                  </a:lnTo>
                  <a:lnTo>
                    <a:pt x="207" y="1608"/>
                  </a:lnTo>
                  <a:lnTo>
                    <a:pt x="180" y="1573"/>
                  </a:lnTo>
                  <a:lnTo>
                    <a:pt x="154" y="1536"/>
                  </a:lnTo>
                  <a:lnTo>
                    <a:pt x="130" y="1499"/>
                  </a:lnTo>
                  <a:lnTo>
                    <a:pt x="108" y="1458"/>
                  </a:lnTo>
                  <a:lnTo>
                    <a:pt x="88" y="1416"/>
                  </a:lnTo>
                  <a:lnTo>
                    <a:pt x="70" y="1373"/>
                  </a:lnTo>
                  <a:lnTo>
                    <a:pt x="54" y="1327"/>
                  </a:lnTo>
                  <a:lnTo>
                    <a:pt x="40" y="1279"/>
                  </a:lnTo>
                  <a:lnTo>
                    <a:pt x="28" y="1231"/>
                  </a:lnTo>
                  <a:lnTo>
                    <a:pt x="19" y="1179"/>
                  </a:lnTo>
                  <a:lnTo>
                    <a:pt x="11" y="1126"/>
                  </a:lnTo>
                  <a:lnTo>
                    <a:pt x="5" y="1071"/>
                  </a:lnTo>
                  <a:lnTo>
                    <a:pt x="1" y="1015"/>
                  </a:lnTo>
                  <a:lnTo>
                    <a:pt x="0" y="956"/>
                  </a:lnTo>
                  <a:close/>
                  <a:moveTo>
                    <a:pt x="572" y="958"/>
                  </a:moveTo>
                  <a:lnTo>
                    <a:pt x="573" y="1008"/>
                  </a:lnTo>
                  <a:lnTo>
                    <a:pt x="576" y="1056"/>
                  </a:lnTo>
                  <a:lnTo>
                    <a:pt x="578" y="1081"/>
                  </a:lnTo>
                  <a:lnTo>
                    <a:pt x="582" y="1105"/>
                  </a:lnTo>
                  <a:lnTo>
                    <a:pt x="585" y="1128"/>
                  </a:lnTo>
                  <a:lnTo>
                    <a:pt x="588" y="1151"/>
                  </a:lnTo>
                  <a:lnTo>
                    <a:pt x="594" y="1174"/>
                  </a:lnTo>
                  <a:lnTo>
                    <a:pt x="599" y="1197"/>
                  </a:lnTo>
                  <a:lnTo>
                    <a:pt x="606" y="1219"/>
                  </a:lnTo>
                  <a:lnTo>
                    <a:pt x="613" y="1240"/>
                  </a:lnTo>
                  <a:lnTo>
                    <a:pt x="620" y="1260"/>
                  </a:lnTo>
                  <a:lnTo>
                    <a:pt x="629" y="1281"/>
                  </a:lnTo>
                  <a:lnTo>
                    <a:pt x="638" y="1300"/>
                  </a:lnTo>
                  <a:lnTo>
                    <a:pt x="649" y="1319"/>
                  </a:lnTo>
                  <a:lnTo>
                    <a:pt x="660" y="1338"/>
                  </a:lnTo>
                  <a:lnTo>
                    <a:pt x="672" y="1354"/>
                  </a:lnTo>
                  <a:lnTo>
                    <a:pt x="686" y="1371"/>
                  </a:lnTo>
                  <a:lnTo>
                    <a:pt x="700" y="1386"/>
                  </a:lnTo>
                  <a:lnTo>
                    <a:pt x="715" y="1401"/>
                  </a:lnTo>
                  <a:lnTo>
                    <a:pt x="732" y="1414"/>
                  </a:lnTo>
                  <a:lnTo>
                    <a:pt x="749" y="1427"/>
                  </a:lnTo>
                  <a:lnTo>
                    <a:pt x="767" y="1438"/>
                  </a:lnTo>
                  <a:lnTo>
                    <a:pt x="787" y="1448"/>
                  </a:lnTo>
                  <a:lnTo>
                    <a:pt x="808" y="1457"/>
                  </a:lnTo>
                  <a:lnTo>
                    <a:pt x="830" y="1464"/>
                  </a:lnTo>
                  <a:lnTo>
                    <a:pt x="853" y="1471"/>
                  </a:lnTo>
                  <a:lnTo>
                    <a:pt x="878" y="1477"/>
                  </a:lnTo>
                  <a:lnTo>
                    <a:pt x="904" y="1480"/>
                  </a:lnTo>
                  <a:lnTo>
                    <a:pt x="931" y="1482"/>
                  </a:lnTo>
                  <a:lnTo>
                    <a:pt x="959" y="1483"/>
                  </a:lnTo>
                  <a:lnTo>
                    <a:pt x="989" y="1482"/>
                  </a:lnTo>
                  <a:lnTo>
                    <a:pt x="1018" y="1480"/>
                  </a:lnTo>
                  <a:lnTo>
                    <a:pt x="1046" y="1476"/>
                  </a:lnTo>
                  <a:lnTo>
                    <a:pt x="1071" y="1470"/>
                  </a:lnTo>
                  <a:lnTo>
                    <a:pt x="1095" y="1463"/>
                  </a:lnTo>
                  <a:lnTo>
                    <a:pt x="1118" y="1456"/>
                  </a:lnTo>
                  <a:lnTo>
                    <a:pt x="1139" y="1446"/>
                  </a:lnTo>
                  <a:lnTo>
                    <a:pt x="1159" y="1436"/>
                  </a:lnTo>
                  <a:lnTo>
                    <a:pt x="1178" y="1424"/>
                  </a:lnTo>
                  <a:lnTo>
                    <a:pt x="1196" y="1410"/>
                  </a:lnTo>
                  <a:lnTo>
                    <a:pt x="1212" y="1396"/>
                  </a:lnTo>
                  <a:lnTo>
                    <a:pt x="1228" y="1381"/>
                  </a:lnTo>
                  <a:lnTo>
                    <a:pt x="1241" y="1365"/>
                  </a:lnTo>
                  <a:lnTo>
                    <a:pt x="1254" y="1348"/>
                  </a:lnTo>
                  <a:lnTo>
                    <a:pt x="1266" y="1330"/>
                  </a:lnTo>
                  <a:lnTo>
                    <a:pt x="1278" y="1310"/>
                  </a:lnTo>
                  <a:lnTo>
                    <a:pt x="1286" y="1291"/>
                  </a:lnTo>
                  <a:lnTo>
                    <a:pt x="1296" y="1270"/>
                  </a:lnTo>
                  <a:lnTo>
                    <a:pt x="1304" y="1249"/>
                  </a:lnTo>
                  <a:lnTo>
                    <a:pt x="1311" y="1227"/>
                  </a:lnTo>
                  <a:lnTo>
                    <a:pt x="1317" y="1205"/>
                  </a:lnTo>
                  <a:lnTo>
                    <a:pt x="1323" y="1182"/>
                  </a:lnTo>
                  <a:lnTo>
                    <a:pt x="1328" y="1158"/>
                  </a:lnTo>
                  <a:lnTo>
                    <a:pt x="1332" y="1135"/>
                  </a:lnTo>
                  <a:lnTo>
                    <a:pt x="1336" y="1110"/>
                  </a:lnTo>
                  <a:lnTo>
                    <a:pt x="1338" y="1085"/>
                  </a:lnTo>
                  <a:lnTo>
                    <a:pt x="1340" y="1061"/>
                  </a:lnTo>
                  <a:lnTo>
                    <a:pt x="1343" y="1036"/>
                  </a:lnTo>
                  <a:lnTo>
                    <a:pt x="1345" y="985"/>
                  </a:lnTo>
                  <a:lnTo>
                    <a:pt x="1346" y="934"/>
                  </a:lnTo>
                  <a:lnTo>
                    <a:pt x="1346" y="909"/>
                  </a:lnTo>
                  <a:lnTo>
                    <a:pt x="1345" y="884"/>
                  </a:lnTo>
                  <a:lnTo>
                    <a:pt x="1344" y="861"/>
                  </a:lnTo>
                  <a:lnTo>
                    <a:pt x="1342" y="837"/>
                  </a:lnTo>
                  <a:lnTo>
                    <a:pt x="1338" y="814"/>
                  </a:lnTo>
                  <a:lnTo>
                    <a:pt x="1335" y="790"/>
                  </a:lnTo>
                  <a:lnTo>
                    <a:pt x="1332" y="768"/>
                  </a:lnTo>
                  <a:lnTo>
                    <a:pt x="1327" y="744"/>
                  </a:lnTo>
                  <a:lnTo>
                    <a:pt x="1322" y="722"/>
                  </a:lnTo>
                  <a:lnTo>
                    <a:pt x="1315" y="701"/>
                  </a:lnTo>
                  <a:lnTo>
                    <a:pt x="1308" y="680"/>
                  </a:lnTo>
                  <a:lnTo>
                    <a:pt x="1301" y="659"/>
                  </a:lnTo>
                  <a:lnTo>
                    <a:pt x="1293" y="640"/>
                  </a:lnTo>
                  <a:lnTo>
                    <a:pt x="1284" y="621"/>
                  </a:lnTo>
                  <a:lnTo>
                    <a:pt x="1274" y="602"/>
                  </a:lnTo>
                  <a:lnTo>
                    <a:pt x="1263" y="584"/>
                  </a:lnTo>
                  <a:lnTo>
                    <a:pt x="1251" y="568"/>
                  </a:lnTo>
                  <a:lnTo>
                    <a:pt x="1239" y="551"/>
                  </a:lnTo>
                  <a:lnTo>
                    <a:pt x="1225" y="536"/>
                  </a:lnTo>
                  <a:lnTo>
                    <a:pt x="1210" y="522"/>
                  </a:lnTo>
                  <a:lnTo>
                    <a:pt x="1195" y="508"/>
                  </a:lnTo>
                  <a:lnTo>
                    <a:pt x="1178" y="496"/>
                  </a:lnTo>
                  <a:lnTo>
                    <a:pt x="1160" y="484"/>
                  </a:lnTo>
                  <a:lnTo>
                    <a:pt x="1143" y="474"/>
                  </a:lnTo>
                  <a:lnTo>
                    <a:pt x="1123" y="464"/>
                  </a:lnTo>
                  <a:lnTo>
                    <a:pt x="1102" y="457"/>
                  </a:lnTo>
                  <a:lnTo>
                    <a:pt x="1080" y="449"/>
                  </a:lnTo>
                  <a:lnTo>
                    <a:pt x="1058" y="443"/>
                  </a:lnTo>
                  <a:lnTo>
                    <a:pt x="1033" y="439"/>
                  </a:lnTo>
                  <a:lnTo>
                    <a:pt x="1008" y="434"/>
                  </a:lnTo>
                  <a:lnTo>
                    <a:pt x="982" y="433"/>
                  </a:lnTo>
                  <a:lnTo>
                    <a:pt x="954" y="432"/>
                  </a:lnTo>
                  <a:lnTo>
                    <a:pt x="926" y="433"/>
                  </a:lnTo>
                  <a:lnTo>
                    <a:pt x="899" y="436"/>
                  </a:lnTo>
                  <a:lnTo>
                    <a:pt x="873" y="439"/>
                  </a:lnTo>
                  <a:lnTo>
                    <a:pt x="849" y="444"/>
                  </a:lnTo>
                  <a:lnTo>
                    <a:pt x="827" y="451"/>
                  </a:lnTo>
                  <a:lnTo>
                    <a:pt x="805" y="459"/>
                  </a:lnTo>
                  <a:lnTo>
                    <a:pt x="784" y="468"/>
                  </a:lnTo>
                  <a:lnTo>
                    <a:pt x="765" y="479"/>
                  </a:lnTo>
                  <a:lnTo>
                    <a:pt x="746" y="490"/>
                  </a:lnTo>
                  <a:lnTo>
                    <a:pt x="729" y="503"/>
                  </a:lnTo>
                  <a:lnTo>
                    <a:pt x="713" y="516"/>
                  </a:lnTo>
                  <a:lnTo>
                    <a:pt x="698" y="532"/>
                  </a:lnTo>
                  <a:lnTo>
                    <a:pt x="684" y="547"/>
                  </a:lnTo>
                  <a:lnTo>
                    <a:pt x="671" y="564"/>
                  </a:lnTo>
                  <a:lnTo>
                    <a:pt x="659" y="581"/>
                  </a:lnTo>
                  <a:lnTo>
                    <a:pt x="648" y="599"/>
                  </a:lnTo>
                  <a:lnTo>
                    <a:pt x="637" y="619"/>
                  </a:lnTo>
                  <a:lnTo>
                    <a:pt x="628" y="637"/>
                  </a:lnTo>
                  <a:lnTo>
                    <a:pt x="619" y="658"/>
                  </a:lnTo>
                  <a:lnTo>
                    <a:pt x="612" y="679"/>
                  </a:lnTo>
                  <a:lnTo>
                    <a:pt x="605" y="700"/>
                  </a:lnTo>
                  <a:lnTo>
                    <a:pt x="598" y="722"/>
                  </a:lnTo>
                  <a:lnTo>
                    <a:pt x="594" y="745"/>
                  </a:lnTo>
                  <a:lnTo>
                    <a:pt x="588" y="768"/>
                  </a:lnTo>
                  <a:lnTo>
                    <a:pt x="585" y="792"/>
                  </a:lnTo>
                  <a:lnTo>
                    <a:pt x="581" y="815"/>
                  </a:lnTo>
                  <a:lnTo>
                    <a:pt x="578" y="838"/>
                  </a:lnTo>
                  <a:lnTo>
                    <a:pt x="576" y="862"/>
                  </a:lnTo>
                  <a:lnTo>
                    <a:pt x="573" y="911"/>
                  </a:lnTo>
                  <a:lnTo>
                    <a:pt x="572" y="9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2" name="Freeform 12"/>
            <p:cNvSpPr>
              <a:spLocks noEditPoints="1"/>
            </p:cNvSpPr>
            <p:nvPr/>
          </p:nvSpPr>
          <p:spPr bwMode="auto">
            <a:xfrm>
              <a:off x="1000649" y="1781145"/>
              <a:ext cx="201169" cy="200121"/>
            </a:xfrm>
            <a:custGeom>
              <a:avLst/>
              <a:gdLst>
                <a:gd name="T0" fmla="*/ 9 w 1917"/>
                <a:gd name="T1" fmla="*/ 794 h 1910"/>
                <a:gd name="T2" fmla="*/ 50 w 1917"/>
                <a:gd name="T3" fmla="*/ 600 h 1910"/>
                <a:gd name="T4" fmla="*/ 122 w 1917"/>
                <a:gd name="T5" fmla="*/ 430 h 1910"/>
                <a:gd name="T6" fmla="*/ 223 w 1917"/>
                <a:gd name="T7" fmla="*/ 286 h 1910"/>
                <a:gd name="T8" fmla="*/ 353 w 1917"/>
                <a:gd name="T9" fmla="*/ 170 h 1910"/>
                <a:gd name="T10" fmla="*/ 510 w 1917"/>
                <a:gd name="T11" fmla="*/ 83 h 1910"/>
                <a:gd name="T12" fmla="*/ 694 w 1917"/>
                <a:gd name="T13" fmla="*/ 25 h 1910"/>
                <a:gd name="T14" fmla="*/ 900 w 1917"/>
                <a:gd name="T15" fmla="*/ 1 h 1910"/>
                <a:gd name="T16" fmla="*/ 1117 w 1917"/>
                <a:gd name="T17" fmla="*/ 9 h 1910"/>
                <a:gd name="T18" fmla="*/ 1312 w 1917"/>
                <a:gd name="T19" fmla="*/ 47 h 1910"/>
                <a:gd name="T20" fmla="*/ 1483 w 1917"/>
                <a:gd name="T21" fmla="*/ 117 h 1910"/>
                <a:gd name="T22" fmla="*/ 1628 w 1917"/>
                <a:gd name="T23" fmla="*/ 216 h 1910"/>
                <a:gd name="T24" fmla="*/ 1745 w 1917"/>
                <a:gd name="T25" fmla="*/ 343 h 1910"/>
                <a:gd name="T26" fmla="*/ 1833 w 1917"/>
                <a:gd name="T27" fmla="*/ 497 h 1910"/>
                <a:gd name="T28" fmla="*/ 1891 w 1917"/>
                <a:gd name="T29" fmla="*/ 678 h 1910"/>
                <a:gd name="T30" fmla="*/ 1916 w 1917"/>
                <a:gd name="T31" fmla="*/ 886 h 1910"/>
                <a:gd name="T32" fmla="*/ 1908 w 1917"/>
                <a:gd name="T33" fmla="*/ 1104 h 1910"/>
                <a:gd name="T34" fmla="*/ 1871 w 1917"/>
                <a:gd name="T35" fmla="*/ 1300 h 1910"/>
                <a:gd name="T36" fmla="*/ 1802 w 1917"/>
                <a:gd name="T37" fmla="*/ 1472 h 1910"/>
                <a:gd name="T38" fmla="*/ 1706 w 1917"/>
                <a:gd name="T39" fmla="*/ 1618 h 1910"/>
                <a:gd name="T40" fmla="*/ 1580 w 1917"/>
                <a:gd name="T41" fmla="*/ 1737 h 1910"/>
                <a:gd name="T42" fmla="*/ 1426 w 1917"/>
                <a:gd name="T43" fmla="*/ 1825 h 1910"/>
                <a:gd name="T44" fmla="*/ 1244 w 1917"/>
                <a:gd name="T45" fmla="*/ 1884 h 1910"/>
                <a:gd name="T46" fmla="*/ 1035 w 1917"/>
                <a:gd name="T47" fmla="*/ 1909 h 1910"/>
                <a:gd name="T48" fmla="*/ 813 w 1917"/>
                <a:gd name="T49" fmla="*/ 1901 h 1910"/>
                <a:gd name="T50" fmla="*/ 614 w 1917"/>
                <a:gd name="T51" fmla="*/ 1863 h 1910"/>
                <a:gd name="T52" fmla="*/ 441 w 1917"/>
                <a:gd name="T53" fmla="*/ 1794 h 1910"/>
                <a:gd name="T54" fmla="*/ 294 w 1917"/>
                <a:gd name="T55" fmla="*/ 1695 h 1910"/>
                <a:gd name="T56" fmla="*/ 175 w 1917"/>
                <a:gd name="T57" fmla="*/ 1568 h 1910"/>
                <a:gd name="T58" fmla="*/ 85 w 1917"/>
                <a:gd name="T59" fmla="*/ 1412 h 1910"/>
                <a:gd name="T60" fmla="*/ 27 w 1917"/>
                <a:gd name="T61" fmla="*/ 1226 h 1910"/>
                <a:gd name="T62" fmla="*/ 1 w 1917"/>
                <a:gd name="T63" fmla="*/ 1013 h 1910"/>
                <a:gd name="T64" fmla="*/ 575 w 1917"/>
                <a:gd name="T65" fmla="*/ 1056 h 1910"/>
                <a:gd name="T66" fmla="*/ 589 w 1917"/>
                <a:gd name="T67" fmla="*/ 1151 h 1910"/>
                <a:gd name="T68" fmla="*/ 612 w 1917"/>
                <a:gd name="T69" fmla="*/ 1240 h 1910"/>
                <a:gd name="T70" fmla="*/ 648 w 1917"/>
                <a:gd name="T71" fmla="*/ 1319 h 1910"/>
                <a:gd name="T72" fmla="*/ 699 w 1917"/>
                <a:gd name="T73" fmla="*/ 1386 h 1910"/>
                <a:gd name="T74" fmla="*/ 767 w 1917"/>
                <a:gd name="T75" fmla="*/ 1438 h 1910"/>
                <a:gd name="T76" fmla="*/ 853 w 1917"/>
                <a:gd name="T77" fmla="*/ 1471 h 1910"/>
                <a:gd name="T78" fmla="*/ 959 w 1917"/>
                <a:gd name="T79" fmla="*/ 1483 h 1910"/>
                <a:gd name="T80" fmla="*/ 1071 w 1917"/>
                <a:gd name="T81" fmla="*/ 1470 h 1910"/>
                <a:gd name="T82" fmla="*/ 1160 w 1917"/>
                <a:gd name="T83" fmla="*/ 1436 h 1910"/>
                <a:gd name="T84" fmla="*/ 1227 w 1917"/>
                <a:gd name="T85" fmla="*/ 1381 h 1910"/>
                <a:gd name="T86" fmla="*/ 1277 w 1917"/>
                <a:gd name="T87" fmla="*/ 1310 h 1910"/>
                <a:gd name="T88" fmla="*/ 1311 w 1917"/>
                <a:gd name="T89" fmla="*/ 1227 h 1910"/>
                <a:gd name="T90" fmla="*/ 1332 w 1917"/>
                <a:gd name="T91" fmla="*/ 1135 h 1910"/>
                <a:gd name="T92" fmla="*/ 1342 w 1917"/>
                <a:gd name="T93" fmla="*/ 1036 h 1910"/>
                <a:gd name="T94" fmla="*/ 1344 w 1917"/>
                <a:gd name="T95" fmla="*/ 884 h 1910"/>
                <a:gd name="T96" fmla="*/ 1335 w 1917"/>
                <a:gd name="T97" fmla="*/ 790 h 1910"/>
                <a:gd name="T98" fmla="*/ 1315 w 1917"/>
                <a:gd name="T99" fmla="*/ 701 h 1910"/>
                <a:gd name="T100" fmla="*/ 1283 w 1917"/>
                <a:gd name="T101" fmla="*/ 621 h 1910"/>
                <a:gd name="T102" fmla="*/ 1238 w 1917"/>
                <a:gd name="T103" fmla="*/ 551 h 1910"/>
                <a:gd name="T104" fmla="*/ 1177 w 1917"/>
                <a:gd name="T105" fmla="*/ 496 h 1910"/>
                <a:gd name="T106" fmla="*/ 1101 w 1917"/>
                <a:gd name="T107" fmla="*/ 457 h 1910"/>
                <a:gd name="T108" fmla="*/ 1007 w 1917"/>
                <a:gd name="T109" fmla="*/ 434 h 1910"/>
                <a:gd name="T110" fmla="*/ 899 w 1917"/>
                <a:gd name="T111" fmla="*/ 436 h 1910"/>
                <a:gd name="T112" fmla="*/ 804 w 1917"/>
                <a:gd name="T113" fmla="*/ 459 h 1910"/>
                <a:gd name="T114" fmla="*/ 729 w 1917"/>
                <a:gd name="T115" fmla="*/ 503 h 1910"/>
                <a:gd name="T116" fmla="*/ 670 w 1917"/>
                <a:gd name="T117" fmla="*/ 564 h 1910"/>
                <a:gd name="T118" fmla="*/ 627 w 1917"/>
                <a:gd name="T119" fmla="*/ 637 h 1910"/>
                <a:gd name="T120" fmla="*/ 599 w 1917"/>
                <a:gd name="T121" fmla="*/ 722 h 1910"/>
                <a:gd name="T122" fmla="*/ 581 w 1917"/>
                <a:gd name="T123" fmla="*/ 815 h 1910"/>
                <a:gd name="T124" fmla="*/ 572 w 1917"/>
                <a:gd name="T125" fmla="*/ 958 h 1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917" h="1910">
                  <a:moveTo>
                    <a:pt x="0" y="956"/>
                  </a:moveTo>
                  <a:lnTo>
                    <a:pt x="1" y="901"/>
                  </a:lnTo>
                  <a:lnTo>
                    <a:pt x="5" y="847"/>
                  </a:lnTo>
                  <a:lnTo>
                    <a:pt x="9" y="794"/>
                  </a:lnTo>
                  <a:lnTo>
                    <a:pt x="17" y="743"/>
                  </a:lnTo>
                  <a:lnTo>
                    <a:pt x="25" y="694"/>
                  </a:lnTo>
                  <a:lnTo>
                    <a:pt x="37" y="646"/>
                  </a:lnTo>
                  <a:lnTo>
                    <a:pt x="50" y="600"/>
                  </a:lnTo>
                  <a:lnTo>
                    <a:pt x="65" y="555"/>
                  </a:lnTo>
                  <a:lnTo>
                    <a:pt x="82" y="512"/>
                  </a:lnTo>
                  <a:lnTo>
                    <a:pt x="101" y="470"/>
                  </a:lnTo>
                  <a:lnTo>
                    <a:pt x="122" y="430"/>
                  </a:lnTo>
                  <a:lnTo>
                    <a:pt x="145" y="391"/>
                  </a:lnTo>
                  <a:lnTo>
                    <a:pt x="169" y="354"/>
                  </a:lnTo>
                  <a:lnTo>
                    <a:pt x="196" y="320"/>
                  </a:lnTo>
                  <a:lnTo>
                    <a:pt x="223" y="286"/>
                  </a:lnTo>
                  <a:lnTo>
                    <a:pt x="254" y="254"/>
                  </a:lnTo>
                  <a:lnTo>
                    <a:pt x="285" y="224"/>
                  </a:lnTo>
                  <a:lnTo>
                    <a:pt x="318" y="196"/>
                  </a:lnTo>
                  <a:lnTo>
                    <a:pt x="353" y="170"/>
                  </a:lnTo>
                  <a:lnTo>
                    <a:pt x="390" y="146"/>
                  </a:lnTo>
                  <a:lnTo>
                    <a:pt x="429" y="122"/>
                  </a:lnTo>
                  <a:lnTo>
                    <a:pt x="469" y="101"/>
                  </a:lnTo>
                  <a:lnTo>
                    <a:pt x="510" y="83"/>
                  </a:lnTo>
                  <a:lnTo>
                    <a:pt x="554" y="65"/>
                  </a:lnTo>
                  <a:lnTo>
                    <a:pt x="599" y="51"/>
                  </a:lnTo>
                  <a:lnTo>
                    <a:pt x="645" y="37"/>
                  </a:lnTo>
                  <a:lnTo>
                    <a:pt x="694" y="25"/>
                  </a:lnTo>
                  <a:lnTo>
                    <a:pt x="742" y="17"/>
                  </a:lnTo>
                  <a:lnTo>
                    <a:pt x="794" y="9"/>
                  </a:lnTo>
                  <a:lnTo>
                    <a:pt x="846" y="4"/>
                  </a:lnTo>
                  <a:lnTo>
                    <a:pt x="900" y="1"/>
                  </a:lnTo>
                  <a:lnTo>
                    <a:pt x="955" y="0"/>
                  </a:lnTo>
                  <a:lnTo>
                    <a:pt x="1011" y="1"/>
                  </a:lnTo>
                  <a:lnTo>
                    <a:pt x="1065" y="4"/>
                  </a:lnTo>
                  <a:lnTo>
                    <a:pt x="1117" y="9"/>
                  </a:lnTo>
                  <a:lnTo>
                    <a:pt x="1169" y="15"/>
                  </a:lnTo>
                  <a:lnTo>
                    <a:pt x="1218" y="24"/>
                  </a:lnTo>
                  <a:lnTo>
                    <a:pt x="1266" y="35"/>
                  </a:lnTo>
                  <a:lnTo>
                    <a:pt x="1312" y="47"/>
                  </a:lnTo>
                  <a:lnTo>
                    <a:pt x="1357" y="63"/>
                  </a:lnTo>
                  <a:lnTo>
                    <a:pt x="1402" y="78"/>
                  </a:lnTo>
                  <a:lnTo>
                    <a:pt x="1444" y="97"/>
                  </a:lnTo>
                  <a:lnTo>
                    <a:pt x="1483" y="117"/>
                  </a:lnTo>
                  <a:lnTo>
                    <a:pt x="1522" y="139"/>
                  </a:lnTo>
                  <a:lnTo>
                    <a:pt x="1559" y="163"/>
                  </a:lnTo>
                  <a:lnTo>
                    <a:pt x="1595" y="189"/>
                  </a:lnTo>
                  <a:lnTo>
                    <a:pt x="1628" y="216"/>
                  </a:lnTo>
                  <a:lnTo>
                    <a:pt x="1660" y="245"/>
                  </a:lnTo>
                  <a:lnTo>
                    <a:pt x="1691" y="276"/>
                  </a:lnTo>
                  <a:lnTo>
                    <a:pt x="1718" y="309"/>
                  </a:lnTo>
                  <a:lnTo>
                    <a:pt x="1745" y="343"/>
                  </a:lnTo>
                  <a:lnTo>
                    <a:pt x="1770" y="379"/>
                  </a:lnTo>
                  <a:lnTo>
                    <a:pt x="1794" y="417"/>
                  </a:lnTo>
                  <a:lnTo>
                    <a:pt x="1815" y="457"/>
                  </a:lnTo>
                  <a:lnTo>
                    <a:pt x="1833" y="497"/>
                  </a:lnTo>
                  <a:lnTo>
                    <a:pt x="1851" y="540"/>
                  </a:lnTo>
                  <a:lnTo>
                    <a:pt x="1866" y="584"/>
                  </a:lnTo>
                  <a:lnTo>
                    <a:pt x="1880" y="631"/>
                  </a:lnTo>
                  <a:lnTo>
                    <a:pt x="1891" y="678"/>
                  </a:lnTo>
                  <a:lnTo>
                    <a:pt x="1900" y="728"/>
                  </a:lnTo>
                  <a:lnTo>
                    <a:pt x="1907" y="779"/>
                  </a:lnTo>
                  <a:lnTo>
                    <a:pt x="1913" y="831"/>
                  </a:lnTo>
                  <a:lnTo>
                    <a:pt x="1916" y="886"/>
                  </a:lnTo>
                  <a:lnTo>
                    <a:pt x="1917" y="941"/>
                  </a:lnTo>
                  <a:lnTo>
                    <a:pt x="1916" y="997"/>
                  </a:lnTo>
                  <a:lnTo>
                    <a:pt x="1913" y="1051"/>
                  </a:lnTo>
                  <a:lnTo>
                    <a:pt x="1908" y="1104"/>
                  </a:lnTo>
                  <a:lnTo>
                    <a:pt x="1902" y="1155"/>
                  </a:lnTo>
                  <a:lnTo>
                    <a:pt x="1893" y="1204"/>
                  </a:lnTo>
                  <a:lnTo>
                    <a:pt x="1883" y="1253"/>
                  </a:lnTo>
                  <a:lnTo>
                    <a:pt x="1871" y="1300"/>
                  </a:lnTo>
                  <a:lnTo>
                    <a:pt x="1857" y="1345"/>
                  </a:lnTo>
                  <a:lnTo>
                    <a:pt x="1840" y="1389"/>
                  </a:lnTo>
                  <a:lnTo>
                    <a:pt x="1822" y="1431"/>
                  </a:lnTo>
                  <a:lnTo>
                    <a:pt x="1802" y="1472"/>
                  </a:lnTo>
                  <a:lnTo>
                    <a:pt x="1781" y="1511"/>
                  </a:lnTo>
                  <a:lnTo>
                    <a:pt x="1758" y="1548"/>
                  </a:lnTo>
                  <a:lnTo>
                    <a:pt x="1733" y="1584"/>
                  </a:lnTo>
                  <a:lnTo>
                    <a:pt x="1706" y="1618"/>
                  </a:lnTo>
                  <a:lnTo>
                    <a:pt x="1678" y="1651"/>
                  </a:lnTo>
                  <a:lnTo>
                    <a:pt x="1647" y="1681"/>
                  </a:lnTo>
                  <a:lnTo>
                    <a:pt x="1615" y="1709"/>
                  </a:lnTo>
                  <a:lnTo>
                    <a:pt x="1580" y="1737"/>
                  </a:lnTo>
                  <a:lnTo>
                    <a:pt x="1544" y="1761"/>
                  </a:lnTo>
                  <a:lnTo>
                    <a:pt x="1506" y="1784"/>
                  </a:lnTo>
                  <a:lnTo>
                    <a:pt x="1467" y="1806"/>
                  </a:lnTo>
                  <a:lnTo>
                    <a:pt x="1426" y="1825"/>
                  </a:lnTo>
                  <a:lnTo>
                    <a:pt x="1383" y="1843"/>
                  </a:lnTo>
                  <a:lnTo>
                    <a:pt x="1339" y="1858"/>
                  </a:lnTo>
                  <a:lnTo>
                    <a:pt x="1292" y="1873"/>
                  </a:lnTo>
                  <a:lnTo>
                    <a:pt x="1244" y="1884"/>
                  </a:lnTo>
                  <a:lnTo>
                    <a:pt x="1194" y="1893"/>
                  </a:lnTo>
                  <a:lnTo>
                    <a:pt x="1143" y="1900"/>
                  </a:lnTo>
                  <a:lnTo>
                    <a:pt x="1089" y="1906"/>
                  </a:lnTo>
                  <a:lnTo>
                    <a:pt x="1035" y="1909"/>
                  </a:lnTo>
                  <a:lnTo>
                    <a:pt x="977" y="1910"/>
                  </a:lnTo>
                  <a:lnTo>
                    <a:pt x="921" y="1909"/>
                  </a:lnTo>
                  <a:lnTo>
                    <a:pt x="867" y="1906"/>
                  </a:lnTo>
                  <a:lnTo>
                    <a:pt x="813" y="1901"/>
                  </a:lnTo>
                  <a:lnTo>
                    <a:pt x="761" y="1895"/>
                  </a:lnTo>
                  <a:lnTo>
                    <a:pt x="711" y="1886"/>
                  </a:lnTo>
                  <a:lnTo>
                    <a:pt x="662" y="1875"/>
                  </a:lnTo>
                  <a:lnTo>
                    <a:pt x="614" y="1863"/>
                  </a:lnTo>
                  <a:lnTo>
                    <a:pt x="569" y="1848"/>
                  </a:lnTo>
                  <a:lnTo>
                    <a:pt x="525" y="1832"/>
                  </a:lnTo>
                  <a:lnTo>
                    <a:pt x="482" y="1814"/>
                  </a:lnTo>
                  <a:lnTo>
                    <a:pt x="441" y="1794"/>
                  </a:lnTo>
                  <a:lnTo>
                    <a:pt x="401" y="1772"/>
                  </a:lnTo>
                  <a:lnTo>
                    <a:pt x="363" y="1749"/>
                  </a:lnTo>
                  <a:lnTo>
                    <a:pt x="328" y="1723"/>
                  </a:lnTo>
                  <a:lnTo>
                    <a:pt x="294" y="1695"/>
                  </a:lnTo>
                  <a:lnTo>
                    <a:pt x="261" y="1666"/>
                  </a:lnTo>
                  <a:lnTo>
                    <a:pt x="230" y="1635"/>
                  </a:lnTo>
                  <a:lnTo>
                    <a:pt x="201" y="1602"/>
                  </a:lnTo>
                  <a:lnTo>
                    <a:pt x="175" y="1568"/>
                  </a:lnTo>
                  <a:lnTo>
                    <a:pt x="149" y="1532"/>
                  </a:lnTo>
                  <a:lnTo>
                    <a:pt x="126" y="1493"/>
                  </a:lnTo>
                  <a:lnTo>
                    <a:pt x="104" y="1453"/>
                  </a:lnTo>
                  <a:lnTo>
                    <a:pt x="85" y="1412"/>
                  </a:lnTo>
                  <a:lnTo>
                    <a:pt x="67" y="1367"/>
                  </a:lnTo>
                  <a:lnTo>
                    <a:pt x="52" y="1322"/>
                  </a:lnTo>
                  <a:lnTo>
                    <a:pt x="38" y="1275"/>
                  </a:lnTo>
                  <a:lnTo>
                    <a:pt x="27" y="1226"/>
                  </a:lnTo>
                  <a:lnTo>
                    <a:pt x="17" y="1176"/>
                  </a:lnTo>
                  <a:lnTo>
                    <a:pt x="9" y="1124"/>
                  </a:lnTo>
                  <a:lnTo>
                    <a:pt x="5" y="1070"/>
                  </a:lnTo>
                  <a:lnTo>
                    <a:pt x="1" y="1013"/>
                  </a:lnTo>
                  <a:lnTo>
                    <a:pt x="0" y="956"/>
                  </a:lnTo>
                  <a:close/>
                  <a:moveTo>
                    <a:pt x="572" y="958"/>
                  </a:moveTo>
                  <a:lnTo>
                    <a:pt x="573" y="1008"/>
                  </a:lnTo>
                  <a:lnTo>
                    <a:pt x="575" y="1056"/>
                  </a:lnTo>
                  <a:lnTo>
                    <a:pt x="578" y="1081"/>
                  </a:lnTo>
                  <a:lnTo>
                    <a:pt x="581" y="1105"/>
                  </a:lnTo>
                  <a:lnTo>
                    <a:pt x="584" y="1128"/>
                  </a:lnTo>
                  <a:lnTo>
                    <a:pt x="589" y="1151"/>
                  </a:lnTo>
                  <a:lnTo>
                    <a:pt x="593" y="1174"/>
                  </a:lnTo>
                  <a:lnTo>
                    <a:pt x="599" y="1197"/>
                  </a:lnTo>
                  <a:lnTo>
                    <a:pt x="605" y="1219"/>
                  </a:lnTo>
                  <a:lnTo>
                    <a:pt x="612" y="1240"/>
                  </a:lnTo>
                  <a:lnTo>
                    <a:pt x="620" y="1260"/>
                  </a:lnTo>
                  <a:lnTo>
                    <a:pt x="628" y="1281"/>
                  </a:lnTo>
                  <a:lnTo>
                    <a:pt x="638" y="1300"/>
                  </a:lnTo>
                  <a:lnTo>
                    <a:pt x="648" y="1319"/>
                  </a:lnTo>
                  <a:lnTo>
                    <a:pt x="659" y="1338"/>
                  </a:lnTo>
                  <a:lnTo>
                    <a:pt x="672" y="1354"/>
                  </a:lnTo>
                  <a:lnTo>
                    <a:pt x="685" y="1371"/>
                  </a:lnTo>
                  <a:lnTo>
                    <a:pt x="699" y="1386"/>
                  </a:lnTo>
                  <a:lnTo>
                    <a:pt x="715" y="1401"/>
                  </a:lnTo>
                  <a:lnTo>
                    <a:pt x="731" y="1414"/>
                  </a:lnTo>
                  <a:lnTo>
                    <a:pt x="749" y="1427"/>
                  </a:lnTo>
                  <a:lnTo>
                    <a:pt x="767" y="1438"/>
                  </a:lnTo>
                  <a:lnTo>
                    <a:pt x="786" y="1448"/>
                  </a:lnTo>
                  <a:lnTo>
                    <a:pt x="807" y="1457"/>
                  </a:lnTo>
                  <a:lnTo>
                    <a:pt x="829" y="1464"/>
                  </a:lnTo>
                  <a:lnTo>
                    <a:pt x="853" y="1471"/>
                  </a:lnTo>
                  <a:lnTo>
                    <a:pt x="877" y="1477"/>
                  </a:lnTo>
                  <a:lnTo>
                    <a:pt x="903" y="1480"/>
                  </a:lnTo>
                  <a:lnTo>
                    <a:pt x="930" y="1482"/>
                  </a:lnTo>
                  <a:lnTo>
                    <a:pt x="959" y="1483"/>
                  </a:lnTo>
                  <a:lnTo>
                    <a:pt x="990" y="1482"/>
                  </a:lnTo>
                  <a:lnTo>
                    <a:pt x="1018" y="1480"/>
                  </a:lnTo>
                  <a:lnTo>
                    <a:pt x="1045" y="1476"/>
                  </a:lnTo>
                  <a:lnTo>
                    <a:pt x="1071" y="1470"/>
                  </a:lnTo>
                  <a:lnTo>
                    <a:pt x="1095" y="1463"/>
                  </a:lnTo>
                  <a:lnTo>
                    <a:pt x="1118" y="1456"/>
                  </a:lnTo>
                  <a:lnTo>
                    <a:pt x="1139" y="1446"/>
                  </a:lnTo>
                  <a:lnTo>
                    <a:pt x="1160" y="1436"/>
                  </a:lnTo>
                  <a:lnTo>
                    <a:pt x="1178" y="1424"/>
                  </a:lnTo>
                  <a:lnTo>
                    <a:pt x="1195" y="1410"/>
                  </a:lnTo>
                  <a:lnTo>
                    <a:pt x="1212" y="1396"/>
                  </a:lnTo>
                  <a:lnTo>
                    <a:pt x="1227" y="1381"/>
                  </a:lnTo>
                  <a:lnTo>
                    <a:pt x="1241" y="1365"/>
                  </a:lnTo>
                  <a:lnTo>
                    <a:pt x="1254" y="1348"/>
                  </a:lnTo>
                  <a:lnTo>
                    <a:pt x="1266" y="1330"/>
                  </a:lnTo>
                  <a:lnTo>
                    <a:pt x="1277" y="1310"/>
                  </a:lnTo>
                  <a:lnTo>
                    <a:pt x="1287" y="1291"/>
                  </a:lnTo>
                  <a:lnTo>
                    <a:pt x="1296" y="1270"/>
                  </a:lnTo>
                  <a:lnTo>
                    <a:pt x="1303" y="1249"/>
                  </a:lnTo>
                  <a:lnTo>
                    <a:pt x="1311" y="1227"/>
                  </a:lnTo>
                  <a:lnTo>
                    <a:pt x="1317" y="1205"/>
                  </a:lnTo>
                  <a:lnTo>
                    <a:pt x="1322" y="1182"/>
                  </a:lnTo>
                  <a:lnTo>
                    <a:pt x="1328" y="1158"/>
                  </a:lnTo>
                  <a:lnTo>
                    <a:pt x="1332" y="1135"/>
                  </a:lnTo>
                  <a:lnTo>
                    <a:pt x="1335" y="1110"/>
                  </a:lnTo>
                  <a:lnTo>
                    <a:pt x="1339" y="1085"/>
                  </a:lnTo>
                  <a:lnTo>
                    <a:pt x="1341" y="1061"/>
                  </a:lnTo>
                  <a:lnTo>
                    <a:pt x="1342" y="1036"/>
                  </a:lnTo>
                  <a:lnTo>
                    <a:pt x="1344" y="985"/>
                  </a:lnTo>
                  <a:lnTo>
                    <a:pt x="1345" y="934"/>
                  </a:lnTo>
                  <a:lnTo>
                    <a:pt x="1345" y="909"/>
                  </a:lnTo>
                  <a:lnTo>
                    <a:pt x="1344" y="884"/>
                  </a:lnTo>
                  <a:lnTo>
                    <a:pt x="1343" y="861"/>
                  </a:lnTo>
                  <a:lnTo>
                    <a:pt x="1341" y="837"/>
                  </a:lnTo>
                  <a:lnTo>
                    <a:pt x="1339" y="814"/>
                  </a:lnTo>
                  <a:lnTo>
                    <a:pt x="1335" y="790"/>
                  </a:lnTo>
                  <a:lnTo>
                    <a:pt x="1331" y="768"/>
                  </a:lnTo>
                  <a:lnTo>
                    <a:pt x="1326" y="744"/>
                  </a:lnTo>
                  <a:lnTo>
                    <a:pt x="1321" y="722"/>
                  </a:lnTo>
                  <a:lnTo>
                    <a:pt x="1315" y="701"/>
                  </a:lnTo>
                  <a:lnTo>
                    <a:pt x="1309" y="680"/>
                  </a:lnTo>
                  <a:lnTo>
                    <a:pt x="1301" y="659"/>
                  </a:lnTo>
                  <a:lnTo>
                    <a:pt x="1292" y="640"/>
                  </a:lnTo>
                  <a:lnTo>
                    <a:pt x="1283" y="621"/>
                  </a:lnTo>
                  <a:lnTo>
                    <a:pt x="1273" y="602"/>
                  </a:lnTo>
                  <a:lnTo>
                    <a:pt x="1262" y="584"/>
                  </a:lnTo>
                  <a:lnTo>
                    <a:pt x="1250" y="568"/>
                  </a:lnTo>
                  <a:lnTo>
                    <a:pt x="1238" y="551"/>
                  </a:lnTo>
                  <a:lnTo>
                    <a:pt x="1225" y="536"/>
                  </a:lnTo>
                  <a:lnTo>
                    <a:pt x="1209" y="522"/>
                  </a:lnTo>
                  <a:lnTo>
                    <a:pt x="1194" y="508"/>
                  </a:lnTo>
                  <a:lnTo>
                    <a:pt x="1177" y="496"/>
                  </a:lnTo>
                  <a:lnTo>
                    <a:pt x="1161" y="484"/>
                  </a:lnTo>
                  <a:lnTo>
                    <a:pt x="1142" y="474"/>
                  </a:lnTo>
                  <a:lnTo>
                    <a:pt x="1122" y="464"/>
                  </a:lnTo>
                  <a:lnTo>
                    <a:pt x="1101" y="457"/>
                  </a:lnTo>
                  <a:lnTo>
                    <a:pt x="1080" y="449"/>
                  </a:lnTo>
                  <a:lnTo>
                    <a:pt x="1057" y="443"/>
                  </a:lnTo>
                  <a:lnTo>
                    <a:pt x="1033" y="439"/>
                  </a:lnTo>
                  <a:lnTo>
                    <a:pt x="1007" y="434"/>
                  </a:lnTo>
                  <a:lnTo>
                    <a:pt x="982" y="433"/>
                  </a:lnTo>
                  <a:lnTo>
                    <a:pt x="954" y="432"/>
                  </a:lnTo>
                  <a:lnTo>
                    <a:pt x="926" y="433"/>
                  </a:lnTo>
                  <a:lnTo>
                    <a:pt x="899" y="436"/>
                  </a:lnTo>
                  <a:lnTo>
                    <a:pt x="874" y="439"/>
                  </a:lnTo>
                  <a:lnTo>
                    <a:pt x="849" y="444"/>
                  </a:lnTo>
                  <a:lnTo>
                    <a:pt x="826" y="451"/>
                  </a:lnTo>
                  <a:lnTo>
                    <a:pt x="804" y="459"/>
                  </a:lnTo>
                  <a:lnTo>
                    <a:pt x="783" y="468"/>
                  </a:lnTo>
                  <a:lnTo>
                    <a:pt x="764" y="479"/>
                  </a:lnTo>
                  <a:lnTo>
                    <a:pt x="746" y="490"/>
                  </a:lnTo>
                  <a:lnTo>
                    <a:pt x="729" y="503"/>
                  </a:lnTo>
                  <a:lnTo>
                    <a:pt x="712" y="516"/>
                  </a:lnTo>
                  <a:lnTo>
                    <a:pt x="698" y="532"/>
                  </a:lnTo>
                  <a:lnTo>
                    <a:pt x="684" y="547"/>
                  </a:lnTo>
                  <a:lnTo>
                    <a:pt x="670" y="564"/>
                  </a:lnTo>
                  <a:lnTo>
                    <a:pt x="658" y="581"/>
                  </a:lnTo>
                  <a:lnTo>
                    <a:pt x="647" y="599"/>
                  </a:lnTo>
                  <a:lnTo>
                    <a:pt x="637" y="619"/>
                  </a:lnTo>
                  <a:lnTo>
                    <a:pt x="627" y="637"/>
                  </a:lnTo>
                  <a:lnTo>
                    <a:pt x="620" y="658"/>
                  </a:lnTo>
                  <a:lnTo>
                    <a:pt x="612" y="679"/>
                  </a:lnTo>
                  <a:lnTo>
                    <a:pt x="604" y="700"/>
                  </a:lnTo>
                  <a:lnTo>
                    <a:pt x="599" y="722"/>
                  </a:lnTo>
                  <a:lnTo>
                    <a:pt x="593" y="745"/>
                  </a:lnTo>
                  <a:lnTo>
                    <a:pt x="589" y="768"/>
                  </a:lnTo>
                  <a:lnTo>
                    <a:pt x="584" y="792"/>
                  </a:lnTo>
                  <a:lnTo>
                    <a:pt x="581" y="815"/>
                  </a:lnTo>
                  <a:lnTo>
                    <a:pt x="578" y="838"/>
                  </a:lnTo>
                  <a:lnTo>
                    <a:pt x="575" y="862"/>
                  </a:lnTo>
                  <a:lnTo>
                    <a:pt x="573" y="911"/>
                  </a:lnTo>
                  <a:lnTo>
                    <a:pt x="572" y="9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3" name="Freeform 13"/>
            <p:cNvSpPr>
              <a:spLocks noEditPoints="1"/>
            </p:cNvSpPr>
            <p:nvPr/>
          </p:nvSpPr>
          <p:spPr bwMode="auto">
            <a:xfrm>
              <a:off x="780620" y="1781145"/>
              <a:ext cx="200121" cy="200121"/>
            </a:xfrm>
            <a:custGeom>
              <a:avLst/>
              <a:gdLst>
                <a:gd name="T0" fmla="*/ 17 w 1918"/>
                <a:gd name="T1" fmla="*/ 743 h 1910"/>
                <a:gd name="T2" fmla="*/ 83 w 1918"/>
                <a:gd name="T3" fmla="*/ 512 h 1910"/>
                <a:gd name="T4" fmla="*/ 197 w 1918"/>
                <a:gd name="T5" fmla="*/ 320 h 1910"/>
                <a:gd name="T6" fmla="*/ 355 w 1918"/>
                <a:gd name="T7" fmla="*/ 170 h 1910"/>
                <a:gd name="T8" fmla="*/ 555 w 1918"/>
                <a:gd name="T9" fmla="*/ 65 h 1910"/>
                <a:gd name="T10" fmla="*/ 794 w 1918"/>
                <a:gd name="T11" fmla="*/ 9 h 1910"/>
                <a:gd name="T12" fmla="*/ 1065 w 1918"/>
                <a:gd name="T13" fmla="*/ 4 h 1910"/>
                <a:gd name="T14" fmla="*/ 1313 w 1918"/>
                <a:gd name="T15" fmla="*/ 47 h 1910"/>
                <a:gd name="T16" fmla="*/ 1523 w 1918"/>
                <a:gd name="T17" fmla="*/ 139 h 1910"/>
                <a:gd name="T18" fmla="*/ 1691 w 1918"/>
                <a:gd name="T19" fmla="*/ 276 h 1910"/>
                <a:gd name="T20" fmla="*/ 1815 w 1918"/>
                <a:gd name="T21" fmla="*/ 457 h 1910"/>
                <a:gd name="T22" fmla="*/ 1892 w 1918"/>
                <a:gd name="T23" fmla="*/ 678 h 1910"/>
                <a:gd name="T24" fmla="*/ 1918 w 1918"/>
                <a:gd name="T25" fmla="*/ 941 h 1910"/>
                <a:gd name="T26" fmla="*/ 1908 w 1918"/>
                <a:gd name="T27" fmla="*/ 1133 h 1910"/>
                <a:gd name="T28" fmla="*/ 1874 w 1918"/>
                <a:gd name="T29" fmla="*/ 1300 h 1910"/>
                <a:gd name="T30" fmla="*/ 1821 w 1918"/>
                <a:gd name="T31" fmla="*/ 1446 h 1910"/>
                <a:gd name="T32" fmla="*/ 1739 w 1918"/>
                <a:gd name="T33" fmla="*/ 1582 h 1910"/>
                <a:gd name="T34" fmla="*/ 1634 w 1918"/>
                <a:gd name="T35" fmla="*/ 1695 h 1910"/>
                <a:gd name="T36" fmla="*/ 1512 w 1918"/>
                <a:gd name="T37" fmla="*/ 1782 h 1910"/>
                <a:gd name="T38" fmla="*/ 1378 w 1918"/>
                <a:gd name="T39" fmla="*/ 1846 h 1910"/>
                <a:gd name="T40" fmla="*/ 1231 w 1918"/>
                <a:gd name="T41" fmla="*/ 1887 h 1910"/>
                <a:gd name="T42" fmla="*/ 1075 w 1918"/>
                <a:gd name="T43" fmla="*/ 1907 h 1910"/>
                <a:gd name="T44" fmla="*/ 903 w 1918"/>
                <a:gd name="T45" fmla="*/ 1909 h 1910"/>
                <a:gd name="T46" fmla="*/ 726 w 1918"/>
                <a:gd name="T47" fmla="*/ 1891 h 1910"/>
                <a:gd name="T48" fmla="*/ 570 w 1918"/>
                <a:gd name="T49" fmla="*/ 1854 h 1910"/>
                <a:gd name="T50" fmla="*/ 430 w 1918"/>
                <a:gd name="T51" fmla="*/ 1795 h 1910"/>
                <a:gd name="T52" fmla="*/ 295 w 1918"/>
                <a:gd name="T53" fmla="*/ 1702 h 1910"/>
                <a:gd name="T54" fmla="*/ 188 w 1918"/>
                <a:gd name="T55" fmla="*/ 1587 h 1910"/>
                <a:gd name="T56" fmla="*/ 106 w 1918"/>
                <a:gd name="T57" fmla="*/ 1453 h 1910"/>
                <a:gd name="T58" fmla="*/ 50 w 1918"/>
                <a:gd name="T59" fmla="*/ 1307 h 1910"/>
                <a:gd name="T60" fmla="*/ 15 w 1918"/>
                <a:gd name="T61" fmla="*/ 1151 h 1910"/>
                <a:gd name="T62" fmla="*/ 1 w 1918"/>
                <a:gd name="T63" fmla="*/ 989 h 1910"/>
                <a:gd name="T64" fmla="*/ 579 w 1918"/>
                <a:gd name="T65" fmla="*/ 1081 h 1910"/>
                <a:gd name="T66" fmla="*/ 600 w 1918"/>
                <a:gd name="T67" fmla="*/ 1197 h 1910"/>
                <a:gd name="T68" fmla="*/ 639 w 1918"/>
                <a:gd name="T69" fmla="*/ 1300 h 1910"/>
                <a:gd name="T70" fmla="*/ 701 w 1918"/>
                <a:gd name="T71" fmla="*/ 1386 h 1910"/>
                <a:gd name="T72" fmla="*/ 788 w 1918"/>
                <a:gd name="T73" fmla="*/ 1448 h 1910"/>
                <a:gd name="T74" fmla="*/ 904 w 1918"/>
                <a:gd name="T75" fmla="*/ 1480 h 1910"/>
                <a:gd name="T76" fmla="*/ 1046 w 1918"/>
                <a:gd name="T77" fmla="*/ 1476 h 1910"/>
                <a:gd name="T78" fmla="*/ 1160 w 1918"/>
                <a:gd name="T79" fmla="*/ 1436 h 1910"/>
                <a:gd name="T80" fmla="*/ 1242 w 1918"/>
                <a:gd name="T81" fmla="*/ 1365 h 1910"/>
                <a:gd name="T82" fmla="*/ 1296 w 1918"/>
                <a:gd name="T83" fmla="*/ 1270 h 1910"/>
                <a:gd name="T84" fmla="*/ 1328 w 1918"/>
                <a:gd name="T85" fmla="*/ 1158 h 1910"/>
                <a:gd name="T86" fmla="*/ 1343 w 1918"/>
                <a:gd name="T87" fmla="*/ 1036 h 1910"/>
                <a:gd name="T88" fmla="*/ 1343 w 1918"/>
                <a:gd name="T89" fmla="*/ 861 h 1910"/>
                <a:gd name="T90" fmla="*/ 1328 w 1918"/>
                <a:gd name="T91" fmla="*/ 744 h 1910"/>
                <a:gd name="T92" fmla="*/ 1294 w 1918"/>
                <a:gd name="T93" fmla="*/ 640 h 1910"/>
                <a:gd name="T94" fmla="*/ 1238 w 1918"/>
                <a:gd name="T95" fmla="*/ 551 h 1910"/>
                <a:gd name="T96" fmla="*/ 1161 w 1918"/>
                <a:gd name="T97" fmla="*/ 484 h 1910"/>
                <a:gd name="T98" fmla="*/ 1058 w 1918"/>
                <a:gd name="T99" fmla="*/ 443 h 1910"/>
                <a:gd name="T100" fmla="*/ 927 w 1918"/>
                <a:gd name="T101" fmla="*/ 433 h 1910"/>
                <a:gd name="T102" fmla="*/ 805 w 1918"/>
                <a:gd name="T103" fmla="*/ 459 h 1910"/>
                <a:gd name="T104" fmla="*/ 714 w 1918"/>
                <a:gd name="T105" fmla="*/ 516 h 1910"/>
                <a:gd name="T106" fmla="*/ 649 w 1918"/>
                <a:gd name="T107" fmla="*/ 599 h 1910"/>
                <a:gd name="T108" fmla="*/ 606 w 1918"/>
                <a:gd name="T109" fmla="*/ 700 h 1910"/>
                <a:gd name="T110" fmla="*/ 581 w 1918"/>
                <a:gd name="T111" fmla="*/ 815 h 1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918" h="1910">
                  <a:moveTo>
                    <a:pt x="0" y="956"/>
                  </a:moveTo>
                  <a:lnTo>
                    <a:pt x="1" y="901"/>
                  </a:lnTo>
                  <a:lnTo>
                    <a:pt x="5" y="847"/>
                  </a:lnTo>
                  <a:lnTo>
                    <a:pt x="10" y="794"/>
                  </a:lnTo>
                  <a:lnTo>
                    <a:pt x="17" y="743"/>
                  </a:lnTo>
                  <a:lnTo>
                    <a:pt x="27" y="694"/>
                  </a:lnTo>
                  <a:lnTo>
                    <a:pt x="38" y="646"/>
                  </a:lnTo>
                  <a:lnTo>
                    <a:pt x="51" y="600"/>
                  </a:lnTo>
                  <a:lnTo>
                    <a:pt x="66" y="555"/>
                  </a:lnTo>
                  <a:lnTo>
                    <a:pt x="83" y="512"/>
                  </a:lnTo>
                  <a:lnTo>
                    <a:pt x="102" y="470"/>
                  </a:lnTo>
                  <a:lnTo>
                    <a:pt x="123" y="430"/>
                  </a:lnTo>
                  <a:lnTo>
                    <a:pt x="145" y="391"/>
                  </a:lnTo>
                  <a:lnTo>
                    <a:pt x="170" y="354"/>
                  </a:lnTo>
                  <a:lnTo>
                    <a:pt x="197" y="320"/>
                  </a:lnTo>
                  <a:lnTo>
                    <a:pt x="225" y="286"/>
                  </a:lnTo>
                  <a:lnTo>
                    <a:pt x="254" y="254"/>
                  </a:lnTo>
                  <a:lnTo>
                    <a:pt x="286" y="224"/>
                  </a:lnTo>
                  <a:lnTo>
                    <a:pt x="320" y="196"/>
                  </a:lnTo>
                  <a:lnTo>
                    <a:pt x="355" y="170"/>
                  </a:lnTo>
                  <a:lnTo>
                    <a:pt x="391" y="146"/>
                  </a:lnTo>
                  <a:lnTo>
                    <a:pt x="430" y="122"/>
                  </a:lnTo>
                  <a:lnTo>
                    <a:pt x="470" y="101"/>
                  </a:lnTo>
                  <a:lnTo>
                    <a:pt x="512" y="83"/>
                  </a:lnTo>
                  <a:lnTo>
                    <a:pt x="555" y="65"/>
                  </a:lnTo>
                  <a:lnTo>
                    <a:pt x="600" y="51"/>
                  </a:lnTo>
                  <a:lnTo>
                    <a:pt x="646" y="37"/>
                  </a:lnTo>
                  <a:lnTo>
                    <a:pt x="694" y="25"/>
                  </a:lnTo>
                  <a:lnTo>
                    <a:pt x="744" y="17"/>
                  </a:lnTo>
                  <a:lnTo>
                    <a:pt x="794" y="9"/>
                  </a:lnTo>
                  <a:lnTo>
                    <a:pt x="847" y="4"/>
                  </a:lnTo>
                  <a:lnTo>
                    <a:pt x="900" y="1"/>
                  </a:lnTo>
                  <a:lnTo>
                    <a:pt x="956" y="0"/>
                  </a:lnTo>
                  <a:lnTo>
                    <a:pt x="1011" y="1"/>
                  </a:lnTo>
                  <a:lnTo>
                    <a:pt x="1065" y="4"/>
                  </a:lnTo>
                  <a:lnTo>
                    <a:pt x="1118" y="9"/>
                  </a:lnTo>
                  <a:lnTo>
                    <a:pt x="1169" y="15"/>
                  </a:lnTo>
                  <a:lnTo>
                    <a:pt x="1218" y="24"/>
                  </a:lnTo>
                  <a:lnTo>
                    <a:pt x="1267" y="35"/>
                  </a:lnTo>
                  <a:lnTo>
                    <a:pt x="1313" y="47"/>
                  </a:lnTo>
                  <a:lnTo>
                    <a:pt x="1359" y="63"/>
                  </a:lnTo>
                  <a:lnTo>
                    <a:pt x="1402" y="78"/>
                  </a:lnTo>
                  <a:lnTo>
                    <a:pt x="1444" y="97"/>
                  </a:lnTo>
                  <a:lnTo>
                    <a:pt x="1485" y="117"/>
                  </a:lnTo>
                  <a:lnTo>
                    <a:pt x="1523" y="139"/>
                  </a:lnTo>
                  <a:lnTo>
                    <a:pt x="1560" y="163"/>
                  </a:lnTo>
                  <a:lnTo>
                    <a:pt x="1595" y="189"/>
                  </a:lnTo>
                  <a:lnTo>
                    <a:pt x="1629" y="216"/>
                  </a:lnTo>
                  <a:lnTo>
                    <a:pt x="1661" y="245"/>
                  </a:lnTo>
                  <a:lnTo>
                    <a:pt x="1691" y="276"/>
                  </a:lnTo>
                  <a:lnTo>
                    <a:pt x="1720" y="309"/>
                  </a:lnTo>
                  <a:lnTo>
                    <a:pt x="1746" y="343"/>
                  </a:lnTo>
                  <a:lnTo>
                    <a:pt x="1771" y="379"/>
                  </a:lnTo>
                  <a:lnTo>
                    <a:pt x="1794" y="417"/>
                  </a:lnTo>
                  <a:lnTo>
                    <a:pt x="1815" y="457"/>
                  </a:lnTo>
                  <a:lnTo>
                    <a:pt x="1835" y="497"/>
                  </a:lnTo>
                  <a:lnTo>
                    <a:pt x="1851" y="540"/>
                  </a:lnTo>
                  <a:lnTo>
                    <a:pt x="1867" y="584"/>
                  </a:lnTo>
                  <a:lnTo>
                    <a:pt x="1880" y="631"/>
                  </a:lnTo>
                  <a:lnTo>
                    <a:pt x="1892" y="678"/>
                  </a:lnTo>
                  <a:lnTo>
                    <a:pt x="1901" y="728"/>
                  </a:lnTo>
                  <a:lnTo>
                    <a:pt x="1909" y="779"/>
                  </a:lnTo>
                  <a:lnTo>
                    <a:pt x="1913" y="831"/>
                  </a:lnTo>
                  <a:lnTo>
                    <a:pt x="1916" y="886"/>
                  </a:lnTo>
                  <a:lnTo>
                    <a:pt x="1918" y="941"/>
                  </a:lnTo>
                  <a:lnTo>
                    <a:pt x="1918" y="981"/>
                  </a:lnTo>
                  <a:lnTo>
                    <a:pt x="1916" y="1020"/>
                  </a:lnTo>
                  <a:lnTo>
                    <a:pt x="1914" y="1059"/>
                  </a:lnTo>
                  <a:lnTo>
                    <a:pt x="1911" y="1096"/>
                  </a:lnTo>
                  <a:lnTo>
                    <a:pt x="1908" y="1133"/>
                  </a:lnTo>
                  <a:lnTo>
                    <a:pt x="1902" y="1168"/>
                  </a:lnTo>
                  <a:lnTo>
                    <a:pt x="1897" y="1202"/>
                  </a:lnTo>
                  <a:lnTo>
                    <a:pt x="1890" y="1236"/>
                  </a:lnTo>
                  <a:lnTo>
                    <a:pt x="1883" y="1268"/>
                  </a:lnTo>
                  <a:lnTo>
                    <a:pt x="1874" y="1300"/>
                  </a:lnTo>
                  <a:lnTo>
                    <a:pt x="1866" y="1331"/>
                  </a:lnTo>
                  <a:lnTo>
                    <a:pt x="1856" y="1361"/>
                  </a:lnTo>
                  <a:lnTo>
                    <a:pt x="1846" y="1391"/>
                  </a:lnTo>
                  <a:lnTo>
                    <a:pt x="1834" y="1418"/>
                  </a:lnTo>
                  <a:lnTo>
                    <a:pt x="1821" y="1446"/>
                  </a:lnTo>
                  <a:lnTo>
                    <a:pt x="1808" y="1472"/>
                  </a:lnTo>
                  <a:lnTo>
                    <a:pt x="1793" y="1502"/>
                  </a:lnTo>
                  <a:lnTo>
                    <a:pt x="1775" y="1530"/>
                  </a:lnTo>
                  <a:lnTo>
                    <a:pt x="1757" y="1557"/>
                  </a:lnTo>
                  <a:lnTo>
                    <a:pt x="1739" y="1582"/>
                  </a:lnTo>
                  <a:lnTo>
                    <a:pt x="1719" y="1607"/>
                  </a:lnTo>
                  <a:lnTo>
                    <a:pt x="1699" y="1631"/>
                  </a:lnTo>
                  <a:lnTo>
                    <a:pt x="1678" y="1653"/>
                  </a:lnTo>
                  <a:lnTo>
                    <a:pt x="1657" y="1675"/>
                  </a:lnTo>
                  <a:lnTo>
                    <a:pt x="1634" y="1695"/>
                  </a:lnTo>
                  <a:lnTo>
                    <a:pt x="1612" y="1715"/>
                  </a:lnTo>
                  <a:lnTo>
                    <a:pt x="1587" y="1734"/>
                  </a:lnTo>
                  <a:lnTo>
                    <a:pt x="1563" y="1751"/>
                  </a:lnTo>
                  <a:lnTo>
                    <a:pt x="1539" y="1767"/>
                  </a:lnTo>
                  <a:lnTo>
                    <a:pt x="1512" y="1782"/>
                  </a:lnTo>
                  <a:lnTo>
                    <a:pt x="1487" y="1798"/>
                  </a:lnTo>
                  <a:lnTo>
                    <a:pt x="1460" y="1811"/>
                  </a:lnTo>
                  <a:lnTo>
                    <a:pt x="1433" y="1823"/>
                  </a:lnTo>
                  <a:lnTo>
                    <a:pt x="1405" y="1835"/>
                  </a:lnTo>
                  <a:lnTo>
                    <a:pt x="1378" y="1846"/>
                  </a:lnTo>
                  <a:lnTo>
                    <a:pt x="1349" y="1856"/>
                  </a:lnTo>
                  <a:lnTo>
                    <a:pt x="1320" y="1865"/>
                  </a:lnTo>
                  <a:lnTo>
                    <a:pt x="1290" y="1873"/>
                  </a:lnTo>
                  <a:lnTo>
                    <a:pt x="1260" y="1880"/>
                  </a:lnTo>
                  <a:lnTo>
                    <a:pt x="1231" y="1887"/>
                  </a:lnTo>
                  <a:lnTo>
                    <a:pt x="1200" y="1892"/>
                  </a:lnTo>
                  <a:lnTo>
                    <a:pt x="1169" y="1897"/>
                  </a:lnTo>
                  <a:lnTo>
                    <a:pt x="1138" y="1901"/>
                  </a:lnTo>
                  <a:lnTo>
                    <a:pt x="1107" y="1904"/>
                  </a:lnTo>
                  <a:lnTo>
                    <a:pt x="1075" y="1907"/>
                  </a:lnTo>
                  <a:lnTo>
                    <a:pt x="1043" y="1909"/>
                  </a:lnTo>
                  <a:lnTo>
                    <a:pt x="1011" y="1910"/>
                  </a:lnTo>
                  <a:lnTo>
                    <a:pt x="979" y="1910"/>
                  </a:lnTo>
                  <a:lnTo>
                    <a:pt x="940" y="1910"/>
                  </a:lnTo>
                  <a:lnTo>
                    <a:pt x="903" y="1909"/>
                  </a:lnTo>
                  <a:lnTo>
                    <a:pt x="865" y="1907"/>
                  </a:lnTo>
                  <a:lnTo>
                    <a:pt x="830" y="1903"/>
                  </a:lnTo>
                  <a:lnTo>
                    <a:pt x="794" y="1900"/>
                  </a:lnTo>
                  <a:lnTo>
                    <a:pt x="759" y="1896"/>
                  </a:lnTo>
                  <a:lnTo>
                    <a:pt x="726" y="1891"/>
                  </a:lnTo>
                  <a:lnTo>
                    <a:pt x="693" y="1885"/>
                  </a:lnTo>
                  <a:lnTo>
                    <a:pt x="661" y="1879"/>
                  </a:lnTo>
                  <a:lnTo>
                    <a:pt x="630" y="1871"/>
                  </a:lnTo>
                  <a:lnTo>
                    <a:pt x="600" y="1863"/>
                  </a:lnTo>
                  <a:lnTo>
                    <a:pt x="570" y="1854"/>
                  </a:lnTo>
                  <a:lnTo>
                    <a:pt x="542" y="1845"/>
                  </a:lnTo>
                  <a:lnTo>
                    <a:pt x="514" y="1834"/>
                  </a:lnTo>
                  <a:lnTo>
                    <a:pt x="486" y="1823"/>
                  </a:lnTo>
                  <a:lnTo>
                    <a:pt x="461" y="1811"/>
                  </a:lnTo>
                  <a:lnTo>
                    <a:pt x="430" y="1795"/>
                  </a:lnTo>
                  <a:lnTo>
                    <a:pt x="401" y="1779"/>
                  </a:lnTo>
                  <a:lnTo>
                    <a:pt x="373" y="1761"/>
                  </a:lnTo>
                  <a:lnTo>
                    <a:pt x="346" y="1742"/>
                  </a:lnTo>
                  <a:lnTo>
                    <a:pt x="321" y="1723"/>
                  </a:lnTo>
                  <a:lnTo>
                    <a:pt x="295" y="1702"/>
                  </a:lnTo>
                  <a:lnTo>
                    <a:pt x="272" y="1681"/>
                  </a:lnTo>
                  <a:lnTo>
                    <a:pt x="250" y="1659"/>
                  </a:lnTo>
                  <a:lnTo>
                    <a:pt x="228" y="1635"/>
                  </a:lnTo>
                  <a:lnTo>
                    <a:pt x="208" y="1611"/>
                  </a:lnTo>
                  <a:lnTo>
                    <a:pt x="188" y="1587"/>
                  </a:lnTo>
                  <a:lnTo>
                    <a:pt x="170" y="1562"/>
                  </a:lnTo>
                  <a:lnTo>
                    <a:pt x="153" y="1535"/>
                  </a:lnTo>
                  <a:lnTo>
                    <a:pt x="136" y="1509"/>
                  </a:lnTo>
                  <a:lnTo>
                    <a:pt x="121" y="1482"/>
                  </a:lnTo>
                  <a:lnTo>
                    <a:pt x="106" y="1453"/>
                  </a:lnTo>
                  <a:lnTo>
                    <a:pt x="93" y="1426"/>
                  </a:lnTo>
                  <a:lnTo>
                    <a:pt x="81" y="1396"/>
                  </a:lnTo>
                  <a:lnTo>
                    <a:pt x="70" y="1367"/>
                  </a:lnTo>
                  <a:lnTo>
                    <a:pt x="59" y="1338"/>
                  </a:lnTo>
                  <a:lnTo>
                    <a:pt x="50" y="1307"/>
                  </a:lnTo>
                  <a:lnTo>
                    <a:pt x="41" y="1277"/>
                  </a:lnTo>
                  <a:lnTo>
                    <a:pt x="33" y="1245"/>
                  </a:lnTo>
                  <a:lnTo>
                    <a:pt x="26" y="1214"/>
                  </a:lnTo>
                  <a:lnTo>
                    <a:pt x="20" y="1182"/>
                  </a:lnTo>
                  <a:lnTo>
                    <a:pt x="15" y="1151"/>
                  </a:lnTo>
                  <a:lnTo>
                    <a:pt x="10" y="1118"/>
                  </a:lnTo>
                  <a:lnTo>
                    <a:pt x="7" y="1086"/>
                  </a:lnTo>
                  <a:lnTo>
                    <a:pt x="4" y="1054"/>
                  </a:lnTo>
                  <a:lnTo>
                    <a:pt x="3" y="1021"/>
                  </a:lnTo>
                  <a:lnTo>
                    <a:pt x="1" y="989"/>
                  </a:lnTo>
                  <a:lnTo>
                    <a:pt x="0" y="956"/>
                  </a:lnTo>
                  <a:close/>
                  <a:moveTo>
                    <a:pt x="572" y="958"/>
                  </a:moveTo>
                  <a:lnTo>
                    <a:pt x="574" y="1008"/>
                  </a:lnTo>
                  <a:lnTo>
                    <a:pt x="577" y="1056"/>
                  </a:lnTo>
                  <a:lnTo>
                    <a:pt x="579" y="1081"/>
                  </a:lnTo>
                  <a:lnTo>
                    <a:pt x="581" y="1105"/>
                  </a:lnTo>
                  <a:lnTo>
                    <a:pt x="586" y="1128"/>
                  </a:lnTo>
                  <a:lnTo>
                    <a:pt x="589" y="1151"/>
                  </a:lnTo>
                  <a:lnTo>
                    <a:pt x="595" y="1174"/>
                  </a:lnTo>
                  <a:lnTo>
                    <a:pt x="600" y="1197"/>
                  </a:lnTo>
                  <a:lnTo>
                    <a:pt x="606" y="1219"/>
                  </a:lnTo>
                  <a:lnTo>
                    <a:pt x="613" y="1240"/>
                  </a:lnTo>
                  <a:lnTo>
                    <a:pt x="621" y="1260"/>
                  </a:lnTo>
                  <a:lnTo>
                    <a:pt x="630" y="1281"/>
                  </a:lnTo>
                  <a:lnTo>
                    <a:pt x="639" y="1300"/>
                  </a:lnTo>
                  <a:lnTo>
                    <a:pt x="650" y="1319"/>
                  </a:lnTo>
                  <a:lnTo>
                    <a:pt x="661" y="1338"/>
                  </a:lnTo>
                  <a:lnTo>
                    <a:pt x="673" y="1354"/>
                  </a:lnTo>
                  <a:lnTo>
                    <a:pt x="686" y="1371"/>
                  </a:lnTo>
                  <a:lnTo>
                    <a:pt x="701" y="1386"/>
                  </a:lnTo>
                  <a:lnTo>
                    <a:pt x="716" y="1401"/>
                  </a:lnTo>
                  <a:lnTo>
                    <a:pt x="731" y="1414"/>
                  </a:lnTo>
                  <a:lnTo>
                    <a:pt x="749" y="1427"/>
                  </a:lnTo>
                  <a:lnTo>
                    <a:pt x="768" y="1438"/>
                  </a:lnTo>
                  <a:lnTo>
                    <a:pt x="788" y="1448"/>
                  </a:lnTo>
                  <a:lnTo>
                    <a:pt x="809" y="1457"/>
                  </a:lnTo>
                  <a:lnTo>
                    <a:pt x="831" y="1464"/>
                  </a:lnTo>
                  <a:lnTo>
                    <a:pt x="854" y="1471"/>
                  </a:lnTo>
                  <a:lnTo>
                    <a:pt x="878" y="1477"/>
                  </a:lnTo>
                  <a:lnTo>
                    <a:pt x="904" y="1480"/>
                  </a:lnTo>
                  <a:lnTo>
                    <a:pt x="931" y="1482"/>
                  </a:lnTo>
                  <a:lnTo>
                    <a:pt x="960" y="1483"/>
                  </a:lnTo>
                  <a:lnTo>
                    <a:pt x="990" y="1482"/>
                  </a:lnTo>
                  <a:lnTo>
                    <a:pt x="1019" y="1480"/>
                  </a:lnTo>
                  <a:lnTo>
                    <a:pt x="1046" y="1476"/>
                  </a:lnTo>
                  <a:lnTo>
                    <a:pt x="1072" y="1470"/>
                  </a:lnTo>
                  <a:lnTo>
                    <a:pt x="1096" y="1463"/>
                  </a:lnTo>
                  <a:lnTo>
                    <a:pt x="1119" y="1456"/>
                  </a:lnTo>
                  <a:lnTo>
                    <a:pt x="1140" y="1446"/>
                  </a:lnTo>
                  <a:lnTo>
                    <a:pt x="1160" y="1436"/>
                  </a:lnTo>
                  <a:lnTo>
                    <a:pt x="1179" y="1424"/>
                  </a:lnTo>
                  <a:lnTo>
                    <a:pt x="1196" y="1410"/>
                  </a:lnTo>
                  <a:lnTo>
                    <a:pt x="1213" y="1396"/>
                  </a:lnTo>
                  <a:lnTo>
                    <a:pt x="1227" y="1381"/>
                  </a:lnTo>
                  <a:lnTo>
                    <a:pt x="1242" y="1365"/>
                  </a:lnTo>
                  <a:lnTo>
                    <a:pt x="1255" y="1348"/>
                  </a:lnTo>
                  <a:lnTo>
                    <a:pt x="1267" y="1330"/>
                  </a:lnTo>
                  <a:lnTo>
                    <a:pt x="1277" y="1310"/>
                  </a:lnTo>
                  <a:lnTo>
                    <a:pt x="1287" y="1291"/>
                  </a:lnTo>
                  <a:lnTo>
                    <a:pt x="1296" y="1270"/>
                  </a:lnTo>
                  <a:lnTo>
                    <a:pt x="1305" y="1249"/>
                  </a:lnTo>
                  <a:lnTo>
                    <a:pt x="1311" y="1227"/>
                  </a:lnTo>
                  <a:lnTo>
                    <a:pt x="1318" y="1205"/>
                  </a:lnTo>
                  <a:lnTo>
                    <a:pt x="1323" y="1182"/>
                  </a:lnTo>
                  <a:lnTo>
                    <a:pt x="1328" y="1158"/>
                  </a:lnTo>
                  <a:lnTo>
                    <a:pt x="1332" y="1135"/>
                  </a:lnTo>
                  <a:lnTo>
                    <a:pt x="1336" y="1110"/>
                  </a:lnTo>
                  <a:lnTo>
                    <a:pt x="1339" y="1085"/>
                  </a:lnTo>
                  <a:lnTo>
                    <a:pt x="1341" y="1061"/>
                  </a:lnTo>
                  <a:lnTo>
                    <a:pt x="1343" y="1036"/>
                  </a:lnTo>
                  <a:lnTo>
                    <a:pt x="1345" y="985"/>
                  </a:lnTo>
                  <a:lnTo>
                    <a:pt x="1347" y="934"/>
                  </a:lnTo>
                  <a:lnTo>
                    <a:pt x="1345" y="909"/>
                  </a:lnTo>
                  <a:lnTo>
                    <a:pt x="1345" y="884"/>
                  </a:lnTo>
                  <a:lnTo>
                    <a:pt x="1343" y="861"/>
                  </a:lnTo>
                  <a:lnTo>
                    <a:pt x="1342" y="837"/>
                  </a:lnTo>
                  <a:lnTo>
                    <a:pt x="1339" y="814"/>
                  </a:lnTo>
                  <a:lnTo>
                    <a:pt x="1336" y="790"/>
                  </a:lnTo>
                  <a:lnTo>
                    <a:pt x="1332" y="768"/>
                  </a:lnTo>
                  <a:lnTo>
                    <a:pt x="1328" y="744"/>
                  </a:lnTo>
                  <a:lnTo>
                    <a:pt x="1322" y="722"/>
                  </a:lnTo>
                  <a:lnTo>
                    <a:pt x="1316" y="701"/>
                  </a:lnTo>
                  <a:lnTo>
                    <a:pt x="1309" y="680"/>
                  </a:lnTo>
                  <a:lnTo>
                    <a:pt x="1301" y="659"/>
                  </a:lnTo>
                  <a:lnTo>
                    <a:pt x="1294" y="640"/>
                  </a:lnTo>
                  <a:lnTo>
                    <a:pt x="1284" y="621"/>
                  </a:lnTo>
                  <a:lnTo>
                    <a:pt x="1274" y="602"/>
                  </a:lnTo>
                  <a:lnTo>
                    <a:pt x="1264" y="584"/>
                  </a:lnTo>
                  <a:lnTo>
                    <a:pt x="1252" y="568"/>
                  </a:lnTo>
                  <a:lnTo>
                    <a:pt x="1238" y="551"/>
                  </a:lnTo>
                  <a:lnTo>
                    <a:pt x="1225" y="536"/>
                  </a:lnTo>
                  <a:lnTo>
                    <a:pt x="1211" y="522"/>
                  </a:lnTo>
                  <a:lnTo>
                    <a:pt x="1195" y="508"/>
                  </a:lnTo>
                  <a:lnTo>
                    <a:pt x="1179" y="496"/>
                  </a:lnTo>
                  <a:lnTo>
                    <a:pt x="1161" y="484"/>
                  </a:lnTo>
                  <a:lnTo>
                    <a:pt x="1142" y="474"/>
                  </a:lnTo>
                  <a:lnTo>
                    <a:pt x="1124" y="464"/>
                  </a:lnTo>
                  <a:lnTo>
                    <a:pt x="1103" y="457"/>
                  </a:lnTo>
                  <a:lnTo>
                    <a:pt x="1080" y="449"/>
                  </a:lnTo>
                  <a:lnTo>
                    <a:pt x="1058" y="443"/>
                  </a:lnTo>
                  <a:lnTo>
                    <a:pt x="1034" y="439"/>
                  </a:lnTo>
                  <a:lnTo>
                    <a:pt x="1009" y="434"/>
                  </a:lnTo>
                  <a:lnTo>
                    <a:pt x="982" y="433"/>
                  </a:lnTo>
                  <a:lnTo>
                    <a:pt x="955" y="432"/>
                  </a:lnTo>
                  <a:lnTo>
                    <a:pt x="927" y="433"/>
                  </a:lnTo>
                  <a:lnTo>
                    <a:pt x="899" y="436"/>
                  </a:lnTo>
                  <a:lnTo>
                    <a:pt x="874" y="439"/>
                  </a:lnTo>
                  <a:lnTo>
                    <a:pt x="850" y="444"/>
                  </a:lnTo>
                  <a:lnTo>
                    <a:pt x="826" y="451"/>
                  </a:lnTo>
                  <a:lnTo>
                    <a:pt x="805" y="459"/>
                  </a:lnTo>
                  <a:lnTo>
                    <a:pt x="784" y="468"/>
                  </a:lnTo>
                  <a:lnTo>
                    <a:pt x="765" y="479"/>
                  </a:lnTo>
                  <a:lnTo>
                    <a:pt x="747" y="490"/>
                  </a:lnTo>
                  <a:lnTo>
                    <a:pt x="729" y="503"/>
                  </a:lnTo>
                  <a:lnTo>
                    <a:pt x="714" y="516"/>
                  </a:lnTo>
                  <a:lnTo>
                    <a:pt x="698" y="532"/>
                  </a:lnTo>
                  <a:lnTo>
                    <a:pt x="684" y="547"/>
                  </a:lnTo>
                  <a:lnTo>
                    <a:pt x="672" y="564"/>
                  </a:lnTo>
                  <a:lnTo>
                    <a:pt x="660" y="581"/>
                  </a:lnTo>
                  <a:lnTo>
                    <a:pt x="649" y="599"/>
                  </a:lnTo>
                  <a:lnTo>
                    <a:pt x="638" y="619"/>
                  </a:lnTo>
                  <a:lnTo>
                    <a:pt x="629" y="637"/>
                  </a:lnTo>
                  <a:lnTo>
                    <a:pt x="620" y="658"/>
                  </a:lnTo>
                  <a:lnTo>
                    <a:pt x="612" y="679"/>
                  </a:lnTo>
                  <a:lnTo>
                    <a:pt x="606" y="700"/>
                  </a:lnTo>
                  <a:lnTo>
                    <a:pt x="599" y="722"/>
                  </a:lnTo>
                  <a:lnTo>
                    <a:pt x="593" y="745"/>
                  </a:lnTo>
                  <a:lnTo>
                    <a:pt x="589" y="768"/>
                  </a:lnTo>
                  <a:lnTo>
                    <a:pt x="585" y="792"/>
                  </a:lnTo>
                  <a:lnTo>
                    <a:pt x="581" y="815"/>
                  </a:lnTo>
                  <a:lnTo>
                    <a:pt x="579" y="838"/>
                  </a:lnTo>
                  <a:lnTo>
                    <a:pt x="577" y="862"/>
                  </a:lnTo>
                  <a:lnTo>
                    <a:pt x="574" y="911"/>
                  </a:lnTo>
                  <a:lnTo>
                    <a:pt x="572" y="9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</p:grpSp>
      <p:grpSp>
        <p:nvGrpSpPr>
          <p:cNvPr id="14" name="组合 13"/>
          <p:cNvGrpSpPr/>
          <p:nvPr userDrawn="1"/>
        </p:nvGrpSpPr>
        <p:grpSpPr>
          <a:xfrm rot="10800000">
            <a:off x="11807681" y="4259214"/>
            <a:ext cx="253916" cy="1567687"/>
            <a:chOff x="278586" y="1234440"/>
            <a:chExt cx="253916" cy="1567687"/>
          </a:xfrm>
        </p:grpSpPr>
        <p:sp>
          <p:nvSpPr>
            <p:cNvPr id="15" name="文本框 14"/>
            <p:cNvSpPr txBox="1"/>
            <p:nvPr userDrawn="1"/>
          </p:nvSpPr>
          <p:spPr>
            <a:xfrm rot="16200000">
              <a:off x="-39450" y="1867967"/>
              <a:ext cx="88998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50" dirty="0">
                  <a:solidFill>
                    <a:schemeClr val="bg1"/>
                  </a:solidFill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rPr>
                <a:t>zvalley.com</a:t>
              </a:r>
              <a:endParaRPr lang="zh-CN" altLang="en-US" sz="1050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  <p:cxnSp>
          <p:nvCxnSpPr>
            <p:cNvPr id="16" name="直接连接符 15"/>
            <p:cNvCxnSpPr/>
            <p:nvPr userDrawn="1"/>
          </p:nvCxnSpPr>
          <p:spPr>
            <a:xfrm>
              <a:off x="405543" y="123444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 userDrawn="1"/>
          </p:nvCxnSpPr>
          <p:spPr>
            <a:xfrm>
              <a:off x="405543" y="246126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图片 2" descr="图片包含 室内, 工厂, 建筑物&#10;&#10;已生成极高可信度的说明"/>
          <p:cNvPicPr>
            <a:picLocks noChangeAspect="1"/>
          </p:cNvPicPr>
          <p:nvPr userDrawn="1"/>
        </p:nvPicPr>
        <p:blipFill rotWithShape="1">
          <a:blip r:embed="rId3" cstate="print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93" b="1020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7" name="组合 16"/>
          <p:cNvGrpSpPr/>
          <p:nvPr userDrawn="1"/>
        </p:nvGrpSpPr>
        <p:grpSpPr>
          <a:xfrm>
            <a:off x="0" y="172255"/>
            <a:ext cx="847493" cy="219554"/>
            <a:chOff x="844550" y="5881709"/>
            <a:chExt cx="1443461" cy="373947"/>
          </a:xfrm>
        </p:grpSpPr>
        <p:sp>
          <p:nvSpPr>
            <p:cNvPr id="18" name="任意多边形: 形状 2"/>
            <p:cNvSpPr/>
            <p:nvPr/>
          </p:nvSpPr>
          <p:spPr>
            <a:xfrm>
              <a:off x="844550" y="5881709"/>
              <a:ext cx="1443461" cy="373947"/>
            </a:xfrm>
            <a:custGeom>
              <a:avLst/>
              <a:gdLst>
                <a:gd name="connsiteX0" fmla="*/ 0 w 1443461"/>
                <a:gd name="connsiteY0" fmla="*/ 0 h 373947"/>
                <a:gd name="connsiteX1" fmla="*/ 213076 w 1443461"/>
                <a:gd name="connsiteY1" fmla="*/ 0 h 373947"/>
                <a:gd name="connsiteX2" fmla="*/ 223612 w 1443461"/>
                <a:gd name="connsiteY2" fmla="*/ 0 h 373947"/>
                <a:gd name="connsiteX3" fmla="*/ 1281239 w 1443461"/>
                <a:gd name="connsiteY3" fmla="*/ 0 h 373947"/>
                <a:gd name="connsiteX4" fmla="*/ 1443461 w 1443461"/>
                <a:gd name="connsiteY4" fmla="*/ 373947 h 373947"/>
                <a:gd name="connsiteX5" fmla="*/ 385835 w 1443461"/>
                <a:gd name="connsiteY5" fmla="*/ 373947 h 373947"/>
                <a:gd name="connsiteX6" fmla="*/ 213076 w 1443461"/>
                <a:gd name="connsiteY6" fmla="*/ 373947 h 373947"/>
                <a:gd name="connsiteX7" fmla="*/ 0 w 1443461"/>
                <a:gd name="connsiteY7" fmla="*/ 373947 h 373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43461" h="373947">
                  <a:moveTo>
                    <a:pt x="0" y="0"/>
                  </a:moveTo>
                  <a:lnTo>
                    <a:pt x="213076" y="0"/>
                  </a:lnTo>
                  <a:lnTo>
                    <a:pt x="223612" y="0"/>
                  </a:lnTo>
                  <a:lnTo>
                    <a:pt x="1281239" y="0"/>
                  </a:lnTo>
                  <a:lnTo>
                    <a:pt x="1443461" y="373947"/>
                  </a:lnTo>
                  <a:lnTo>
                    <a:pt x="385835" y="373947"/>
                  </a:lnTo>
                  <a:lnTo>
                    <a:pt x="213076" y="373947"/>
                  </a:lnTo>
                  <a:lnTo>
                    <a:pt x="0" y="373947"/>
                  </a:ln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965200" y="6003203"/>
              <a:ext cx="1066799" cy="137489"/>
              <a:chOff x="9773511" y="822770"/>
              <a:chExt cx="2352675" cy="303212"/>
            </a:xfrm>
            <a:solidFill>
              <a:schemeClr val="tx1">
                <a:lumMod val="85000"/>
                <a:lumOff val="15000"/>
              </a:schemeClr>
            </a:solidFill>
          </p:grpSpPr>
          <p:sp>
            <p:nvSpPr>
              <p:cNvPr id="20" name="Rectangle 6"/>
              <p:cNvSpPr>
                <a:spLocks noChangeArrowheads="1"/>
              </p:cNvSpPr>
              <p:nvPr/>
            </p:nvSpPr>
            <p:spPr bwMode="auto">
              <a:xfrm>
                <a:off x="11391174" y="827532"/>
                <a:ext cx="90487" cy="293687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1" name="Freeform 7"/>
              <p:cNvSpPr/>
              <p:nvPr/>
            </p:nvSpPr>
            <p:spPr bwMode="auto">
              <a:xfrm>
                <a:off x="11124474" y="827532"/>
                <a:ext cx="231775" cy="293687"/>
              </a:xfrm>
              <a:custGeom>
                <a:avLst/>
                <a:gdLst>
                  <a:gd name="T0" fmla="*/ 0 w 1465"/>
                  <a:gd name="T1" fmla="*/ 0 h 1848"/>
                  <a:gd name="T2" fmla="*/ 572 w 1465"/>
                  <a:gd name="T3" fmla="*/ 0 h 1848"/>
                  <a:gd name="T4" fmla="*/ 572 w 1465"/>
                  <a:gd name="T5" fmla="*/ 1393 h 1848"/>
                  <a:gd name="T6" fmla="*/ 1465 w 1465"/>
                  <a:gd name="T7" fmla="*/ 1393 h 1848"/>
                  <a:gd name="T8" fmla="*/ 1465 w 1465"/>
                  <a:gd name="T9" fmla="*/ 1848 h 1848"/>
                  <a:gd name="T10" fmla="*/ 0 w 1465"/>
                  <a:gd name="T11" fmla="*/ 1848 h 1848"/>
                  <a:gd name="T12" fmla="*/ 0 w 1465"/>
                  <a:gd name="T13" fmla="*/ 0 h 1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65" h="1848">
                    <a:moveTo>
                      <a:pt x="0" y="0"/>
                    </a:moveTo>
                    <a:lnTo>
                      <a:pt x="572" y="0"/>
                    </a:lnTo>
                    <a:lnTo>
                      <a:pt x="572" y="1393"/>
                    </a:lnTo>
                    <a:lnTo>
                      <a:pt x="1465" y="1393"/>
                    </a:lnTo>
                    <a:lnTo>
                      <a:pt x="1465" y="1848"/>
                    </a:lnTo>
                    <a:lnTo>
                      <a:pt x="0" y="1848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2" name="Freeform 8"/>
              <p:cNvSpPr/>
              <p:nvPr/>
            </p:nvSpPr>
            <p:spPr bwMode="auto">
              <a:xfrm>
                <a:off x="10748236" y="827532"/>
                <a:ext cx="330200" cy="293687"/>
              </a:xfrm>
              <a:custGeom>
                <a:avLst/>
                <a:gdLst>
                  <a:gd name="T0" fmla="*/ 0 w 2081"/>
                  <a:gd name="T1" fmla="*/ 0 h 1848"/>
                  <a:gd name="T2" fmla="*/ 752 w 2081"/>
                  <a:gd name="T3" fmla="*/ 0 h 1848"/>
                  <a:gd name="T4" fmla="*/ 1043 w 2081"/>
                  <a:gd name="T5" fmla="*/ 1125 h 1848"/>
                  <a:gd name="T6" fmla="*/ 1332 w 2081"/>
                  <a:gd name="T7" fmla="*/ 0 h 1848"/>
                  <a:gd name="T8" fmla="*/ 2081 w 2081"/>
                  <a:gd name="T9" fmla="*/ 0 h 1848"/>
                  <a:gd name="T10" fmla="*/ 2081 w 2081"/>
                  <a:gd name="T11" fmla="*/ 1848 h 1848"/>
                  <a:gd name="T12" fmla="*/ 1615 w 2081"/>
                  <a:gd name="T13" fmla="*/ 1848 h 1848"/>
                  <a:gd name="T14" fmla="*/ 1615 w 2081"/>
                  <a:gd name="T15" fmla="*/ 439 h 1848"/>
                  <a:gd name="T16" fmla="*/ 1253 w 2081"/>
                  <a:gd name="T17" fmla="*/ 1848 h 1848"/>
                  <a:gd name="T18" fmla="*/ 830 w 2081"/>
                  <a:gd name="T19" fmla="*/ 1848 h 1848"/>
                  <a:gd name="T20" fmla="*/ 469 w 2081"/>
                  <a:gd name="T21" fmla="*/ 439 h 1848"/>
                  <a:gd name="T22" fmla="*/ 469 w 2081"/>
                  <a:gd name="T23" fmla="*/ 1848 h 1848"/>
                  <a:gd name="T24" fmla="*/ 0 w 2081"/>
                  <a:gd name="T25" fmla="*/ 1848 h 1848"/>
                  <a:gd name="T26" fmla="*/ 0 w 2081"/>
                  <a:gd name="T27" fmla="*/ 0 h 1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081" h="1848">
                    <a:moveTo>
                      <a:pt x="0" y="0"/>
                    </a:moveTo>
                    <a:lnTo>
                      <a:pt x="752" y="0"/>
                    </a:lnTo>
                    <a:lnTo>
                      <a:pt x="1043" y="1125"/>
                    </a:lnTo>
                    <a:lnTo>
                      <a:pt x="1332" y="0"/>
                    </a:lnTo>
                    <a:lnTo>
                      <a:pt x="2081" y="0"/>
                    </a:lnTo>
                    <a:lnTo>
                      <a:pt x="2081" y="1848"/>
                    </a:lnTo>
                    <a:lnTo>
                      <a:pt x="1615" y="1848"/>
                    </a:lnTo>
                    <a:lnTo>
                      <a:pt x="1615" y="439"/>
                    </a:lnTo>
                    <a:lnTo>
                      <a:pt x="1253" y="1848"/>
                    </a:lnTo>
                    <a:lnTo>
                      <a:pt x="830" y="1848"/>
                    </a:lnTo>
                    <a:lnTo>
                      <a:pt x="469" y="439"/>
                    </a:lnTo>
                    <a:lnTo>
                      <a:pt x="469" y="1848"/>
                    </a:lnTo>
                    <a:lnTo>
                      <a:pt x="0" y="1848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3" name="Freeform 9"/>
              <p:cNvSpPr/>
              <p:nvPr/>
            </p:nvSpPr>
            <p:spPr bwMode="auto">
              <a:xfrm>
                <a:off x="11845199" y="827532"/>
                <a:ext cx="280987" cy="293687"/>
              </a:xfrm>
              <a:custGeom>
                <a:avLst/>
                <a:gdLst>
                  <a:gd name="T0" fmla="*/ 0 w 1773"/>
                  <a:gd name="T1" fmla="*/ 0 h 1846"/>
                  <a:gd name="T2" fmla="*/ 541 w 1773"/>
                  <a:gd name="T3" fmla="*/ 0 h 1846"/>
                  <a:gd name="T4" fmla="*/ 1233 w 1773"/>
                  <a:gd name="T5" fmla="*/ 995 h 1846"/>
                  <a:gd name="T6" fmla="*/ 1233 w 1773"/>
                  <a:gd name="T7" fmla="*/ 0 h 1846"/>
                  <a:gd name="T8" fmla="*/ 1773 w 1773"/>
                  <a:gd name="T9" fmla="*/ 0 h 1846"/>
                  <a:gd name="T10" fmla="*/ 1773 w 1773"/>
                  <a:gd name="T11" fmla="*/ 1846 h 1846"/>
                  <a:gd name="T12" fmla="*/ 1233 w 1773"/>
                  <a:gd name="T13" fmla="*/ 1846 h 1846"/>
                  <a:gd name="T14" fmla="*/ 1233 w 1773"/>
                  <a:gd name="T15" fmla="*/ 1845 h 1846"/>
                  <a:gd name="T16" fmla="*/ 541 w 1773"/>
                  <a:gd name="T17" fmla="*/ 850 h 1846"/>
                  <a:gd name="T18" fmla="*/ 541 w 1773"/>
                  <a:gd name="T19" fmla="*/ 1846 h 1846"/>
                  <a:gd name="T20" fmla="*/ 0 w 1773"/>
                  <a:gd name="T21" fmla="*/ 1846 h 1846"/>
                  <a:gd name="T22" fmla="*/ 0 w 1773"/>
                  <a:gd name="T23" fmla="*/ 0 h 18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773" h="1846">
                    <a:moveTo>
                      <a:pt x="0" y="0"/>
                    </a:moveTo>
                    <a:lnTo>
                      <a:pt x="541" y="0"/>
                    </a:lnTo>
                    <a:lnTo>
                      <a:pt x="1233" y="995"/>
                    </a:lnTo>
                    <a:lnTo>
                      <a:pt x="1233" y="0"/>
                    </a:lnTo>
                    <a:lnTo>
                      <a:pt x="1773" y="0"/>
                    </a:lnTo>
                    <a:lnTo>
                      <a:pt x="1773" y="1846"/>
                    </a:lnTo>
                    <a:lnTo>
                      <a:pt x="1233" y="1846"/>
                    </a:lnTo>
                    <a:lnTo>
                      <a:pt x="1233" y="1845"/>
                    </a:lnTo>
                    <a:lnTo>
                      <a:pt x="541" y="850"/>
                    </a:lnTo>
                    <a:lnTo>
                      <a:pt x="541" y="1846"/>
                    </a:lnTo>
                    <a:lnTo>
                      <a:pt x="0" y="1846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4" name="Freeform 10"/>
              <p:cNvSpPr/>
              <p:nvPr/>
            </p:nvSpPr>
            <p:spPr bwMode="auto">
              <a:xfrm>
                <a:off x="9773511" y="829120"/>
                <a:ext cx="277812" cy="290512"/>
              </a:xfrm>
              <a:custGeom>
                <a:avLst/>
                <a:gdLst>
                  <a:gd name="T0" fmla="*/ 0 w 1755"/>
                  <a:gd name="T1" fmla="*/ 0 h 1840"/>
                  <a:gd name="T2" fmla="*/ 1755 w 1755"/>
                  <a:gd name="T3" fmla="*/ 0 h 1840"/>
                  <a:gd name="T4" fmla="*/ 1755 w 1755"/>
                  <a:gd name="T5" fmla="*/ 380 h 1840"/>
                  <a:gd name="T6" fmla="*/ 1755 w 1755"/>
                  <a:gd name="T7" fmla="*/ 380 h 1840"/>
                  <a:gd name="T8" fmla="*/ 1755 w 1755"/>
                  <a:gd name="T9" fmla="*/ 380 h 1840"/>
                  <a:gd name="T10" fmla="*/ 1755 w 1755"/>
                  <a:gd name="T11" fmla="*/ 380 h 1840"/>
                  <a:gd name="T12" fmla="*/ 1755 w 1755"/>
                  <a:gd name="T13" fmla="*/ 380 h 1840"/>
                  <a:gd name="T14" fmla="*/ 686 w 1755"/>
                  <a:gd name="T15" fmla="*/ 1460 h 1840"/>
                  <a:gd name="T16" fmla="*/ 1755 w 1755"/>
                  <a:gd name="T17" fmla="*/ 1460 h 1840"/>
                  <a:gd name="T18" fmla="*/ 1755 w 1755"/>
                  <a:gd name="T19" fmla="*/ 1840 h 1840"/>
                  <a:gd name="T20" fmla="*/ 0 w 1755"/>
                  <a:gd name="T21" fmla="*/ 1840 h 1840"/>
                  <a:gd name="T22" fmla="*/ 0 w 1755"/>
                  <a:gd name="T23" fmla="*/ 1464 h 1840"/>
                  <a:gd name="T24" fmla="*/ 1067 w 1755"/>
                  <a:gd name="T25" fmla="*/ 380 h 1840"/>
                  <a:gd name="T26" fmla="*/ 0 w 1755"/>
                  <a:gd name="T27" fmla="*/ 380 h 1840"/>
                  <a:gd name="T28" fmla="*/ 0 w 1755"/>
                  <a:gd name="T29" fmla="*/ 0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55" h="1840">
                    <a:moveTo>
                      <a:pt x="0" y="0"/>
                    </a:moveTo>
                    <a:lnTo>
                      <a:pt x="1755" y="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686" y="1460"/>
                    </a:lnTo>
                    <a:lnTo>
                      <a:pt x="1755" y="1460"/>
                    </a:lnTo>
                    <a:lnTo>
                      <a:pt x="1755" y="1840"/>
                    </a:lnTo>
                    <a:lnTo>
                      <a:pt x="0" y="1840"/>
                    </a:lnTo>
                    <a:lnTo>
                      <a:pt x="0" y="1464"/>
                    </a:lnTo>
                    <a:lnTo>
                      <a:pt x="1067" y="380"/>
                    </a:lnTo>
                    <a:lnTo>
                      <a:pt x="0" y="38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5" name="Freeform 11"/>
              <p:cNvSpPr>
                <a:spLocks noEditPoints="1"/>
              </p:cNvSpPr>
              <p:nvPr/>
            </p:nvSpPr>
            <p:spPr bwMode="auto">
              <a:xfrm>
                <a:off x="11510236" y="822770"/>
                <a:ext cx="304800" cy="303212"/>
              </a:xfrm>
              <a:custGeom>
                <a:avLst/>
                <a:gdLst>
                  <a:gd name="T0" fmla="*/ 10 w 1917"/>
                  <a:gd name="T1" fmla="*/ 794 h 1910"/>
                  <a:gd name="T2" fmla="*/ 51 w 1917"/>
                  <a:gd name="T3" fmla="*/ 600 h 1910"/>
                  <a:gd name="T4" fmla="*/ 122 w 1917"/>
                  <a:gd name="T5" fmla="*/ 430 h 1910"/>
                  <a:gd name="T6" fmla="*/ 224 w 1917"/>
                  <a:gd name="T7" fmla="*/ 286 h 1910"/>
                  <a:gd name="T8" fmla="*/ 354 w 1917"/>
                  <a:gd name="T9" fmla="*/ 170 h 1910"/>
                  <a:gd name="T10" fmla="*/ 511 w 1917"/>
                  <a:gd name="T11" fmla="*/ 83 h 1910"/>
                  <a:gd name="T12" fmla="*/ 693 w 1917"/>
                  <a:gd name="T13" fmla="*/ 25 h 1910"/>
                  <a:gd name="T14" fmla="*/ 900 w 1917"/>
                  <a:gd name="T15" fmla="*/ 1 h 1910"/>
                  <a:gd name="T16" fmla="*/ 1117 w 1917"/>
                  <a:gd name="T17" fmla="*/ 9 h 1910"/>
                  <a:gd name="T18" fmla="*/ 1313 w 1917"/>
                  <a:gd name="T19" fmla="*/ 47 h 1910"/>
                  <a:gd name="T20" fmla="*/ 1484 w 1917"/>
                  <a:gd name="T21" fmla="*/ 117 h 1910"/>
                  <a:gd name="T22" fmla="*/ 1629 w 1917"/>
                  <a:gd name="T23" fmla="*/ 216 h 1910"/>
                  <a:gd name="T24" fmla="*/ 1746 w 1917"/>
                  <a:gd name="T25" fmla="*/ 343 h 1910"/>
                  <a:gd name="T26" fmla="*/ 1834 w 1917"/>
                  <a:gd name="T27" fmla="*/ 497 h 1910"/>
                  <a:gd name="T28" fmla="*/ 1892 w 1917"/>
                  <a:gd name="T29" fmla="*/ 678 h 1910"/>
                  <a:gd name="T30" fmla="*/ 1916 w 1917"/>
                  <a:gd name="T31" fmla="*/ 886 h 1910"/>
                  <a:gd name="T32" fmla="*/ 1909 w 1917"/>
                  <a:gd name="T33" fmla="*/ 1104 h 1910"/>
                  <a:gd name="T34" fmla="*/ 1871 w 1917"/>
                  <a:gd name="T35" fmla="*/ 1300 h 1910"/>
                  <a:gd name="T36" fmla="*/ 1803 w 1917"/>
                  <a:gd name="T37" fmla="*/ 1472 h 1910"/>
                  <a:gd name="T38" fmla="*/ 1706 w 1917"/>
                  <a:gd name="T39" fmla="*/ 1618 h 1910"/>
                  <a:gd name="T40" fmla="*/ 1581 w 1917"/>
                  <a:gd name="T41" fmla="*/ 1737 h 1910"/>
                  <a:gd name="T42" fmla="*/ 1427 w 1917"/>
                  <a:gd name="T43" fmla="*/ 1825 h 1910"/>
                  <a:gd name="T44" fmla="*/ 1244 w 1917"/>
                  <a:gd name="T45" fmla="*/ 1884 h 1910"/>
                  <a:gd name="T46" fmla="*/ 1035 w 1917"/>
                  <a:gd name="T47" fmla="*/ 1909 h 1910"/>
                  <a:gd name="T48" fmla="*/ 818 w 1917"/>
                  <a:gd name="T49" fmla="*/ 1901 h 1910"/>
                  <a:gd name="T50" fmla="*/ 622 w 1917"/>
                  <a:gd name="T51" fmla="*/ 1864 h 1910"/>
                  <a:gd name="T52" fmla="*/ 448 w 1917"/>
                  <a:gd name="T53" fmla="*/ 1796 h 1910"/>
                  <a:gd name="T54" fmla="*/ 300 w 1917"/>
                  <a:gd name="T55" fmla="*/ 1699 h 1910"/>
                  <a:gd name="T56" fmla="*/ 180 w 1917"/>
                  <a:gd name="T57" fmla="*/ 1573 h 1910"/>
                  <a:gd name="T58" fmla="*/ 88 w 1917"/>
                  <a:gd name="T59" fmla="*/ 1416 h 1910"/>
                  <a:gd name="T60" fmla="*/ 28 w 1917"/>
                  <a:gd name="T61" fmla="*/ 1231 h 1910"/>
                  <a:gd name="T62" fmla="*/ 1 w 1917"/>
                  <a:gd name="T63" fmla="*/ 1015 h 1910"/>
                  <a:gd name="T64" fmla="*/ 576 w 1917"/>
                  <a:gd name="T65" fmla="*/ 1056 h 1910"/>
                  <a:gd name="T66" fmla="*/ 588 w 1917"/>
                  <a:gd name="T67" fmla="*/ 1151 h 1910"/>
                  <a:gd name="T68" fmla="*/ 613 w 1917"/>
                  <a:gd name="T69" fmla="*/ 1240 h 1910"/>
                  <a:gd name="T70" fmla="*/ 649 w 1917"/>
                  <a:gd name="T71" fmla="*/ 1319 h 1910"/>
                  <a:gd name="T72" fmla="*/ 700 w 1917"/>
                  <a:gd name="T73" fmla="*/ 1386 h 1910"/>
                  <a:gd name="T74" fmla="*/ 767 w 1917"/>
                  <a:gd name="T75" fmla="*/ 1438 h 1910"/>
                  <a:gd name="T76" fmla="*/ 853 w 1917"/>
                  <a:gd name="T77" fmla="*/ 1471 h 1910"/>
                  <a:gd name="T78" fmla="*/ 959 w 1917"/>
                  <a:gd name="T79" fmla="*/ 1483 h 1910"/>
                  <a:gd name="T80" fmla="*/ 1071 w 1917"/>
                  <a:gd name="T81" fmla="*/ 1470 h 1910"/>
                  <a:gd name="T82" fmla="*/ 1159 w 1917"/>
                  <a:gd name="T83" fmla="*/ 1436 h 1910"/>
                  <a:gd name="T84" fmla="*/ 1228 w 1917"/>
                  <a:gd name="T85" fmla="*/ 1381 h 1910"/>
                  <a:gd name="T86" fmla="*/ 1278 w 1917"/>
                  <a:gd name="T87" fmla="*/ 1310 h 1910"/>
                  <a:gd name="T88" fmla="*/ 1311 w 1917"/>
                  <a:gd name="T89" fmla="*/ 1227 h 1910"/>
                  <a:gd name="T90" fmla="*/ 1332 w 1917"/>
                  <a:gd name="T91" fmla="*/ 1135 h 1910"/>
                  <a:gd name="T92" fmla="*/ 1343 w 1917"/>
                  <a:gd name="T93" fmla="*/ 1036 h 1910"/>
                  <a:gd name="T94" fmla="*/ 1345 w 1917"/>
                  <a:gd name="T95" fmla="*/ 884 h 1910"/>
                  <a:gd name="T96" fmla="*/ 1335 w 1917"/>
                  <a:gd name="T97" fmla="*/ 790 h 1910"/>
                  <a:gd name="T98" fmla="*/ 1315 w 1917"/>
                  <a:gd name="T99" fmla="*/ 701 h 1910"/>
                  <a:gd name="T100" fmla="*/ 1284 w 1917"/>
                  <a:gd name="T101" fmla="*/ 621 h 1910"/>
                  <a:gd name="T102" fmla="*/ 1239 w 1917"/>
                  <a:gd name="T103" fmla="*/ 551 h 1910"/>
                  <a:gd name="T104" fmla="*/ 1178 w 1917"/>
                  <a:gd name="T105" fmla="*/ 496 h 1910"/>
                  <a:gd name="T106" fmla="*/ 1102 w 1917"/>
                  <a:gd name="T107" fmla="*/ 457 h 1910"/>
                  <a:gd name="T108" fmla="*/ 1008 w 1917"/>
                  <a:gd name="T109" fmla="*/ 434 h 1910"/>
                  <a:gd name="T110" fmla="*/ 899 w 1917"/>
                  <a:gd name="T111" fmla="*/ 436 h 1910"/>
                  <a:gd name="T112" fmla="*/ 805 w 1917"/>
                  <a:gd name="T113" fmla="*/ 459 h 1910"/>
                  <a:gd name="T114" fmla="*/ 729 w 1917"/>
                  <a:gd name="T115" fmla="*/ 503 h 1910"/>
                  <a:gd name="T116" fmla="*/ 671 w 1917"/>
                  <a:gd name="T117" fmla="*/ 564 h 1910"/>
                  <a:gd name="T118" fmla="*/ 628 w 1917"/>
                  <a:gd name="T119" fmla="*/ 637 h 1910"/>
                  <a:gd name="T120" fmla="*/ 598 w 1917"/>
                  <a:gd name="T121" fmla="*/ 722 h 1910"/>
                  <a:gd name="T122" fmla="*/ 581 w 1917"/>
                  <a:gd name="T123" fmla="*/ 815 h 1910"/>
                  <a:gd name="T124" fmla="*/ 572 w 1917"/>
                  <a:gd name="T125" fmla="*/ 958 h 19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917" h="1910">
                    <a:moveTo>
                      <a:pt x="0" y="956"/>
                    </a:moveTo>
                    <a:lnTo>
                      <a:pt x="1" y="901"/>
                    </a:lnTo>
                    <a:lnTo>
                      <a:pt x="4" y="847"/>
                    </a:lnTo>
                    <a:lnTo>
                      <a:pt x="10" y="794"/>
                    </a:lnTo>
                    <a:lnTo>
                      <a:pt x="16" y="743"/>
                    </a:lnTo>
                    <a:lnTo>
                      <a:pt x="26" y="694"/>
                    </a:lnTo>
                    <a:lnTo>
                      <a:pt x="37" y="646"/>
                    </a:lnTo>
                    <a:lnTo>
                      <a:pt x="51" y="600"/>
                    </a:lnTo>
                    <a:lnTo>
                      <a:pt x="66" y="555"/>
                    </a:lnTo>
                    <a:lnTo>
                      <a:pt x="83" y="512"/>
                    </a:lnTo>
                    <a:lnTo>
                      <a:pt x="101" y="470"/>
                    </a:lnTo>
                    <a:lnTo>
                      <a:pt x="122" y="430"/>
                    </a:lnTo>
                    <a:lnTo>
                      <a:pt x="146" y="391"/>
                    </a:lnTo>
                    <a:lnTo>
                      <a:pt x="170" y="354"/>
                    </a:lnTo>
                    <a:lnTo>
                      <a:pt x="196" y="320"/>
                    </a:lnTo>
                    <a:lnTo>
                      <a:pt x="224" y="286"/>
                    </a:lnTo>
                    <a:lnTo>
                      <a:pt x="254" y="254"/>
                    </a:lnTo>
                    <a:lnTo>
                      <a:pt x="286" y="224"/>
                    </a:lnTo>
                    <a:lnTo>
                      <a:pt x="319" y="196"/>
                    </a:lnTo>
                    <a:lnTo>
                      <a:pt x="354" y="170"/>
                    </a:lnTo>
                    <a:lnTo>
                      <a:pt x="391" y="146"/>
                    </a:lnTo>
                    <a:lnTo>
                      <a:pt x="429" y="122"/>
                    </a:lnTo>
                    <a:lnTo>
                      <a:pt x="469" y="101"/>
                    </a:lnTo>
                    <a:lnTo>
                      <a:pt x="511" y="83"/>
                    </a:lnTo>
                    <a:lnTo>
                      <a:pt x="554" y="65"/>
                    </a:lnTo>
                    <a:lnTo>
                      <a:pt x="599" y="51"/>
                    </a:lnTo>
                    <a:lnTo>
                      <a:pt x="646" y="37"/>
                    </a:lnTo>
                    <a:lnTo>
                      <a:pt x="693" y="25"/>
                    </a:lnTo>
                    <a:lnTo>
                      <a:pt x="743" y="17"/>
                    </a:lnTo>
                    <a:lnTo>
                      <a:pt x="794" y="9"/>
                    </a:lnTo>
                    <a:lnTo>
                      <a:pt x="847" y="4"/>
                    </a:lnTo>
                    <a:lnTo>
                      <a:pt x="900" y="1"/>
                    </a:lnTo>
                    <a:lnTo>
                      <a:pt x="956" y="0"/>
                    </a:lnTo>
                    <a:lnTo>
                      <a:pt x="1011" y="1"/>
                    </a:lnTo>
                    <a:lnTo>
                      <a:pt x="1064" y="4"/>
                    </a:lnTo>
                    <a:lnTo>
                      <a:pt x="1117" y="9"/>
                    </a:lnTo>
                    <a:lnTo>
                      <a:pt x="1168" y="15"/>
                    </a:lnTo>
                    <a:lnTo>
                      <a:pt x="1218" y="24"/>
                    </a:lnTo>
                    <a:lnTo>
                      <a:pt x="1266" y="35"/>
                    </a:lnTo>
                    <a:lnTo>
                      <a:pt x="1313" y="47"/>
                    </a:lnTo>
                    <a:lnTo>
                      <a:pt x="1358" y="63"/>
                    </a:lnTo>
                    <a:lnTo>
                      <a:pt x="1401" y="78"/>
                    </a:lnTo>
                    <a:lnTo>
                      <a:pt x="1443" y="97"/>
                    </a:lnTo>
                    <a:lnTo>
                      <a:pt x="1484" y="117"/>
                    </a:lnTo>
                    <a:lnTo>
                      <a:pt x="1523" y="139"/>
                    </a:lnTo>
                    <a:lnTo>
                      <a:pt x="1559" y="163"/>
                    </a:lnTo>
                    <a:lnTo>
                      <a:pt x="1594" y="189"/>
                    </a:lnTo>
                    <a:lnTo>
                      <a:pt x="1629" y="216"/>
                    </a:lnTo>
                    <a:lnTo>
                      <a:pt x="1661" y="245"/>
                    </a:lnTo>
                    <a:lnTo>
                      <a:pt x="1691" y="276"/>
                    </a:lnTo>
                    <a:lnTo>
                      <a:pt x="1719" y="309"/>
                    </a:lnTo>
                    <a:lnTo>
                      <a:pt x="1746" y="343"/>
                    </a:lnTo>
                    <a:lnTo>
                      <a:pt x="1771" y="379"/>
                    </a:lnTo>
                    <a:lnTo>
                      <a:pt x="1793" y="417"/>
                    </a:lnTo>
                    <a:lnTo>
                      <a:pt x="1814" y="457"/>
                    </a:lnTo>
                    <a:lnTo>
                      <a:pt x="1834" y="497"/>
                    </a:lnTo>
                    <a:lnTo>
                      <a:pt x="1851" y="540"/>
                    </a:lnTo>
                    <a:lnTo>
                      <a:pt x="1866" y="584"/>
                    </a:lnTo>
                    <a:lnTo>
                      <a:pt x="1879" y="631"/>
                    </a:lnTo>
                    <a:lnTo>
                      <a:pt x="1892" y="678"/>
                    </a:lnTo>
                    <a:lnTo>
                      <a:pt x="1900" y="728"/>
                    </a:lnTo>
                    <a:lnTo>
                      <a:pt x="1908" y="779"/>
                    </a:lnTo>
                    <a:lnTo>
                      <a:pt x="1914" y="831"/>
                    </a:lnTo>
                    <a:lnTo>
                      <a:pt x="1916" y="886"/>
                    </a:lnTo>
                    <a:lnTo>
                      <a:pt x="1917" y="941"/>
                    </a:lnTo>
                    <a:lnTo>
                      <a:pt x="1917" y="997"/>
                    </a:lnTo>
                    <a:lnTo>
                      <a:pt x="1914" y="1051"/>
                    </a:lnTo>
                    <a:lnTo>
                      <a:pt x="1909" y="1104"/>
                    </a:lnTo>
                    <a:lnTo>
                      <a:pt x="1903" y="1155"/>
                    </a:lnTo>
                    <a:lnTo>
                      <a:pt x="1894" y="1204"/>
                    </a:lnTo>
                    <a:lnTo>
                      <a:pt x="1883" y="1253"/>
                    </a:lnTo>
                    <a:lnTo>
                      <a:pt x="1871" y="1300"/>
                    </a:lnTo>
                    <a:lnTo>
                      <a:pt x="1857" y="1345"/>
                    </a:lnTo>
                    <a:lnTo>
                      <a:pt x="1841" y="1389"/>
                    </a:lnTo>
                    <a:lnTo>
                      <a:pt x="1823" y="1431"/>
                    </a:lnTo>
                    <a:lnTo>
                      <a:pt x="1803" y="1472"/>
                    </a:lnTo>
                    <a:lnTo>
                      <a:pt x="1782" y="1511"/>
                    </a:lnTo>
                    <a:lnTo>
                      <a:pt x="1759" y="1548"/>
                    </a:lnTo>
                    <a:lnTo>
                      <a:pt x="1734" y="1584"/>
                    </a:lnTo>
                    <a:lnTo>
                      <a:pt x="1706" y="1618"/>
                    </a:lnTo>
                    <a:lnTo>
                      <a:pt x="1677" y="1651"/>
                    </a:lnTo>
                    <a:lnTo>
                      <a:pt x="1647" y="1681"/>
                    </a:lnTo>
                    <a:lnTo>
                      <a:pt x="1614" y="1709"/>
                    </a:lnTo>
                    <a:lnTo>
                      <a:pt x="1581" y="1737"/>
                    </a:lnTo>
                    <a:lnTo>
                      <a:pt x="1545" y="1761"/>
                    </a:lnTo>
                    <a:lnTo>
                      <a:pt x="1507" y="1784"/>
                    </a:lnTo>
                    <a:lnTo>
                      <a:pt x="1467" y="1806"/>
                    </a:lnTo>
                    <a:lnTo>
                      <a:pt x="1427" y="1825"/>
                    </a:lnTo>
                    <a:lnTo>
                      <a:pt x="1384" y="1843"/>
                    </a:lnTo>
                    <a:lnTo>
                      <a:pt x="1339" y="1858"/>
                    </a:lnTo>
                    <a:lnTo>
                      <a:pt x="1293" y="1873"/>
                    </a:lnTo>
                    <a:lnTo>
                      <a:pt x="1244" y="1884"/>
                    </a:lnTo>
                    <a:lnTo>
                      <a:pt x="1195" y="1893"/>
                    </a:lnTo>
                    <a:lnTo>
                      <a:pt x="1143" y="1900"/>
                    </a:lnTo>
                    <a:lnTo>
                      <a:pt x="1090" y="1906"/>
                    </a:lnTo>
                    <a:lnTo>
                      <a:pt x="1035" y="1909"/>
                    </a:lnTo>
                    <a:lnTo>
                      <a:pt x="978" y="1910"/>
                    </a:lnTo>
                    <a:lnTo>
                      <a:pt x="924" y="1909"/>
                    </a:lnTo>
                    <a:lnTo>
                      <a:pt x="870" y="1907"/>
                    </a:lnTo>
                    <a:lnTo>
                      <a:pt x="818" y="1901"/>
                    </a:lnTo>
                    <a:lnTo>
                      <a:pt x="766" y="1895"/>
                    </a:lnTo>
                    <a:lnTo>
                      <a:pt x="716" y="1887"/>
                    </a:lnTo>
                    <a:lnTo>
                      <a:pt x="669" y="1876"/>
                    </a:lnTo>
                    <a:lnTo>
                      <a:pt x="622" y="1864"/>
                    </a:lnTo>
                    <a:lnTo>
                      <a:pt x="576" y="1850"/>
                    </a:lnTo>
                    <a:lnTo>
                      <a:pt x="532" y="1834"/>
                    </a:lnTo>
                    <a:lnTo>
                      <a:pt x="490" y="1816"/>
                    </a:lnTo>
                    <a:lnTo>
                      <a:pt x="448" y="1796"/>
                    </a:lnTo>
                    <a:lnTo>
                      <a:pt x="409" y="1775"/>
                    </a:lnTo>
                    <a:lnTo>
                      <a:pt x="371" y="1752"/>
                    </a:lnTo>
                    <a:lnTo>
                      <a:pt x="335" y="1727"/>
                    </a:lnTo>
                    <a:lnTo>
                      <a:pt x="300" y="1699"/>
                    </a:lnTo>
                    <a:lnTo>
                      <a:pt x="268" y="1671"/>
                    </a:lnTo>
                    <a:lnTo>
                      <a:pt x="236" y="1640"/>
                    </a:lnTo>
                    <a:lnTo>
                      <a:pt x="207" y="1608"/>
                    </a:lnTo>
                    <a:lnTo>
                      <a:pt x="180" y="1573"/>
                    </a:lnTo>
                    <a:lnTo>
                      <a:pt x="154" y="1536"/>
                    </a:lnTo>
                    <a:lnTo>
                      <a:pt x="130" y="1499"/>
                    </a:lnTo>
                    <a:lnTo>
                      <a:pt x="108" y="1458"/>
                    </a:lnTo>
                    <a:lnTo>
                      <a:pt x="88" y="1416"/>
                    </a:lnTo>
                    <a:lnTo>
                      <a:pt x="70" y="1373"/>
                    </a:lnTo>
                    <a:lnTo>
                      <a:pt x="54" y="1327"/>
                    </a:lnTo>
                    <a:lnTo>
                      <a:pt x="40" y="1279"/>
                    </a:lnTo>
                    <a:lnTo>
                      <a:pt x="28" y="1231"/>
                    </a:lnTo>
                    <a:lnTo>
                      <a:pt x="19" y="1179"/>
                    </a:lnTo>
                    <a:lnTo>
                      <a:pt x="11" y="1126"/>
                    </a:lnTo>
                    <a:lnTo>
                      <a:pt x="5" y="1071"/>
                    </a:lnTo>
                    <a:lnTo>
                      <a:pt x="1" y="1015"/>
                    </a:lnTo>
                    <a:lnTo>
                      <a:pt x="0" y="956"/>
                    </a:lnTo>
                    <a:close/>
                    <a:moveTo>
                      <a:pt x="572" y="958"/>
                    </a:moveTo>
                    <a:lnTo>
                      <a:pt x="573" y="1008"/>
                    </a:lnTo>
                    <a:lnTo>
                      <a:pt x="576" y="1056"/>
                    </a:lnTo>
                    <a:lnTo>
                      <a:pt x="578" y="1081"/>
                    </a:lnTo>
                    <a:lnTo>
                      <a:pt x="582" y="1105"/>
                    </a:lnTo>
                    <a:lnTo>
                      <a:pt x="585" y="1128"/>
                    </a:lnTo>
                    <a:lnTo>
                      <a:pt x="588" y="1151"/>
                    </a:lnTo>
                    <a:lnTo>
                      <a:pt x="594" y="1174"/>
                    </a:lnTo>
                    <a:lnTo>
                      <a:pt x="599" y="1197"/>
                    </a:lnTo>
                    <a:lnTo>
                      <a:pt x="606" y="1219"/>
                    </a:lnTo>
                    <a:lnTo>
                      <a:pt x="613" y="1240"/>
                    </a:lnTo>
                    <a:lnTo>
                      <a:pt x="620" y="1260"/>
                    </a:lnTo>
                    <a:lnTo>
                      <a:pt x="629" y="1281"/>
                    </a:lnTo>
                    <a:lnTo>
                      <a:pt x="638" y="1300"/>
                    </a:lnTo>
                    <a:lnTo>
                      <a:pt x="649" y="1319"/>
                    </a:lnTo>
                    <a:lnTo>
                      <a:pt x="660" y="1338"/>
                    </a:lnTo>
                    <a:lnTo>
                      <a:pt x="672" y="1354"/>
                    </a:lnTo>
                    <a:lnTo>
                      <a:pt x="686" y="1371"/>
                    </a:lnTo>
                    <a:lnTo>
                      <a:pt x="700" y="1386"/>
                    </a:lnTo>
                    <a:lnTo>
                      <a:pt x="715" y="1401"/>
                    </a:lnTo>
                    <a:lnTo>
                      <a:pt x="732" y="1414"/>
                    </a:lnTo>
                    <a:lnTo>
                      <a:pt x="749" y="1427"/>
                    </a:lnTo>
                    <a:lnTo>
                      <a:pt x="767" y="1438"/>
                    </a:lnTo>
                    <a:lnTo>
                      <a:pt x="787" y="1448"/>
                    </a:lnTo>
                    <a:lnTo>
                      <a:pt x="808" y="1457"/>
                    </a:lnTo>
                    <a:lnTo>
                      <a:pt x="830" y="1464"/>
                    </a:lnTo>
                    <a:lnTo>
                      <a:pt x="853" y="1471"/>
                    </a:lnTo>
                    <a:lnTo>
                      <a:pt x="878" y="1477"/>
                    </a:lnTo>
                    <a:lnTo>
                      <a:pt x="904" y="1480"/>
                    </a:lnTo>
                    <a:lnTo>
                      <a:pt x="931" y="1482"/>
                    </a:lnTo>
                    <a:lnTo>
                      <a:pt x="959" y="1483"/>
                    </a:lnTo>
                    <a:lnTo>
                      <a:pt x="989" y="1482"/>
                    </a:lnTo>
                    <a:lnTo>
                      <a:pt x="1018" y="1480"/>
                    </a:lnTo>
                    <a:lnTo>
                      <a:pt x="1046" y="1476"/>
                    </a:lnTo>
                    <a:lnTo>
                      <a:pt x="1071" y="1470"/>
                    </a:lnTo>
                    <a:lnTo>
                      <a:pt x="1095" y="1463"/>
                    </a:lnTo>
                    <a:lnTo>
                      <a:pt x="1118" y="1456"/>
                    </a:lnTo>
                    <a:lnTo>
                      <a:pt x="1139" y="1446"/>
                    </a:lnTo>
                    <a:lnTo>
                      <a:pt x="1159" y="1436"/>
                    </a:lnTo>
                    <a:lnTo>
                      <a:pt x="1178" y="1424"/>
                    </a:lnTo>
                    <a:lnTo>
                      <a:pt x="1196" y="1410"/>
                    </a:lnTo>
                    <a:lnTo>
                      <a:pt x="1212" y="1396"/>
                    </a:lnTo>
                    <a:lnTo>
                      <a:pt x="1228" y="1381"/>
                    </a:lnTo>
                    <a:lnTo>
                      <a:pt x="1241" y="1365"/>
                    </a:lnTo>
                    <a:lnTo>
                      <a:pt x="1254" y="1348"/>
                    </a:lnTo>
                    <a:lnTo>
                      <a:pt x="1266" y="1330"/>
                    </a:lnTo>
                    <a:lnTo>
                      <a:pt x="1278" y="1310"/>
                    </a:lnTo>
                    <a:lnTo>
                      <a:pt x="1286" y="1291"/>
                    </a:lnTo>
                    <a:lnTo>
                      <a:pt x="1296" y="1270"/>
                    </a:lnTo>
                    <a:lnTo>
                      <a:pt x="1304" y="1249"/>
                    </a:lnTo>
                    <a:lnTo>
                      <a:pt x="1311" y="1227"/>
                    </a:lnTo>
                    <a:lnTo>
                      <a:pt x="1317" y="1205"/>
                    </a:lnTo>
                    <a:lnTo>
                      <a:pt x="1323" y="1182"/>
                    </a:lnTo>
                    <a:lnTo>
                      <a:pt x="1328" y="1158"/>
                    </a:lnTo>
                    <a:lnTo>
                      <a:pt x="1332" y="1135"/>
                    </a:lnTo>
                    <a:lnTo>
                      <a:pt x="1336" y="1110"/>
                    </a:lnTo>
                    <a:lnTo>
                      <a:pt x="1338" y="1085"/>
                    </a:lnTo>
                    <a:lnTo>
                      <a:pt x="1340" y="1061"/>
                    </a:lnTo>
                    <a:lnTo>
                      <a:pt x="1343" y="1036"/>
                    </a:lnTo>
                    <a:lnTo>
                      <a:pt x="1345" y="985"/>
                    </a:lnTo>
                    <a:lnTo>
                      <a:pt x="1346" y="934"/>
                    </a:lnTo>
                    <a:lnTo>
                      <a:pt x="1346" y="909"/>
                    </a:lnTo>
                    <a:lnTo>
                      <a:pt x="1345" y="884"/>
                    </a:lnTo>
                    <a:lnTo>
                      <a:pt x="1344" y="861"/>
                    </a:lnTo>
                    <a:lnTo>
                      <a:pt x="1342" y="837"/>
                    </a:lnTo>
                    <a:lnTo>
                      <a:pt x="1338" y="814"/>
                    </a:lnTo>
                    <a:lnTo>
                      <a:pt x="1335" y="790"/>
                    </a:lnTo>
                    <a:lnTo>
                      <a:pt x="1332" y="768"/>
                    </a:lnTo>
                    <a:lnTo>
                      <a:pt x="1327" y="744"/>
                    </a:lnTo>
                    <a:lnTo>
                      <a:pt x="1322" y="722"/>
                    </a:lnTo>
                    <a:lnTo>
                      <a:pt x="1315" y="701"/>
                    </a:lnTo>
                    <a:lnTo>
                      <a:pt x="1308" y="680"/>
                    </a:lnTo>
                    <a:lnTo>
                      <a:pt x="1301" y="659"/>
                    </a:lnTo>
                    <a:lnTo>
                      <a:pt x="1293" y="640"/>
                    </a:lnTo>
                    <a:lnTo>
                      <a:pt x="1284" y="621"/>
                    </a:lnTo>
                    <a:lnTo>
                      <a:pt x="1274" y="602"/>
                    </a:lnTo>
                    <a:lnTo>
                      <a:pt x="1263" y="584"/>
                    </a:lnTo>
                    <a:lnTo>
                      <a:pt x="1251" y="568"/>
                    </a:lnTo>
                    <a:lnTo>
                      <a:pt x="1239" y="551"/>
                    </a:lnTo>
                    <a:lnTo>
                      <a:pt x="1225" y="536"/>
                    </a:lnTo>
                    <a:lnTo>
                      <a:pt x="1210" y="522"/>
                    </a:lnTo>
                    <a:lnTo>
                      <a:pt x="1195" y="508"/>
                    </a:lnTo>
                    <a:lnTo>
                      <a:pt x="1178" y="496"/>
                    </a:lnTo>
                    <a:lnTo>
                      <a:pt x="1160" y="484"/>
                    </a:lnTo>
                    <a:lnTo>
                      <a:pt x="1143" y="474"/>
                    </a:lnTo>
                    <a:lnTo>
                      <a:pt x="1123" y="464"/>
                    </a:lnTo>
                    <a:lnTo>
                      <a:pt x="1102" y="457"/>
                    </a:lnTo>
                    <a:lnTo>
                      <a:pt x="1080" y="449"/>
                    </a:lnTo>
                    <a:lnTo>
                      <a:pt x="1058" y="443"/>
                    </a:lnTo>
                    <a:lnTo>
                      <a:pt x="1033" y="439"/>
                    </a:lnTo>
                    <a:lnTo>
                      <a:pt x="1008" y="434"/>
                    </a:lnTo>
                    <a:lnTo>
                      <a:pt x="982" y="433"/>
                    </a:lnTo>
                    <a:lnTo>
                      <a:pt x="954" y="432"/>
                    </a:lnTo>
                    <a:lnTo>
                      <a:pt x="926" y="433"/>
                    </a:lnTo>
                    <a:lnTo>
                      <a:pt x="899" y="436"/>
                    </a:lnTo>
                    <a:lnTo>
                      <a:pt x="873" y="439"/>
                    </a:lnTo>
                    <a:lnTo>
                      <a:pt x="849" y="444"/>
                    </a:lnTo>
                    <a:lnTo>
                      <a:pt x="827" y="451"/>
                    </a:lnTo>
                    <a:lnTo>
                      <a:pt x="805" y="459"/>
                    </a:lnTo>
                    <a:lnTo>
                      <a:pt x="784" y="468"/>
                    </a:lnTo>
                    <a:lnTo>
                      <a:pt x="765" y="479"/>
                    </a:lnTo>
                    <a:lnTo>
                      <a:pt x="746" y="490"/>
                    </a:lnTo>
                    <a:lnTo>
                      <a:pt x="729" y="503"/>
                    </a:lnTo>
                    <a:lnTo>
                      <a:pt x="713" y="516"/>
                    </a:lnTo>
                    <a:lnTo>
                      <a:pt x="698" y="532"/>
                    </a:lnTo>
                    <a:lnTo>
                      <a:pt x="684" y="547"/>
                    </a:lnTo>
                    <a:lnTo>
                      <a:pt x="671" y="564"/>
                    </a:lnTo>
                    <a:lnTo>
                      <a:pt x="659" y="581"/>
                    </a:lnTo>
                    <a:lnTo>
                      <a:pt x="648" y="599"/>
                    </a:lnTo>
                    <a:lnTo>
                      <a:pt x="637" y="619"/>
                    </a:lnTo>
                    <a:lnTo>
                      <a:pt x="628" y="637"/>
                    </a:lnTo>
                    <a:lnTo>
                      <a:pt x="619" y="658"/>
                    </a:lnTo>
                    <a:lnTo>
                      <a:pt x="612" y="679"/>
                    </a:lnTo>
                    <a:lnTo>
                      <a:pt x="605" y="700"/>
                    </a:lnTo>
                    <a:lnTo>
                      <a:pt x="598" y="722"/>
                    </a:lnTo>
                    <a:lnTo>
                      <a:pt x="594" y="745"/>
                    </a:lnTo>
                    <a:lnTo>
                      <a:pt x="588" y="768"/>
                    </a:lnTo>
                    <a:lnTo>
                      <a:pt x="585" y="792"/>
                    </a:lnTo>
                    <a:lnTo>
                      <a:pt x="581" y="815"/>
                    </a:lnTo>
                    <a:lnTo>
                      <a:pt x="578" y="838"/>
                    </a:lnTo>
                    <a:lnTo>
                      <a:pt x="576" y="862"/>
                    </a:lnTo>
                    <a:lnTo>
                      <a:pt x="573" y="911"/>
                    </a:lnTo>
                    <a:lnTo>
                      <a:pt x="572" y="9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6" name="Freeform 12"/>
              <p:cNvSpPr>
                <a:spLocks noEditPoints="1"/>
              </p:cNvSpPr>
              <p:nvPr/>
            </p:nvSpPr>
            <p:spPr bwMode="auto">
              <a:xfrm>
                <a:off x="10414861" y="822770"/>
                <a:ext cx="304800" cy="303212"/>
              </a:xfrm>
              <a:custGeom>
                <a:avLst/>
                <a:gdLst>
                  <a:gd name="T0" fmla="*/ 9 w 1917"/>
                  <a:gd name="T1" fmla="*/ 794 h 1910"/>
                  <a:gd name="T2" fmla="*/ 50 w 1917"/>
                  <a:gd name="T3" fmla="*/ 600 h 1910"/>
                  <a:gd name="T4" fmla="*/ 122 w 1917"/>
                  <a:gd name="T5" fmla="*/ 430 h 1910"/>
                  <a:gd name="T6" fmla="*/ 223 w 1917"/>
                  <a:gd name="T7" fmla="*/ 286 h 1910"/>
                  <a:gd name="T8" fmla="*/ 353 w 1917"/>
                  <a:gd name="T9" fmla="*/ 170 h 1910"/>
                  <a:gd name="T10" fmla="*/ 510 w 1917"/>
                  <a:gd name="T11" fmla="*/ 83 h 1910"/>
                  <a:gd name="T12" fmla="*/ 694 w 1917"/>
                  <a:gd name="T13" fmla="*/ 25 h 1910"/>
                  <a:gd name="T14" fmla="*/ 900 w 1917"/>
                  <a:gd name="T15" fmla="*/ 1 h 1910"/>
                  <a:gd name="T16" fmla="*/ 1117 w 1917"/>
                  <a:gd name="T17" fmla="*/ 9 h 1910"/>
                  <a:gd name="T18" fmla="*/ 1312 w 1917"/>
                  <a:gd name="T19" fmla="*/ 47 h 1910"/>
                  <a:gd name="T20" fmla="*/ 1483 w 1917"/>
                  <a:gd name="T21" fmla="*/ 117 h 1910"/>
                  <a:gd name="T22" fmla="*/ 1628 w 1917"/>
                  <a:gd name="T23" fmla="*/ 216 h 1910"/>
                  <a:gd name="T24" fmla="*/ 1745 w 1917"/>
                  <a:gd name="T25" fmla="*/ 343 h 1910"/>
                  <a:gd name="T26" fmla="*/ 1833 w 1917"/>
                  <a:gd name="T27" fmla="*/ 497 h 1910"/>
                  <a:gd name="T28" fmla="*/ 1891 w 1917"/>
                  <a:gd name="T29" fmla="*/ 678 h 1910"/>
                  <a:gd name="T30" fmla="*/ 1916 w 1917"/>
                  <a:gd name="T31" fmla="*/ 886 h 1910"/>
                  <a:gd name="T32" fmla="*/ 1908 w 1917"/>
                  <a:gd name="T33" fmla="*/ 1104 h 1910"/>
                  <a:gd name="T34" fmla="*/ 1871 w 1917"/>
                  <a:gd name="T35" fmla="*/ 1300 h 1910"/>
                  <a:gd name="T36" fmla="*/ 1802 w 1917"/>
                  <a:gd name="T37" fmla="*/ 1472 h 1910"/>
                  <a:gd name="T38" fmla="*/ 1706 w 1917"/>
                  <a:gd name="T39" fmla="*/ 1618 h 1910"/>
                  <a:gd name="T40" fmla="*/ 1580 w 1917"/>
                  <a:gd name="T41" fmla="*/ 1737 h 1910"/>
                  <a:gd name="T42" fmla="*/ 1426 w 1917"/>
                  <a:gd name="T43" fmla="*/ 1825 h 1910"/>
                  <a:gd name="T44" fmla="*/ 1244 w 1917"/>
                  <a:gd name="T45" fmla="*/ 1884 h 1910"/>
                  <a:gd name="T46" fmla="*/ 1035 w 1917"/>
                  <a:gd name="T47" fmla="*/ 1909 h 1910"/>
                  <a:gd name="T48" fmla="*/ 813 w 1917"/>
                  <a:gd name="T49" fmla="*/ 1901 h 1910"/>
                  <a:gd name="T50" fmla="*/ 614 w 1917"/>
                  <a:gd name="T51" fmla="*/ 1863 h 1910"/>
                  <a:gd name="T52" fmla="*/ 441 w 1917"/>
                  <a:gd name="T53" fmla="*/ 1794 h 1910"/>
                  <a:gd name="T54" fmla="*/ 294 w 1917"/>
                  <a:gd name="T55" fmla="*/ 1695 h 1910"/>
                  <a:gd name="T56" fmla="*/ 175 w 1917"/>
                  <a:gd name="T57" fmla="*/ 1568 h 1910"/>
                  <a:gd name="T58" fmla="*/ 85 w 1917"/>
                  <a:gd name="T59" fmla="*/ 1412 h 1910"/>
                  <a:gd name="T60" fmla="*/ 27 w 1917"/>
                  <a:gd name="T61" fmla="*/ 1226 h 1910"/>
                  <a:gd name="T62" fmla="*/ 1 w 1917"/>
                  <a:gd name="T63" fmla="*/ 1013 h 1910"/>
                  <a:gd name="T64" fmla="*/ 575 w 1917"/>
                  <a:gd name="T65" fmla="*/ 1056 h 1910"/>
                  <a:gd name="T66" fmla="*/ 589 w 1917"/>
                  <a:gd name="T67" fmla="*/ 1151 h 1910"/>
                  <a:gd name="T68" fmla="*/ 612 w 1917"/>
                  <a:gd name="T69" fmla="*/ 1240 h 1910"/>
                  <a:gd name="T70" fmla="*/ 648 w 1917"/>
                  <a:gd name="T71" fmla="*/ 1319 h 1910"/>
                  <a:gd name="T72" fmla="*/ 699 w 1917"/>
                  <a:gd name="T73" fmla="*/ 1386 h 1910"/>
                  <a:gd name="T74" fmla="*/ 767 w 1917"/>
                  <a:gd name="T75" fmla="*/ 1438 h 1910"/>
                  <a:gd name="T76" fmla="*/ 853 w 1917"/>
                  <a:gd name="T77" fmla="*/ 1471 h 1910"/>
                  <a:gd name="T78" fmla="*/ 959 w 1917"/>
                  <a:gd name="T79" fmla="*/ 1483 h 1910"/>
                  <a:gd name="T80" fmla="*/ 1071 w 1917"/>
                  <a:gd name="T81" fmla="*/ 1470 h 1910"/>
                  <a:gd name="T82" fmla="*/ 1160 w 1917"/>
                  <a:gd name="T83" fmla="*/ 1436 h 1910"/>
                  <a:gd name="T84" fmla="*/ 1227 w 1917"/>
                  <a:gd name="T85" fmla="*/ 1381 h 1910"/>
                  <a:gd name="T86" fmla="*/ 1277 w 1917"/>
                  <a:gd name="T87" fmla="*/ 1310 h 1910"/>
                  <a:gd name="T88" fmla="*/ 1311 w 1917"/>
                  <a:gd name="T89" fmla="*/ 1227 h 1910"/>
                  <a:gd name="T90" fmla="*/ 1332 w 1917"/>
                  <a:gd name="T91" fmla="*/ 1135 h 1910"/>
                  <a:gd name="T92" fmla="*/ 1342 w 1917"/>
                  <a:gd name="T93" fmla="*/ 1036 h 1910"/>
                  <a:gd name="T94" fmla="*/ 1344 w 1917"/>
                  <a:gd name="T95" fmla="*/ 884 h 1910"/>
                  <a:gd name="T96" fmla="*/ 1335 w 1917"/>
                  <a:gd name="T97" fmla="*/ 790 h 1910"/>
                  <a:gd name="T98" fmla="*/ 1315 w 1917"/>
                  <a:gd name="T99" fmla="*/ 701 h 1910"/>
                  <a:gd name="T100" fmla="*/ 1283 w 1917"/>
                  <a:gd name="T101" fmla="*/ 621 h 1910"/>
                  <a:gd name="T102" fmla="*/ 1238 w 1917"/>
                  <a:gd name="T103" fmla="*/ 551 h 1910"/>
                  <a:gd name="T104" fmla="*/ 1177 w 1917"/>
                  <a:gd name="T105" fmla="*/ 496 h 1910"/>
                  <a:gd name="T106" fmla="*/ 1101 w 1917"/>
                  <a:gd name="T107" fmla="*/ 457 h 1910"/>
                  <a:gd name="T108" fmla="*/ 1007 w 1917"/>
                  <a:gd name="T109" fmla="*/ 434 h 1910"/>
                  <a:gd name="T110" fmla="*/ 899 w 1917"/>
                  <a:gd name="T111" fmla="*/ 436 h 1910"/>
                  <a:gd name="T112" fmla="*/ 804 w 1917"/>
                  <a:gd name="T113" fmla="*/ 459 h 1910"/>
                  <a:gd name="T114" fmla="*/ 729 w 1917"/>
                  <a:gd name="T115" fmla="*/ 503 h 1910"/>
                  <a:gd name="T116" fmla="*/ 670 w 1917"/>
                  <a:gd name="T117" fmla="*/ 564 h 1910"/>
                  <a:gd name="T118" fmla="*/ 627 w 1917"/>
                  <a:gd name="T119" fmla="*/ 637 h 1910"/>
                  <a:gd name="T120" fmla="*/ 599 w 1917"/>
                  <a:gd name="T121" fmla="*/ 722 h 1910"/>
                  <a:gd name="T122" fmla="*/ 581 w 1917"/>
                  <a:gd name="T123" fmla="*/ 815 h 1910"/>
                  <a:gd name="T124" fmla="*/ 572 w 1917"/>
                  <a:gd name="T125" fmla="*/ 958 h 19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917" h="1910">
                    <a:moveTo>
                      <a:pt x="0" y="956"/>
                    </a:moveTo>
                    <a:lnTo>
                      <a:pt x="1" y="901"/>
                    </a:lnTo>
                    <a:lnTo>
                      <a:pt x="5" y="847"/>
                    </a:lnTo>
                    <a:lnTo>
                      <a:pt x="9" y="794"/>
                    </a:lnTo>
                    <a:lnTo>
                      <a:pt x="17" y="743"/>
                    </a:lnTo>
                    <a:lnTo>
                      <a:pt x="25" y="694"/>
                    </a:lnTo>
                    <a:lnTo>
                      <a:pt x="37" y="646"/>
                    </a:lnTo>
                    <a:lnTo>
                      <a:pt x="50" y="600"/>
                    </a:lnTo>
                    <a:lnTo>
                      <a:pt x="65" y="555"/>
                    </a:lnTo>
                    <a:lnTo>
                      <a:pt x="82" y="512"/>
                    </a:lnTo>
                    <a:lnTo>
                      <a:pt x="101" y="470"/>
                    </a:lnTo>
                    <a:lnTo>
                      <a:pt x="122" y="430"/>
                    </a:lnTo>
                    <a:lnTo>
                      <a:pt x="145" y="391"/>
                    </a:lnTo>
                    <a:lnTo>
                      <a:pt x="169" y="354"/>
                    </a:lnTo>
                    <a:lnTo>
                      <a:pt x="196" y="320"/>
                    </a:lnTo>
                    <a:lnTo>
                      <a:pt x="223" y="286"/>
                    </a:lnTo>
                    <a:lnTo>
                      <a:pt x="254" y="254"/>
                    </a:lnTo>
                    <a:lnTo>
                      <a:pt x="285" y="224"/>
                    </a:lnTo>
                    <a:lnTo>
                      <a:pt x="318" y="196"/>
                    </a:lnTo>
                    <a:lnTo>
                      <a:pt x="353" y="170"/>
                    </a:lnTo>
                    <a:lnTo>
                      <a:pt x="390" y="146"/>
                    </a:lnTo>
                    <a:lnTo>
                      <a:pt x="429" y="122"/>
                    </a:lnTo>
                    <a:lnTo>
                      <a:pt x="469" y="101"/>
                    </a:lnTo>
                    <a:lnTo>
                      <a:pt x="510" y="83"/>
                    </a:lnTo>
                    <a:lnTo>
                      <a:pt x="554" y="65"/>
                    </a:lnTo>
                    <a:lnTo>
                      <a:pt x="599" y="51"/>
                    </a:lnTo>
                    <a:lnTo>
                      <a:pt x="645" y="37"/>
                    </a:lnTo>
                    <a:lnTo>
                      <a:pt x="694" y="25"/>
                    </a:lnTo>
                    <a:lnTo>
                      <a:pt x="742" y="17"/>
                    </a:lnTo>
                    <a:lnTo>
                      <a:pt x="794" y="9"/>
                    </a:lnTo>
                    <a:lnTo>
                      <a:pt x="846" y="4"/>
                    </a:lnTo>
                    <a:lnTo>
                      <a:pt x="900" y="1"/>
                    </a:lnTo>
                    <a:lnTo>
                      <a:pt x="955" y="0"/>
                    </a:lnTo>
                    <a:lnTo>
                      <a:pt x="1011" y="1"/>
                    </a:lnTo>
                    <a:lnTo>
                      <a:pt x="1065" y="4"/>
                    </a:lnTo>
                    <a:lnTo>
                      <a:pt x="1117" y="9"/>
                    </a:lnTo>
                    <a:lnTo>
                      <a:pt x="1169" y="15"/>
                    </a:lnTo>
                    <a:lnTo>
                      <a:pt x="1218" y="24"/>
                    </a:lnTo>
                    <a:lnTo>
                      <a:pt x="1266" y="35"/>
                    </a:lnTo>
                    <a:lnTo>
                      <a:pt x="1312" y="47"/>
                    </a:lnTo>
                    <a:lnTo>
                      <a:pt x="1357" y="63"/>
                    </a:lnTo>
                    <a:lnTo>
                      <a:pt x="1402" y="78"/>
                    </a:lnTo>
                    <a:lnTo>
                      <a:pt x="1444" y="97"/>
                    </a:lnTo>
                    <a:lnTo>
                      <a:pt x="1483" y="117"/>
                    </a:lnTo>
                    <a:lnTo>
                      <a:pt x="1522" y="139"/>
                    </a:lnTo>
                    <a:lnTo>
                      <a:pt x="1559" y="163"/>
                    </a:lnTo>
                    <a:lnTo>
                      <a:pt x="1595" y="189"/>
                    </a:lnTo>
                    <a:lnTo>
                      <a:pt x="1628" y="216"/>
                    </a:lnTo>
                    <a:lnTo>
                      <a:pt x="1660" y="245"/>
                    </a:lnTo>
                    <a:lnTo>
                      <a:pt x="1691" y="276"/>
                    </a:lnTo>
                    <a:lnTo>
                      <a:pt x="1718" y="309"/>
                    </a:lnTo>
                    <a:lnTo>
                      <a:pt x="1745" y="343"/>
                    </a:lnTo>
                    <a:lnTo>
                      <a:pt x="1770" y="379"/>
                    </a:lnTo>
                    <a:lnTo>
                      <a:pt x="1794" y="417"/>
                    </a:lnTo>
                    <a:lnTo>
                      <a:pt x="1815" y="457"/>
                    </a:lnTo>
                    <a:lnTo>
                      <a:pt x="1833" y="497"/>
                    </a:lnTo>
                    <a:lnTo>
                      <a:pt x="1851" y="540"/>
                    </a:lnTo>
                    <a:lnTo>
                      <a:pt x="1866" y="584"/>
                    </a:lnTo>
                    <a:lnTo>
                      <a:pt x="1880" y="631"/>
                    </a:lnTo>
                    <a:lnTo>
                      <a:pt x="1891" y="678"/>
                    </a:lnTo>
                    <a:lnTo>
                      <a:pt x="1900" y="728"/>
                    </a:lnTo>
                    <a:lnTo>
                      <a:pt x="1907" y="779"/>
                    </a:lnTo>
                    <a:lnTo>
                      <a:pt x="1913" y="831"/>
                    </a:lnTo>
                    <a:lnTo>
                      <a:pt x="1916" y="886"/>
                    </a:lnTo>
                    <a:lnTo>
                      <a:pt x="1917" y="941"/>
                    </a:lnTo>
                    <a:lnTo>
                      <a:pt x="1916" y="997"/>
                    </a:lnTo>
                    <a:lnTo>
                      <a:pt x="1913" y="1051"/>
                    </a:lnTo>
                    <a:lnTo>
                      <a:pt x="1908" y="1104"/>
                    </a:lnTo>
                    <a:lnTo>
                      <a:pt x="1902" y="1155"/>
                    </a:lnTo>
                    <a:lnTo>
                      <a:pt x="1893" y="1204"/>
                    </a:lnTo>
                    <a:lnTo>
                      <a:pt x="1883" y="1253"/>
                    </a:lnTo>
                    <a:lnTo>
                      <a:pt x="1871" y="1300"/>
                    </a:lnTo>
                    <a:lnTo>
                      <a:pt x="1857" y="1345"/>
                    </a:lnTo>
                    <a:lnTo>
                      <a:pt x="1840" y="1389"/>
                    </a:lnTo>
                    <a:lnTo>
                      <a:pt x="1822" y="1431"/>
                    </a:lnTo>
                    <a:lnTo>
                      <a:pt x="1802" y="1472"/>
                    </a:lnTo>
                    <a:lnTo>
                      <a:pt x="1781" y="1511"/>
                    </a:lnTo>
                    <a:lnTo>
                      <a:pt x="1758" y="1548"/>
                    </a:lnTo>
                    <a:lnTo>
                      <a:pt x="1733" y="1584"/>
                    </a:lnTo>
                    <a:lnTo>
                      <a:pt x="1706" y="1618"/>
                    </a:lnTo>
                    <a:lnTo>
                      <a:pt x="1678" y="1651"/>
                    </a:lnTo>
                    <a:lnTo>
                      <a:pt x="1647" y="1681"/>
                    </a:lnTo>
                    <a:lnTo>
                      <a:pt x="1615" y="1709"/>
                    </a:lnTo>
                    <a:lnTo>
                      <a:pt x="1580" y="1737"/>
                    </a:lnTo>
                    <a:lnTo>
                      <a:pt x="1544" y="1761"/>
                    </a:lnTo>
                    <a:lnTo>
                      <a:pt x="1506" y="1784"/>
                    </a:lnTo>
                    <a:lnTo>
                      <a:pt x="1467" y="1806"/>
                    </a:lnTo>
                    <a:lnTo>
                      <a:pt x="1426" y="1825"/>
                    </a:lnTo>
                    <a:lnTo>
                      <a:pt x="1383" y="1843"/>
                    </a:lnTo>
                    <a:lnTo>
                      <a:pt x="1339" y="1858"/>
                    </a:lnTo>
                    <a:lnTo>
                      <a:pt x="1292" y="1873"/>
                    </a:lnTo>
                    <a:lnTo>
                      <a:pt x="1244" y="1884"/>
                    </a:lnTo>
                    <a:lnTo>
                      <a:pt x="1194" y="1893"/>
                    </a:lnTo>
                    <a:lnTo>
                      <a:pt x="1143" y="1900"/>
                    </a:lnTo>
                    <a:lnTo>
                      <a:pt x="1089" y="1906"/>
                    </a:lnTo>
                    <a:lnTo>
                      <a:pt x="1035" y="1909"/>
                    </a:lnTo>
                    <a:lnTo>
                      <a:pt x="977" y="1910"/>
                    </a:lnTo>
                    <a:lnTo>
                      <a:pt x="921" y="1909"/>
                    </a:lnTo>
                    <a:lnTo>
                      <a:pt x="867" y="1906"/>
                    </a:lnTo>
                    <a:lnTo>
                      <a:pt x="813" y="1901"/>
                    </a:lnTo>
                    <a:lnTo>
                      <a:pt x="761" y="1895"/>
                    </a:lnTo>
                    <a:lnTo>
                      <a:pt x="711" y="1886"/>
                    </a:lnTo>
                    <a:lnTo>
                      <a:pt x="662" y="1875"/>
                    </a:lnTo>
                    <a:lnTo>
                      <a:pt x="614" y="1863"/>
                    </a:lnTo>
                    <a:lnTo>
                      <a:pt x="569" y="1848"/>
                    </a:lnTo>
                    <a:lnTo>
                      <a:pt x="525" y="1832"/>
                    </a:lnTo>
                    <a:lnTo>
                      <a:pt x="482" y="1814"/>
                    </a:lnTo>
                    <a:lnTo>
                      <a:pt x="441" y="1794"/>
                    </a:lnTo>
                    <a:lnTo>
                      <a:pt x="401" y="1772"/>
                    </a:lnTo>
                    <a:lnTo>
                      <a:pt x="363" y="1749"/>
                    </a:lnTo>
                    <a:lnTo>
                      <a:pt x="328" y="1723"/>
                    </a:lnTo>
                    <a:lnTo>
                      <a:pt x="294" y="1695"/>
                    </a:lnTo>
                    <a:lnTo>
                      <a:pt x="261" y="1666"/>
                    </a:lnTo>
                    <a:lnTo>
                      <a:pt x="230" y="1635"/>
                    </a:lnTo>
                    <a:lnTo>
                      <a:pt x="201" y="1602"/>
                    </a:lnTo>
                    <a:lnTo>
                      <a:pt x="175" y="1568"/>
                    </a:lnTo>
                    <a:lnTo>
                      <a:pt x="149" y="1532"/>
                    </a:lnTo>
                    <a:lnTo>
                      <a:pt x="126" y="1493"/>
                    </a:lnTo>
                    <a:lnTo>
                      <a:pt x="104" y="1453"/>
                    </a:lnTo>
                    <a:lnTo>
                      <a:pt x="85" y="1412"/>
                    </a:lnTo>
                    <a:lnTo>
                      <a:pt x="67" y="1367"/>
                    </a:lnTo>
                    <a:lnTo>
                      <a:pt x="52" y="1322"/>
                    </a:lnTo>
                    <a:lnTo>
                      <a:pt x="38" y="1275"/>
                    </a:lnTo>
                    <a:lnTo>
                      <a:pt x="27" y="1226"/>
                    </a:lnTo>
                    <a:lnTo>
                      <a:pt x="17" y="1176"/>
                    </a:lnTo>
                    <a:lnTo>
                      <a:pt x="9" y="1124"/>
                    </a:lnTo>
                    <a:lnTo>
                      <a:pt x="5" y="1070"/>
                    </a:lnTo>
                    <a:lnTo>
                      <a:pt x="1" y="1013"/>
                    </a:lnTo>
                    <a:lnTo>
                      <a:pt x="0" y="956"/>
                    </a:lnTo>
                    <a:close/>
                    <a:moveTo>
                      <a:pt x="572" y="958"/>
                    </a:moveTo>
                    <a:lnTo>
                      <a:pt x="573" y="1008"/>
                    </a:lnTo>
                    <a:lnTo>
                      <a:pt x="575" y="1056"/>
                    </a:lnTo>
                    <a:lnTo>
                      <a:pt x="578" y="1081"/>
                    </a:lnTo>
                    <a:lnTo>
                      <a:pt x="581" y="1105"/>
                    </a:lnTo>
                    <a:lnTo>
                      <a:pt x="584" y="1128"/>
                    </a:lnTo>
                    <a:lnTo>
                      <a:pt x="589" y="1151"/>
                    </a:lnTo>
                    <a:lnTo>
                      <a:pt x="593" y="1174"/>
                    </a:lnTo>
                    <a:lnTo>
                      <a:pt x="599" y="1197"/>
                    </a:lnTo>
                    <a:lnTo>
                      <a:pt x="605" y="1219"/>
                    </a:lnTo>
                    <a:lnTo>
                      <a:pt x="612" y="1240"/>
                    </a:lnTo>
                    <a:lnTo>
                      <a:pt x="620" y="1260"/>
                    </a:lnTo>
                    <a:lnTo>
                      <a:pt x="628" y="1281"/>
                    </a:lnTo>
                    <a:lnTo>
                      <a:pt x="638" y="1300"/>
                    </a:lnTo>
                    <a:lnTo>
                      <a:pt x="648" y="1319"/>
                    </a:lnTo>
                    <a:lnTo>
                      <a:pt x="659" y="1338"/>
                    </a:lnTo>
                    <a:lnTo>
                      <a:pt x="672" y="1354"/>
                    </a:lnTo>
                    <a:lnTo>
                      <a:pt x="685" y="1371"/>
                    </a:lnTo>
                    <a:lnTo>
                      <a:pt x="699" y="1386"/>
                    </a:lnTo>
                    <a:lnTo>
                      <a:pt x="715" y="1401"/>
                    </a:lnTo>
                    <a:lnTo>
                      <a:pt x="731" y="1414"/>
                    </a:lnTo>
                    <a:lnTo>
                      <a:pt x="749" y="1427"/>
                    </a:lnTo>
                    <a:lnTo>
                      <a:pt x="767" y="1438"/>
                    </a:lnTo>
                    <a:lnTo>
                      <a:pt x="786" y="1448"/>
                    </a:lnTo>
                    <a:lnTo>
                      <a:pt x="807" y="1457"/>
                    </a:lnTo>
                    <a:lnTo>
                      <a:pt x="829" y="1464"/>
                    </a:lnTo>
                    <a:lnTo>
                      <a:pt x="853" y="1471"/>
                    </a:lnTo>
                    <a:lnTo>
                      <a:pt x="877" y="1477"/>
                    </a:lnTo>
                    <a:lnTo>
                      <a:pt x="903" y="1480"/>
                    </a:lnTo>
                    <a:lnTo>
                      <a:pt x="930" y="1482"/>
                    </a:lnTo>
                    <a:lnTo>
                      <a:pt x="959" y="1483"/>
                    </a:lnTo>
                    <a:lnTo>
                      <a:pt x="990" y="1482"/>
                    </a:lnTo>
                    <a:lnTo>
                      <a:pt x="1018" y="1480"/>
                    </a:lnTo>
                    <a:lnTo>
                      <a:pt x="1045" y="1476"/>
                    </a:lnTo>
                    <a:lnTo>
                      <a:pt x="1071" y="1470"/>
                    </a:lnTo>
                    <a:lnTo>
                      <a:pt x="1095" y="1463"/>
                    </a:lnTo>
                    <a:lnTo>
                      <a:pt x="1118" y="1456"/>
                    </a:lnTo>
                    <a:lnTo>
                      <a:pt x="1139" y="1446"/>
                    </a:lnTo>
                    <a:lnTo>
                      <a:pt x="1160" y="1436"/>
                    </a:lnTo>
                    <a:lnTo>
                      <a:pt x="1178" y="1424"/>
                    </a:lnTo>
                    <a:lnTo>
                      <a:pt x="1195" y="1410"/>
                    </a:lnTo>
                    <a:lnTo>
                      <a:pt x="1212" y="1396"/>
                    </a:lnTo>
                    <a:lnTo>
                      <a:pt x="1227" y="1381"/>
                    </a:lnTo>
                    <a:lnTo>
                      <a:pt x="1241" y="1365"/>
                    </a:lnTo>
                    <a:lnTo>
                      <a:pt x="1254" y="1348"/>
                    </a:lnTo>
                    <a:lnTo>
                      <a:pt x="1266" y="1330"/>
                    </a:lnTo>
                    <a:lnTo>
                      <a:pt x="1277" y="1310"/>
                    </a:lnTo>
                    <a:lnTo>
                      <a:pt x="1287" y="1291"/>
                    </a:lnTo>
                    <a:lnTo>
                      <a:pt x="1296" y="1270"/>
                    </a:lnTo>
                    <a:lnTo>
                      <a:pt x="1303" y="1249"/>
                    </a:lnTo>
                    <a:lnTo>
                      <a:pt x="1311" y="1227"/>
                    </a:lnTo>
                    <a:lnTo>
                      <a:pt x="1317" y="1205"/>
                    </a:lnTo>
                    <a:lnTo>
                      <a:pt x="1322" y="1182"/>
                    </a:lnTo>
                    <a:lnTo>
                      <a:pt x="1328" y="1158"/>
                    </a:lnTo>
                    <a:lnTo>
                      <a:pt x="1332" y="1135"/>
                    </a:lnTo>
                    <a:lnTo>
                      <a:pt x="1335" y="1110"/>
                    </a:lnTo>
                    <a:lnTo>
                      <a:pt x="1339" y="1085"/>
                    </a:lnTo>
                    <a:lnTo>
                      <a:pt x="1341" y="1061"/>
                    </a:lnTo>
                    <a:lnTo>
                      <a:pt x="1342" y="1036"/>
                    </a:lnTo>
                    <a:lnTo>
                      <a:pt x="1344" y="985"/>
                    </a:lnTo>
                    <a:lnTo>
                      <a:pt x="1345" y="934"/>
                    </a:lnTo>
                    <a:lnTo>
                      <a:pt x="1345" y="909"/>
                    </a:lnTo>
                    <a:lnTo>
                      <a:pt x="1344" y="884"/>
                    </a:lnTo>
                    <a:lnTo>
                      <a:pt x="1343" y="861"/>
                    </a:lnTo>
                    <a:lnTo>
                      <a:pt x="1341" y="837"/>
                    </a:lnTo>
                    <a:lnTo>
                      <a:pt x="1339" y="814"/>
                    </a:lnTo>
                    <a:lnTo>
                      <a:pt x="1335" y="790"/>
                    </a:lnTo>
                    <a:lnTo>
                      <a:pt x="1331" y="768"/>
                    </a:lnTo>
                    <a:lnTo>
                      <a:pt x="1326" y="744"/>
                    </a:lnTo>
                    <a:lnTo>
                      <a:pt x="1321" y="722"/>
                    </a:lnTo>
                    <a:lnTo>
                      <a:pt x="1315" y="701"/>
                    </a:lnTo>
                    <a:lnTo>
                      <a:pt x="1309" y="680"/>
                    </a:lnTo>
                    <a:lnTo>
                      <a:pt x="1301" y="659"/>
                    </a:lnTo>
                    <a:lnTo>
                      <a:pt x="1292" y="640"/>
                    </a:lnTo>
                    <a:lnTo>
                      <a:pt x="1283" y="621"/>
                    </a:lnTo>
                    <a:lnTo>
                      <a:pt x="1273" y="602"/>
                    </a:lnTo>
                    <a:lnTo>
                      <a:pt x="1262" y="584"/>
                    </a:lnTo>
                    <a:lnTo>
                      <a:pt x="1250" y="568"/>
                    </a:lnTo>
                    <a:lnTo>
                      <a:pt x="1238" y="551"/>
                    </a:lnTo>
                    <a:lnTo>
                      <a:pt x="1225" y="536"/>
                    </a:lnTo>
                    <a:lnTo>
                      <a:pt x="1209" y="522"/>
                    </a:lnTo>
                    <a:lnTo>
                      <a:pt x="1194" y="508"/>
                    </a:lnTo>
                    <a:lnTo>
                      <a:pt x="1177" y="496"/>
                    </a:lnTo>
                    <a:lnTo>
                      <a:pt x="1161" y="484"/>
                    </a:lnTo>
                    <a:lnTo>
                      <a:pt x="1142" y="474"/>
                    </a:lnTo>
                    <a:lnTo>
                      <a:pt x="1122" y="464"/>
                    </a:lnTo>
                    <a:lnTo>
                      <a:pt x="1101" y="457"/>
                    </a:lnTo>
                    <a:lnTo>
                      <a:pt x="1080" y="449"/>
                    </a:lnTo>
                    <a:lnTo>
                      <a:pt x="1057" y="443"/>
                    </a:lnTo>
                    <a:lnTo>
                      <a:pt x="1033" y="439"/>
                    </a:lnTo>
                    <a:lnTo>
                      <a:pt x="1007" y="434"/>
                    </a:lnTo>
                    <a:lnTo>
                      <a:pt x="982" y="433"/>
                    </a:lnTo>
                    <a:lnTo>
                      <a:pt x="954" y="432"/>
                    </a:lnTo>
                    <a:lnTo>
                      <a:pt x="926" y="433"/>
                    </a:lnTo>
                    <a:lnTo>
                      <a:pt x="899" y="436"/>
                    </a:lnTo>
                    <a:lnTo>
                      <a:pt x="874" y="439"/>
                    </a:lnTo>
                    <a:lnTo>
                      <a:pt x="849" y="444"/>
                    </a:lnTo>
                    <a:lnTo>
                      <a:pt x="826" y="451"/>
                    </a:lnTo>
                    <a:lnTo>
                      <a:pt x="804" y="459"/>
                    </a:lnTo>
                    <a:lnTo>
                      <a:pt x="783" y="468"/>
                    </a:lnTo>
                    <a:lnTo>
                      <a:pt x="764" y="479"/>
                    </a:lnTo>
                    <a:lnTo>
                      <a:pt x="746" y="490"/>
                    </a:lnTo>
                    <a:lnTo>
                      <a:pt x="729" y="503"/>
                    </a:lnTo>
                    <a:lnTo>
                      <a:pt x="712" y="516"/>
                    </a:lnTo>
                    <a:lnTo>
                      <a:pt x="698" y="532"/>
                    </a:lnTo>
                    <a:lnTo>
                      <a:pt x="684" y="547"/>
                    </a:lnTo>
                    <a:lnTo>
                      <a:pt x="670" y="564"/>
                    </a:lnTo>
                    <a:lnTo>
                      <a:pt x="658" y="581"/>
                    </a:lnTo>
                    <a:lnTo>
                      <a:pt x="647" y="599"/>
                    </a:lnTo>
                    <a:lnTo>
                      <a:pt x="637" y="619"/>
                    </a:lnTo>
                    <a:lnTo>
                      <a:pt x="627" y="637"/>
                    </a:lnTo>
                    <a:lnTo>
                      <a:pt x="620" y="658"/>
                    </a:lnTo>
                    <a:lnTo>
                      <a:pt x="612" y="679"/>
                    </a:lnTo>
                    <a:lnTo>
                      <a:pt x="604" y="700"/>
                    </a:lnTo>
                    <a:lnTo>
                      <a:pt x="599" y="722"/>
                    </a:lnTo>
                    <a:lnTo>
                      <a:pt x="593" y="745"/>
                    </a:lnTo>
                    <a:lnTo>
                      <a:pt x="589" y="768"/>
                    </a:lnTo>
                    <a:lnTo>
                      <a:pt x="584" y="792"/>
                    </a:lnTo>
                    <a:lnTo>
                      <a:pt x="581" y="815"/>
                    </a:lnTo>
                    <a:lnTo>
                      <a:pt x="578" y="838"/>
                    </a:lnTo>
                    <a:lnTo>
                      <a:pt x="575" y="862"/>
                    </a:lnTo>
                    <a:lnTo>
                      <a:pt x="573" y="911"/>
                    </a:lnTo>
                    <a:lnTo>
                      <a:pt x="572" y="9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7" name="Freeform 13"/>
              <p:cNvSpPr>
                <a:spLocks noEditPoints="1"/>
              </p:cNvSpPr>
              <p:nvPr/>
            </p:nvSpPr>
            <p:spPr bwMode="auto">
              <a:xfrm>
                <a:off x="10081486" y="822770"/>
                <a:ext cx="303212" cy="303212"/>
              </a:xfrm>
              <a:custGeom>
                <a:avLst/>
                <a:gdLst>
                  <a:gd name="T0" fmla="*/ 17 w 1918"/>
                  <a:gd name="T1" fmla="*/ 743 h 1910"/>
                  <a:gd name="T2" fmla="*/ 83 w 1918"/>
                  <a:gd name="T3" fmla="*/ 512 h 1910"/>
                  <a:gd name="T4" fmla="*/ 197 w 1918"/>
                  <a:gd name="T5" fmla="*/ 320 h 1910"/>
                  <a:gd name="T6" fmla="*/ 355 w 1918"/>
                  <a:gd name="T7" fmla="*/ 170 h 1910"/>
                  <a:gd name="T8" fmla="*/ 555 w 1918"/>
                  <a:gd name="T9" fmla="*/ 65 h 1910"/>
                  <a:gd name="T10" fmla="*/ 794 w 1918"/>
                  <a:gd name="T11" fmla="*/ 9 h 1910"/>
                  <a:gd name="T12" fmla="*/ 1065 w 1918"/>
                  <a:gd name="T13" fmla="*/ 4 h 1910"/>
                  <a:gd name="T14" fmla="*/ 1313 w 1918"/>
                  <a:gd name="T15" fmla="*/ 47 h 1910"/>
                  <a:gd name="T16" fmla="*/ 1523 w 1918"/>
                  <a:gd name="T17" fmla="*/ 139 h 1910"/>
                  <a:gd name="T18" fmla="*/ 1691 w 1918"/>
                  <a:gd name="T19" fmla="*/ 276 h 1910"/>
                  <a:gd name="T20" fmla="*/ 1815 w 1918"/>
                  <a:gd name="T21" fmla="*/ 457 h 1910"/>
                  <a:gd name="T22" fmla="*/ 1892 w 1918"/>
                  <a:gd name="T23" fmla="*/ 678 h 1910"/>
                  <a:gd name="T24" fmla="*/ 1918 w 1918"/>
                  <a:gd name="T25" fmla="*/ 941 h 1910"/>
                  <a:gd name="T26" fmla="*/ 1908 w 1918"/>
                  <a:gd name="T27" fmla="*/ 1133 h 1910"/>
                  <a:gd name="T28" fmla="*/ 1874 w 1918"/>
                  <a:gd name="T29" fmla="*/ 1300 h 1910"/>
                  <a:gd name="T30" fmla="*/ 1821 w 1918"/>
                  <a:gd name="T31" fmla="*/ 1446 h 1910"/>
                  <a:gd name="T32" fmla="*/ 1739 w 1918"/>
                  <a:gd name="T33" fmla="*/ 1582 h 1910"/>
                  <a:gd name="T34" fmla="*/ 1634 w 1918"/>
                  <a:gd name="T35" fmla="*/ 1695 h 1910"/>
                  <a:gd name="T36" fmla="*/ 1512 w 1918"/>
                  <a:gd name="T37" fmla="*/ 1782 h 1910"/>
                  <a:gd name="T38" fmla="*/ 1378 w 1918"/>
                  <a:gd name="T39" fmla="*/ 1846 h 1910"/>
                  <a:gd name="T40" fmla="*/ 1231 w 1918"/>
                  <a:gd name="T41" fmla="*/ 1887 h 1910"/>
                  <a:gd name="T42" fmla="*/ 1075 w 1918"/>
                  <a:gd name="T43" fmla="*/ 1907 h 1910"/>
                  <a:gd name="T44" fmla="*/ 903 w 1918"/>
                  <a:gd name="T45" fmla="*/ 1909 h 1910"/>
                  <a:gd name="T46" fmla="*/ 726 w 1918"/>
                  <a:gd name="T47" fmla="*/ 1891 h 1910"/>
                  <a:gd name="T48" fmla="*/ 570 w 1918"/>
                  <a:gd name="T49" fmla="*/ 1854 h 1910"/>
                  <a:gd name="T50" fmla="*/ 430 w 1918"/>
                  <a:gd name="T51" fmla="*/ 1795 h 1910"/>
                  <a:gd name="T52" fmla="*/ 295 w 1918"/>
                  <a:gd name="T53" fmla="*/ 1702 h 1910"/>
                  <a:gd name="T54" fmla="*/ 188 w 1918"/>
                  <a:gd name="T55" fmla="*/ 1587 h 1910"/>
                  <a:gd name="T56" fmla="*/ 106 w 1918"/>
                  <a:gd name="T57" fmla="*/ 1453 h 1910"/>
                  <a:gd name="T58" fmla="*/ 50 w 1918"/>
                  <a:gd name="T59" fmla="*/ 1307 h 1910"/>
                  <a:gd name="T60" fmla="*/ 15 w 1918"/>
                  <a:gd name="T61" fmla="*/ 1151 h 1910"/>
                  <a:gd name="T62" fmla="*/ 1 w 1918"/>
                  <a:gd name="T63" fmla="*/ 989 h 1910"/>
                  <a:gd name="T64" fmla="*/ 579 w 1918"/>
                  <a:gd name="T65" fmla="*/ 1081 h 1910"/>
                  <a:gd name="T66" fmla="*/ 600 w 1918"/>
                  <a:gd name="T67" fmla="*/ 1197 h 1910"/>
                  <a:gd name="T68" fmla="*/ 639 w 1918"/>
                  <a:gd name="T69" fmla="*/ 1300 h 1910"/>
                  <a:gd name="T70" fmla="*/ 701 w 1918"/>
                  <a:gd name="T71" fmla="*/ 1386 h 1910"/>
                  <a:gd name="T72" fmla="*/ 788 w 1918"/>
                  <a:gd name="T73" fmla="*/ 1448 h 1910"/>
                  <a:gd name="T74" fmla="*/ 904 w 1918"/>
                  <a:gd name="T75" fmla="*/ 1480 h 1910"/>
                  <a:gd name="T76" fmla="*/ 1046 w 1918"/>
                  <a:gd name="T77" fmla="*/ 1476 h 1910"/>
                  <a:gd name="T78" fmla="*/ 1160 w 1918"/>
                  <a:gd name="T79" fmla="*/ 1436 h 1910"/>
                  <a:gd name="T80" fmla="*/ 1242 w 1918"/>
                  <a:gd name="T81" fmla="*/ 1365 h 1910"/>
                  <a:gd name="T82" fmla="*/ 1296 w 1918"/>
                  <a:gd name="T83" fmla="*/ 1270 h 1910"/>
                  <a:gd name="T84" fmla="*/ 1328 w 1918"/>
                  <a:gd name="T85" fmla="*/ 1158 h 1910"/>
                  <a:gd name="T86" fmla="*/ 1343 w 1918"/>
                  <a:gd name="T87" fmla="*/ 1036 h 1910"/>
                  <a:gd name="T88" fmla="*/ 1343 w 1918"/>
                  <a:gd name="T89" fmla="*/ 861 h 1910"/>
                  <a:gd name="T90" fmla="*/ 1328 w 1918"/>
                  <a:gd name="T91" fmla="*/ 744 h 1910"/>
                  <a:gd name="T92" fmla="*/ 1294 w 1918"/>
                  <a:gd name="T93" fmla="*/ 640 h 1910"/>
                  <a:gd name="T94" fmla="*/ 1238 w 1918"/>
                  <a:gd name="T95" fmla="*/ 551 h 1910"/>
                  <a:gd name="T96" fmla="*/ 1161 w 1918"/>
                  <a:gd name="T97" fmla="*/ 484 h 1910"/>
                  <a:gd name="T98" fmla="*/ 1058 w 1918"/>
                  <a:gd name="T99" fmla="*/ 443 h 1910"/>
                  <a:gd name="T100" fmla="*/ 927 w 1918"/>
                  <a:gd name="T101" fmla="*/ 433 h 1910"/>
                  <a:gd name="T102" fmla="*/ 805 w 1918"/>
                  <a:gd name="T103" fmla="*/ 459 h 1910"/>
                  <a:gd name="T104" fmla="*/ 714 w 1918"/>
                  <a:gd name="T105" fmla="*/ 516 h 1910"/>
                  <a:gd name="T106" fmla="*/ 649 w 1918"/>
                  <a:gd name="T107" fmla="*/ 599 h 1910"/>
                  <a:gd name="T108" fmla="*/ 606 w 1918"/>
                  <a:gd name="T109" fmla="*/ 700 h 1910"/>
                  <a:gd name="T110" fmla="*/ 581 w 1918"/>
                  <a:gd name="T111" fmla="*/ 815 h 19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1918" h="1910">
                    <a:moveTo>
                      <a:pt x="0" y="956"/>
                    </a:moveTo>
                    <a:lnTo>
                      <a:pt x="1" y="901"/>
                    </a:lnTo>
                    <a:lnTo>
                      <a:pt x="5" y="847"/>
                    </a:lnTo>
                    <a:lnTo>
                      <a:pt x="10" y="794"/>
                    </a:lnTo>
                    <a:lnTo>
                      <a:pt x="17" y="743"/>
                    </a:lnTo>
                    <a:lnTo>
                      <a:pt x="27" y="694"/>
                    </a:lnTo>
                    <a:lnTo>
                      <a:pt x="38" y="646"/>
                    </a:lnTo>
                    <a:lnTo>
                      <a:pt x="51" y="600"/>
                    </a:lnTo>
                    <a:lnTo>
                      <a:pt x="66" y="555"/>
                    </a:lnTo>
                    <a:lnTo>
                      <a:pt x="83" y="512"/>
                    </a:lnTo>
                    <a:lnTo>
                      <a:pt x="102" y="470"/>
                    </a:lnTo>
                    <a:lnTo>
                      <a:pt x="123" y="430"/>
                    </a:lnTo>
                    <a:lnTo>
                      <a:pt x="145" y="391"/>
                    </a:lnTo>
                    <a:lnTo>
                      <a:pt x="170" y="354"/>
                    </a:lnTo>
                    <a:lnTo>
                      <a:pt x="197" y="320"/>
                    </a:lnTo>
                    <a:lnTo>
                      <a:pt x="225" y="286"/>
                    </a:lnTo>
                    <a:lnTo>
                      <a:pt x="254" y="254"/>
                    </a:lnTo>
                    <a:lnTo>
                      <a:pt x="286" y="224"/>
                    </a:lnTo>
                    <a:lnTo>
                      <a:pt x="320" y="196"/>
                    </a:lnTo>
                    <a:lnTo>
                      <a:pt x="355" y="170"/>
                    </a:lnTo>
                    <a:lnTo>
                      <a:pt x="391" y="146"/>
                    </a:lnTo>
                    <a:lnTo>
                      <a:pt x="430" y="122"/>
                    </a:lnTo>
                    <a:lnTo>
                      <a:pt x="470" y="101"/>
                    </a:lnTo>
                    <a:lnTo>
                      <a:pt x="512" y="83"/>
                    </a:lnTo>
                    <a:lnTo>
                      <a:pt x="555" y="65"/>
                    </a:lnTo>
                    <a:lnTo>
                      <a:pt x="600" y="51"/>
                    </a:lnTo>
                    <a:lnTo>
                      <a:pt x="646" y="37"/>
                    </a:lnTo>
                    <a:lnTo>
                      <a:pt x="694" y="25"/>
                    </a:lnTo>
                    <a:lnTo>
                      <a:pt x="744" y="17"/>
                    </a:lnTo>
                    <a:lnTo>
                      <a:pt x="794" y="9"/>
                    </a:lnTo>
                    <a:lnTo>
                      <a:pt x="847" y="4"/>
                    </a:lnTo>
                    <a:lnTo>
                      <a:pt x="900" y="1"/>
                    </a:lnTo>
                    <a:lnTo>
                      <a:pt x="956" y="0"/>
                    </a:lnTo>
                    <a:lnTo>
                      <a:pt x="1011" y="1"/>
                    </a:lnTo>
                    <a:lnTo>
                      <a:pt x="1065" y="4"/>
                    </a:lnTo>
                    <a:lnTo>
                      <a:pt x="1118" y="9"/>
                    </a:lnTo>
                    <a:lnTo>
                      <a:pt x="1169" y="15"/>
                    </a:lnTo>
                    <a:lnTo>
                      <a:pt x="1218" y="24"/>
                    </a:lnTo>
                    <a:lnTo>
                      <a:pt x="1267" y="35"/>
                    </a:lnTo>
                    <a:lnTo>
                      <a:pt x="1313" y="47"/>
                    </a:lnTo>
                    <a:lnTo>
                      <a:pt x="1359" y="63"/>
                    </a:lnTo>
                    <a:lnTo>
                      <a:pt x="1402" y="78"/>
                    </a:lnTo>
                    <a:lnTo>
                      <a:pt x="1444" y="97"/>
                    </a:lnTo>
                    <a:lnTo>
                      <a:pt x="1485" y="117"/>
                    </a:lnTo>
                    <a:lnTo>
                      <a:pt x="1523" y="139"/>
                    </a:lnTo>
                    <a:lnTo>
                      <a:pt x="1560" y="163"/>
                    </a:lnTo>
                    <a:lnTo>
                      <a:pt x="1595" y="189"/>
                    </a:lnTo>
                    <a:lnTo>
                      <a:pt x="1629" y="216"/>
                    </a:lnTo>
                    <a:lnTo>
                      <a:pt x="1661" y="245"/>
                    </a:lnTo>
                    <a:lnTo>
                      <a:pt x="1691" y="276"/>
                    </a:lnTo>
                    <a:lnTo>
                      <a:pt x="1720" y="309"/>
                    </a:lnTo>
                    <a:lnTo>
                      <a:pt x="1746" y="343"/>
                    </a:lnTo>
                    <a:lnTo>
                      <a:pt x="1771" y="379"/>
                    </a:lnTo>
                    <a:lnTo>
                      <a:pt x="1794" y="417"/>
                    </a:lnTo>
                    <a:lnTo>
                      <a:pt x="1815" y="457"/>
                    </a:lnTo>
                    <a:lnTo>
                      <a:pt x="1835" y="497"/>
                    </a:lnTo>
                    <a:lnTo>
                      <a:pt x="1851" y="540"/>
                    </a:lnTo>
                    <a:lnTo>
                      <a:pt x="1867" y="584"/>
                    </a:lnTo>
                    <a:lnTo>
                      <a:pt x="1880" y="631"/>
                    </a:lnTo>
                    <a:lnTo>
                      <a:pt x="1892" y="678"/>
                    </a:lnTo>
                    <a:lnTo>
                      <a:pt x="1901" y="728"/>
                    </a:lnTo>
                    <a:lnTo>
                      <a:pt x="1909" y="779"/>
                    </a:lnTo>
                    <a:lnTo>
                      <a:pt x="1913" y="831"/>
                    </a:lnTo>
                    <a:lnTo>
                      <a:pt x="1916" y="886"/>
                    </a:lnTo>
                    <a:lnTo>
                      <a:pt x="1918" y="941"/>
                    </a:lnTo>
                    <a:lnTo>
                      <a:pt x="1918" y="981"/>
                    </a:lnTo>
                    <a:lnTo>
                      <a:pt x="1916" y="1020"/>
                    </a:lnTo>
                    <a:lnTo>
                      <a:pt x="1914" y="1059"/>
                    </a:lnTo>
                    <a:lnTo>
                      <a:pt x="1911" y="1096"/>
                    </a:lnTo>
                    <a:lnTo>
                      <a:pt x="1908" y="1133"/>
                    </a:lnTo>
                    <a:lnTo>
                      <a:pt x="1902" y="1168"/>
                    </a:lnTo>
                    <a:lnTo>
                      <a:pt x="1897" y="1202"/>
                    </a:lnTo>
                    <a:lnTo>
                      <a:pt x="1890" y="1236"/>
                    </a:lnTo>
                    <a:lnTo>
                      <a:pt x="1883" y="1268"/>
                    </a:lnTo>
                    <a:lnTo>
                      <a:pt x="1874" y="1300"/>
                    </a:lnTo>
                    <a:lnTo>
                      <a:pt x="1866" y="1331"/>
                    </a:lnTo>
                    <a:lnTo>
                      <a:pt x="1856" y="1361"/>
                    </a:lnTo>
                    <a:lnTo>
                      <a:pt x="1846" y="1391"/>
                    </a:lnTo>
                    <a:lnTo>
                      <a:pt x="1834" y="1418"/>
                    </a:lnTo>
                    <a:lnTo>
                      <a:pt x="1821" y="1446"/>
                    </a:lnTo>
                    <a:lnTo>
                      <a:pt x="1808" y="1472"/>
                    </a:lnTo>
                    <a:lnTo>
                      <a:pt x="1793" y="1502"/>
                    </a:lnTo>
                    <a:lnTo>
                      <a:pt x="1775" y="1530"/>
                    </a:lnTo>
                    <a:lnTo>
                      <a:pt x="1757" y="1557"/>
                    </a:lnTo>
                    <a:lnTo>
                      <a:pt x="1739" y="1582"/>
                    </a:lnTo>
                    <a:lnTo>
                      <a:pt x="1719" y="1607"/>
                    </a:lnTo>
                    <a:lnTo>
                      <a:pt x="1699" y="1631"/>
                    </a:lnTo>
                    <a:lnTo>
                      <a:pt x="1678" y="1653"/>
                    </a:lnTo>
                    <a:lnTo>
                      <a:pt x="1657" y="1675"/>
                    </a:lnTo>
                    <a:lnTo>
                      <a:pt x="1634" y="1695"/>
                    </a:lnTo>
                    <a:lnTo>
                      <a:pt x="1612" y="1715"/>
                    </a:lnTo>
                    <a:lnTo>
                      <a:pt x="1587" y="1734"/>
                    </a:lnTo>
                    <a:lnTo>
                      <a:pt x="1563" y="1751"/>
                    </a:lnTo>
                    <a:lnTo>
                      <a:pt x="1539" y="1767"/>
                    </a:lnTo>
                    <a:lnTo>
                      <a:pt x="1512" y="1782"/>
                    </a:lnTo>
                    <a:lnTo>
                      <a:pt x="1487" y="1798"/>
                    </a:lnTo>
                    <a:lnTo>
                      <a:pt x="1460" y="1811"/>
                    </a:lnTo>
                    <a:lnTo>
                      <a:pt x="1433" y="1823"/>
                    </a:lnTo>
                    <a:lnTo>
                      <a:pt x="1405" y="1835"/>
                    </a:lnTo>
                    <a:lnTo>
                      <a:pt x="1378" y="1846"/>
                    </a:lnTo>
                    <a:lnTo>
                      <a:pt x="1349" y="1856"/>
                    </a:lnTo>
                    <a:lnTo>
                      <a:pt x="1320" y="1865"/>
                    </a:lnTo>
                    <a:lnTo>
                      <a:pt x="1290" y="1873"/>
                    </a:lnTo>
                    <a:lnTo>
                      <a:pt x="1260" y="1880"/>
                    </a:lnTo>
                    <a:lnTo>
                      <a:pt x="1231" y="1887"/>
                    </a:lnTo>
                    <a:lnTo>
                      <a:pt x="1200" y="1892"/>
                    </a:lnTo>
                    <a:lnTo>
                      <a:pt x="1169" y="1897"/>
                    </a:lnTo>
                    <a:lnTo>
                      <a:pt x="1138" y="1901"/>
                    </a:lnTo>
                    <a:lnTo>
                      <a:pt x="1107" y="1904"/>
                    </a:lnTo>
                    <a:lnTo>
                      <a:pt x="1075" y="1907"/>
                    </a:lnTo>
                    <a:lnTo>
                      <a:pt x="1043" y="1909"/>
                    </a:lnTo>
                    <a:lnTo>
                      <a:pt x="1011" y="1910"/>
                    </a:lnTo>
                    <a:lnTo>
                      <a:pt x="979" y="1910"/>
                    </a:lnTo>
                    <a:lnTo>
                      <a:pt x="940" y="1910"/>
                    </a:lnTo>
                    <a:lnTo>
                      <a:pt x="903" y="1909"/>
                    </a:lnTo>
                    <a:lnTo>
                      <a:pt x="865" y="1907"/>
                    </a:lnTo>
                    <a:lnTo>
                      <a:pt x="830" y="1903"/>
                    </a:lnTo>
                    <a:lnTo>
                      <a:pt x="794" y="1900"/>
                    </a:lnTo>
                    <a:lnTo>
                      <a:pt x="759" y="1896"/>
                    </a:lnTo>
                    <a:lnTo>
                      <a:pt x="726" y="1891"/>
                    </a:lnTo>
                    <a:lnTo>
                      <a:pt x="693" y="1885"/>
                    </a:lnTo>
                    <a:lnTo>
                      <a:pt x="661" y="1879"/>
                    </a:lnTo>
                    <a:lnTo>
                      <a:pt x="630" y="1871"/>
                    </a:lnTo>
                    <a:lnTo>
                      <a:pt x="600" y="1863"/>
                    </a:lnTo>
                    <a:lnTo>
                      <a:pt x="570" y="1854"/>
                    </a:lnTo>
                    <a:lnTo>
                      <a:pt x="542" y="1845"/>
                    </a:lnTo>
                    <a:lnTo>
                      <a:pt x="514" y="1834"/>
                    </a:lnTo>
                    <a:lnTo>
                      <a:pt x="486" y="1823"/>
                    </a:lnTo>
                    <a:lnTo>
                      <a:pt x="461" y="1811"/>
                    </a:lnTo>
                    <a:lnTo>
                      <a:pt x="430" y="1795"/>
                    </a:lnTo>
                    <a:lnTo>
                      <a:pt x="401" y="1779"/>
                    </a:lnTo>
                    <a:lnTo>
                      <a:pt x="373" y="1761"/>
                    </a:lnTo>
                    <a:lnTo>
                      <a:pt x="346" y="1742"/>
                    </a:lnTo>
                    <a:lnTo>
                      <a:pt x="321" y="1723"/>
                    </a:lnTo>
                    <a:lnTo>
                      <a:pt x="295" y="1702"/>
                    </a:lnTo>
                    <a:lnTo>
                      <a:pt x="272" y="1681"/>
                    </a:lnTo>
                    <a:lnTo>
                      <a:pt x="250" y="1659"/>
                    </a:lnTo>
                    <a:lnTo>
                      <a:pt x="228" y="1635"/>
                    </a:lnTo>
                    <a:lnTo>
                      <a:pt x="208" y="1611"/>
                    </a:lnTo>
                    <a:lnTo>
                      <a:pt x="188" y="1587"/>
                    </a:lnTo>
                    <a:lnTo>
                      <a:pt x="170" y="1562"/>
                    </a:lnTo>
                    <a:lnTo>
                      <a:pt x="153" y="1535"/>
                    </a:lnTo>
                    <a:lnTo>
                      <a:pt x="136" y="1509"/>
                    </a:lnTo>
                    <a:lnTo>
                      <a:pt x="121" y="1482"/>
                    </a:lnTo>
                    <a:lnTo>
                      <a:pt x="106" y="1453"/>
                    </a:lnTo>
                    <a:lnTo>
                      <a:pt x="93" y="1426"/>
                    </a:lnTo>
                    <a:lnTo>
                      <a:pt x="81" y="1396"/>
                    </a:lnTo>
                    <a:lnTo>
                      <a:pt x="70" y="1367"/>
                    </a:lnTo>
                    <a:lnTo>
                      <a:pt x="59" y="1338"/>
                    </a:lnTo>
                    <a:lnTo>
                      <a:pt x="50" y="1307"/>
                    </a:lnTo>
                    <a:lnTo>
                      <a:pt x="41" y="1277"/>
                    </a:lnTo>
                    <a:lnTo>
                      <a:pt x="33" y="1245"/>
                    </a:lnTo>
                    <a:lnTo>
                      <a:pt x="26" y="1214"/>
                    </a:lnTo>
                    <a:lnTo>
                      <a:pt x="20" y="1182"/>
                    </a:lnTo>
                    <a:lnTo>
                      <a:pt x="15" y="1151"/>
                    </a:lnTo>
                    <a:lnTo>
                      <a:pt x="10" y="1118"/>
                    </a:lnTo>
                    <a:lnTo>
                      <a:pt x="7" y="1086"/>
                    </a:lnTo>
                    <a:lnTo>
                      <a:pt x="4" y="1054"/>
                    </a:lnTo>
                    <a:lnTo>
                      <a:pt x="3" y="1021"/>
                    </a:lnTo>
                    <a:lnTo>
                      <a:pt x="1" y="989"/>
                    </a:lnTo>
                    <a:lnTo>
                      <a:pt x="0" y="956"/>
                    </a:lnTo>
                    <a:close/>
                    <a:moveTo>
                      <a:pt x="572" y="958"/>
                    </a:moveTo>
                    <a:lnTo>
                      <a:pt x="574" y="1008"/>
                    </a:lnTo>
                    <a:lnTo>
                      <a:pt x="577" y="1056"/>
                    </a:lnTo>
                    <a:lnTo>
                      <a:pt x="579" y="1081"/>
                    </a:lnTo>
                    <a:lnTo>
                      <a:pt x="581" y="1105"/>
                    </a:lnTo>
                    <a:lnTo>
                      <a:pt x="586" y="1128"/>
                    </a:lnTo>
                    <a:lnTo>
                      <a:pt x="589" y="1151"/>
                    </a:lnTo>
                    <a:lnTo>
                      <a:pt x="595" y="1174"/>
                    </a:lnTo>
                    <a:lnTo>
                      <a:pt x="600" y="1197"/>
                    </a:lnTo>
                    <a:lnTo>
                      <a:pt x="606" y="1219"/>
                    </a:lnTo>
                    <a:lnTo>
                      <a:pt x="613" y="1240"/>
                    </a:lnTo>
                    <a:lnTo>
                      <a:pt x="621" y="1260"/>
                    </a:lnTo>
                    <a:lnTo>
                      <a:pt x="630" y="1281"/>
                    </a:lnTo>
                    <a:lnTo>
                      <a:pt x="639" y="1300"/>
                    </a:lnTo>
                    <a:lnTo>
                      <a:pt x="650" y="1319"/>
                    </a:lnTo>
                    <a:lnTo>
                      <a:pt x="661" y="1338"/>
                    </a:lnTo>
                    <a:lnTo>
                      <a:pt x="673" y="1354"/>
                    </a:lnTo>
                    <a:lnTo>
                      <a:pt x="686" y="1371"/>
                    </a:lnTo>
                    <a:lnTo>
                      <a:pt x="701" y="1386"/>
                    </a:lnTo>
                    <a:lnTo>
                      <a:pt x="716" y="1401"/>
                    </a:lnTo>
                    <a:lnTo>
                      <a:pt x="731" y="1414"/>
                    </a:lnTo>
                    <a:lnTo>
                      <a:pt x="749" y="1427"/>
                    </a:lnTo>
                    <a:lnTo>
                      <a:pt x="768" y="1438"/>
                    </a:lnTo>
                    <a:lnTo>
                      <a:pt x="788" y="1448"/>
                    </a:lnTo>
                    <a:lnTo>
                      <a:pt x="809" y="1457"/>
                    </a:lnTo>
                    <a:lnTo>
                      <a:pt x="831" y="1464"/>
                    </a:lnTo>
                    <a:lnTo>
                      <a:pt x="854" y="1471"/>
                    </a:lnTo>
                    <a:lnTo>
                      <a:pt x="878" y="1477"/>
                    </a:lnTo>
                    <a:lnTo>
                      <a:pt x="904" y="1480"/>
                    </a:lnTo>
                    <a:lnTo>
                      <a:pt x="931" y="1482"/>
                    </a:lnTo>
                    <a:lnTo>
                      <a:pt x="960" y="1483"/>
                    </a:lnTo>
                    <a:lnTo>
                      <a:pt x="990" y="1482"/>
                    </a:lnTo>
                    <a:lnTo>
                      <a:pt x="1019" y="1480"/>
                    </a:lnTo>
                    <a:lnTo>
                      <a:pt x="1046" y="1476"/>
                    </a:lnTo>
                    <a:lnTo>
                      <a:pt x="1072" y="1470"/>
                    </a:lnTo>
                    <a:lnTo>
                      <a:pt x="1096" y="1463"/>
                    </a:lnTo>
                    <a:lnTo>
                      <a:pt x="1119" y="1456"/>
                    </a:lnTo>
                    <a:lnTo>
                      <a:pt x="1140" y="1446"/>
                    </a:lnTo>
                    <a:lnTo>
                      <a:pt x="1160" y="1436"/>
                    </a:lnTo>
                    <a:lnTo>
                      <a:pt x="1179" y="1424"/>
                    </a:lnTo>
                    <a:lnTo>
                      <a:pt x="1196" y="1410"/>
                    </a:lnTo>
                    <a:lnTo>
                      <a:pt x="1213" y="1396"/>
                    </a:lnTo>
                    <a:lnTo>
                      <a:pt x="1227" y="1381"/>
                    </a:lnTo>
                    <a:lnTo>
                      <a:pt x="1242" y="1365"/>
                    </a:lnTo>
                    <a:lnTo>
                      <a:pt x="1255" y="1348"/>
                    </a:lnTo>
                    <a:lnTo>
                      <a:pt x="1267" y="1330"/>
                    </a:lnTo>
                    <a:lnTo>
                      <a:pt x="1277" y="1310"/>
                    </a:lnTo>
                    <a:lnTo>
                      <a:pt x="1287" y="1291"/>
                    </a:lnTo>
                    <a:lnTo>
                      <a:pt x="1296" y="1270"/>
                    </a:lnTo>
                    <a:lnTo>
                      <a:pt x="1305" y="1249"/>
                    </a:lnTo>
                    <a:lnTo>
                      <a:pt x="1311" y="1227"/>
                    </a:lnTo>
                    <a:lnTo>
                      <a:pt x="1318" y="1205"/>
                    </a:lnTo>
                    <a:lnTo>
                      <a:pt x="1323" y="1182"/>
                    </a:lnTo>
                    <a:lnTo>
                      <a:pt x="1328" y="1158"/>
                    </a:lnTo>
                    <a:lnTo>
                      <a:pt x="1332" y="1135"/>
                    </a:lnTo>
                    <a:lnTo>
                      <a:pt x="1336" y="1110"/>
                    </a:lnTo>
                    <a:lnTo>
                      <a:pt x="1339" y="1085"/>
                    </a:lnTo>
                    <a:lnTo>
                      <a:pt x="1341" y="1061"/>
                    </a:lnTo>
                    <a:lnTo>
                      <a:pt x="1343" y="1036"/>
                    </a:lnTo>
                    <a:lnTo>
                      <a:pt x="1345" y="985"/>
                    </a:lnTo>
                    <a:lnTo>
                      <a:pt x="1347" y="934"/>
                    </a:lnTo>
                    <a:lnTo>
                      <a:pt x="1345" y="909"/>
                    </a:lnTo>
                    <a:lnTo>
                      <a:pt x="1345" y="884"/>
                    </a:lnTo>
                    <a:lnTo>
                      <a:pt x="1343" y="861"/>
                    </a:lnTo>
                    <a:lnTo>
                      <a:pt x="1342" y="837"/>
                    </a:lnTo>
                    <a:lnTo>
                      <a:pt x="1339" y="814"/>
                    </a:lnTo>
                    <a:lnTo>
                      <a:pt x="1336" y="790"/>
                    </a:lnTo>
                    <a:lnTo>
                      <a:pt x="1332" y="768"/>
                    </a:lnTo>
                    <a:lnTo>
                      <a:pt x="1328" y="744"/>
                    </a:lnTo>
                    <a:lnTo>
                      <a:pt x="1322" y="722"/>
                    </a:lnTo>
                    <a:lnTo>
                      <a:pt x="1316" y="701"/>
                    </a:lnTo>
                    <a:lnTo>
                      <a:pt x="1309" y="680"/>
                    </a:lnTo>
                    <a:lnTo>
                      <a:pt x="1301" y="659"/>
                    </a:lnTo>
                    <a:lnTo>
                      <a:pt x="1294" y="640"/>
                    </a:lnTo>
                    <a:lnTo>
                      <a:pt x="1284" y="621"/>
                    </a:lnTo>
                    <a:lnTo>
                      <a:pt x="1274" y="602"/>
                    </a:lnTo>
                    <a:lnTo>
                      <a:pt x="1264" y="584"/>
                    </a:lnTo>
                    <a:lnTo>
                      <a:pt x="1252" y="568"/>
                    </a:lnTo>
                    <a:lnTo>
                      <a:pt x="1238" y="551"/>
                    </a:lnTo>
                    <a:lnTo>
                      <a:pt x="1225" y="536"/>
                    </a:lnTo>
                    <a:lnTo>
                      <a:pt x="1211" y="522"/>
                    </a:lnTo>
                    <a:lnTo>
                      <a:pt x="1195" y="508"/>
                    </a:lnTo>
                    <a:lnTo>
                      <a:pt x="1179" y="496"/>
                    </a:lnTo>
                    <a:lnTo>
                      <a:pt x="1161" y="484"/>
                    </a:lnTo>
                    <a:lnTo>
                      <a:pt x="1142" y="474"/>
                    </a:lnTo>
                    <a:lnTo>
                      <a:pt x="1124" y="464"/>
                    </a:lnTo>
                    <a:lnTo>
                      <a:pt x="1103" y="457"/>
                    </a:lnTo>
                    <a:lnTo>
                      <a:pt x="1080" y="449"/>
                    </a:lnTo>
                    <a:lnTo>
                      <a:pt x="1058" y="443"/>
                    </a:lnTo>
                    <a:lnTo>
                      <a:pt x="1034" y="439"/>
                    </a:lnTo>
                    <a:lnTo>
                      <a:pt x="1009" y="434"/>
                    </a:lnTo>
                    <a:lnTo>
                      <a:pt x="982" y="433"/>
                    </a:lnTo>
                    <a:lnTo>
                      <a:pt x="955" y="432"/>
                    </a:lnTo>
                    <a:lnTo>
                      <a:pt x="927" y="433"/>
                    </a:lnTo>
                    <a:lnTo>
                      <a:pt x="899" y="436"/>
                    </a:lnTo>
                    <a:lnTo>
                      <a:pt x="874" y="439"/>
                    </a:lnTo>
                    <a:lnTo>
                      <a:pt x="850" y="444"/>
                    </a:lnTo>
                    <a:lnTo>
                      <a:pt x="826" y="451"/>
                    </a:lnTo>
                    <a:lnTo>
                      <a:pt x="805" y="459"/>
                    </a:lnTo>
                    <a:lnTo>
                      <a:pt x="784" y="468"/>
                    </a:lnTo>
                    <a:lnTo>
                      <a:pt x="765" y="479"/>
                    </a:lnTo>
                    <a:lnTo>
                      <a:pt x="747" y="490"/>
                    </a:lnTo>
                    <a:lnTo>
                      <a:pt x="729" y="503"/>
                    </a:lnTo>
                    <a:lnTo>
                      <a:pt x="714" y="516"/>
                    </a:lnTo>
                    <a:lnTo>
                      <a:pt x="698" y="532"/>
                    </a:lnTo>
                    <a:lnTo>
                      <a:pt x="684" y="547"/>
                    </a:lnTo>
                    <a:lnTo>
                      <a:pt x="672" y="564"/>
                    </a:lnTo>
                    <a:lnTo>
                      <a:pt x="660" y="581"/>
                    </a:lnTo>
                    <a:lnTo>
                      <a:pt x="649" y="599"/>
                    </a:lnTo>
                    <a:lnTo>
                      <a:pt x="638" y="619"/>
                    </a:lnTo>
                    <a:lnTo>
                      <a:pt x="629" y="637"/>
                    </a:lnTo>
                    <a:lnTo>
                      <a:pt x="620" y="658"/>
                    </a:lnTo>
                    <a:lnTo>
                      <a:pt x="612" y="679"/>
                    </a:lnTo>
                    <a:lnTo>
                      <a:pt x="606" y="700"/>
                    </a:lnTo>
                    <a:lnTo>
                      <a:pt x="599" y="722"/>
                    </a:lnTo>
                    <a:lnTo>
                      <a:pt x="593" y="745"/>
                    </a:lnTo>
                    <a:lnTo>
                      <a:pt x="589" y="768"/>
                    </a:lnTo>
                    <a:lnTo>
                      <a:pt x="585" y="792"/>
                    </a:lnTo>
                    <a:lnTo>
                      <a:pt x="581" y="815"/>
                    </a:lnTo>
                    <a:lnTo>
                      <a:pt x="579" y="838"/>
                    </a:lnTo>
                    <a:lnTo>
                      <a:pt x="577" y="862"/>
                    </a:lnTo>
                    <a:lnTo>
                      <a:pt x="574" y="911"/>
                    </a:lnTo>
                    <a:lnTo>
                      <a:pt x="572" y="9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</p:grpSp>
      </p:grpSp>
      <p:grpSp>
        <p:nvGrpSpPr>
          <p:cNvPr id="28" name="组合 27"/>
          <p:cNvGrpSpPr/>
          <p:nvPr userDrawn="1"/>
        </p:nvGrpSpPr>
        <p:grpSpPr>
          <a:xfrm rot="10800000">
            <a:off x="11807681" y="4259214"/>
            <a:ext cx="253916" cy="1567687"/>
            <a:chOff x="278586" y="1234440"/>
            <a:chExt cx="253916" cy="1567687"/>
          </a:xfrm>
        </p:grpSpPr>
        <p:sp>
          <p:nvSpPr>
            <p:cNvPr id="29" name="文本框 28"/>
            <p:cNvSpPr txBox="1"/>
            <p:nvPr userDrawn="1"/>
          </p:nvSpPr>
          <p:spPr>
            <a:xfrm rot="16200000">
              <a:off x="-39450" y="1867967"/>
              <a:ext cx="88998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50" dirty="0">
                  <a:solidFill>
                    <a:schemeClr val="bg1"/>
                  </a:solidFill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rPr>
                <a:t>zvalley.com</a:t>
              </a:r>
              <a:endParaRPr lang="zh-CN" altLang="en-US" sz="1050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  <p:cxnSp>
          <p:nvCxnSpPr>
            <p:cNvPr id="30" name="直接连接符 29"/>
            <p:cNvCxnSpPr/>
            <p:nvPr userDrawn="1"/>
          </p:nvCxnSpPr>
          <p:spPr>
            <a:xfrm>
              <a:off x="405543" y="123444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 userDrawn="1"/>
          </p:nvCxnSpPr>
          <p:spPr>
            <a:xfrm>
              <a:off x="405543" y="246126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7" name="组合 16"/>
          <p:cNvGrpSpPr/>
          <p:nvPr userDrawn="1"/>
        </p:nvGrpSpPr>
        <p:grpSpPr>
          <a:xfrm>
            <a:off x="0" y="172255"/>
            <a:ext cx="847493" cy="219554"/>
            <a:chOff x="844550" y="5881709"/>
            <a:chExt cx="1443461" cy="373947"/>
          </a:xfrm>
        </p:grpSpPr>
        <p:sp>
          <p:nvSpPr>
            <p:cNvPr id="18" name="任意多边形: 形状 2"/>
            <p:cNvSpPr/>
            <p:nvPr/>
          </p:nvSpPr>
          <p:spPr>
            <a:xfrm>
              <a:off x="844550" y="5881709"/>
              <a:ext cx="1443461" cy="373947"/>
            </a:xfrm>
            <a:custGeom>
              <a:avLst/>
              <a:gdLst>
                <a:gd name="connsiteX0" fmla="*/ 0 w 1443461"/>
                <a:gd name="connsiteY0" fmla="*/ 0 h 373947"/>
                <a:gd name="connsiteX1" fmla="*/ 213076 w 1443461"/>
                <a:gd name="connsiteY1" fmla="*/ 0 h 373947"/>
                <a:gd name="connsiteX2" fmla="*/ 223612 w 1443461"/>
                <a:gd name="connsiteY2" fmla="*/ 0 h 373947"/>
                <a:gd name="connsiteX3" fmla="*/ 1281239 w 1443461"/>
                <a:gd name="connsiteY3" fmla="*/ 0 h 373947"/>
                <a:gd name="connsiteX4" fmla="*/ 1443461 w 1443461"/>
                <a:gd name="connsiteY4" fmla="*/ 373947 h 373947"/>
                <a:gd name="connsiteX5" fmla="*/ 385835 w 1443461"/>
                <a:gd name="connsiteY5" fmla="*/ 373947 h 373947"/>
                <a:gd name="connsiteX6" fmla="*/ 213076 w 1443461"/>
                <a:gd name="connsiteY6" fmla="*/ 373947 h 373947"/>
                <a:gd name="connsiteX7" fmla="*/ 0 w 1443461"/>
                <a:gd name="connsiteY7" fmla="*/ 373947 h 373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43461" h="373947">
                  <a:moveTo>
                    <a:pt x="0" y="0"/>
                  </a:moveTo>
                  <a:lnTo>
                    <a:pt x="213076" y="0"/>
                  </a:lnTo>
                  <a:lnTo>
                    <a:pt x="223612" y="0"/>
                  </a:lnTo>
                  <a:lnTo>
                    <a:pt x="1281239" y="0"/>
                  </a:lnTo>
                  <a:lnTo>
                    <a:pt x="1443461" y="373947"/>
                  </a:lnTo>
                  <a:lnTo>
                    <a:pt x="385835" y="373947"/>
                  </a:lnTo>
                  <a:lnTo>
                    <a:pt x="213076" y="373947"/>
                  </a:lnTo>
                  <a:lnTo>
                    <a:pt x="0" y="373947"/>
                  </a:ln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965200" y="6003203"/>
              <a:ext cx="1066799" cy="137489"/>
              <a:chOff x="9773511" y="822770"/>
              <a:chExt cx="2352675" cy="303212"/>
            </a:xfrm>
            <a:solidFill>
              <a:schemeClr val="tx1">
                <a:lumMod val="85000"/>
                <a:lumOff val="15000"/>
              </a:schemeClr>
            </a:solidFill>
          </p:grpSpPr>
          <p:sp>
            <p:nvSpPr>
              <p:cNvPr id="20" name="Rectangle 6"/>
              <p:cNvSpPr>
                <a:spLocks noChangeArrowheads="1"/>
              </p:cNvSpPr>
              <p:nvPr/>
            </p:nvSpPr>
            <p:spPr bwMode="auto">
              <a:xfrm>
                <a:off x="11391174" y="827532"/>
                <a:ext cx="90487" cy="293687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1" name="Freeform 7"/>
              <p:cNvSpPr/>
              <p:nvPr/>
            </p:nvSpPr>
            <p:spPr bwMode="auto">
              <a:xfrm>
                <a:off x="11124474" y="827532"/>
                <a:ext cx="231775" cy="293687"/>
              </a:xfrm>
              <a:custGeom>
                <a:avLst/>
                <a:gdLst>
                  <a:gd name="T0" fmla="*/ 0 w 1465"/>
                  <a:gd name="T1" fmla="*/ 0 h 1848"/>
                  <a:gd name="T2" fmla="*/ 572 w 1465"/>
                  <a:gd name="T3" fmla="*/ 0 h 1848"/>
                  <a:gd name="T4" fmla="*/ 572 w 1465"/>
                  <a:gd name="T5" fmla="*/ 1393 h 1848"/>
                  <a:gd name="T6" fmla="*/ 1465 w 1465"/>
                  <a:gd name="T7" fmla="*/ 1393 h 1848"/>
                  <a:gd name="T8" fmla="*/ 1465 w 1465"/>
                  <a:gd name="T9" fmla="*/ 1848 h 1848"/>
                  <a:gd name="T10" fmla="*/ 0 w 1465"/>
                  <a:gd name="T11" fmla="*/ 1848 h 1848"/>
                  <a:gd name="T12" fmla="*/ 0 w 1465"/>
                  <a:gd name="T13" fmla="*/ 0 h 1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65" h="1848">
                    <a:moveTo>
                      <a:pt x="0" y="0"/>
                    </a:moveTo>
                    <a:lnTo>
                      <a:pt x="572" y="0"/>
                    </a:lnTo>
                    <a:lnTo>
                      <a:pt x="572" y="1393"/>
                    </a:lnTo>
                    <a:lnTo>
                      <a:pt x="1465" y="1393"/>
                    </a:lnTo>
                    <a:lnTo>
                      <a:pt x="1465" y="1848"/>
                    </a:lnTo>
                    <a:lnTo>
                      <a:pt x="0" y="1848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2" name="Freeform 8"/>
              <p:cNvSpPr/>
              <p:nvPr/>
            </p:nvSpPr>
            <p:spPr bwMode="auto">
              <a:xfrm>
                <a:off x="10748236" y="827532"/>
                <a:ext cx="330200" cy="293687"/>
              </a:xfrm>
              <a:custGeom>
                <a:avLst/>
                <a:gdLst>
                  <a:gd name="T0" fmla="*/ 0 w 2081"/>
                  <a:gd name="T1" fmla="*/ 0 h 1848"/>
                  <a:gd name="T2" fmla="*/ 752 w 2081"/>
                  <a:gd name="T3" fmla="*/ 0 h 1848"/>
                  <a:gd name="T4" fmla="*/ 1043 w 2081"/>
                  <a:gd name="T5" fmla="*/ 1125 h 1848"/>
                  <a:gd name="T6" fmla="*/ 1332 w 2081"/>
                  <a:gd name="T7" fmla="*/ 0 h 1848"/>
                  <a:gd name="T8" fmla="*/ 2081 w 2081"/>
                  <a:gd name="T9" fmla="*/ 0 h 1848"/>
                  <a:gd name="T10" fmla="*/ 2081 w 2081"/>
                  <a:gd name="T11" fmla="*/ 1848 h 1848"/>
                  <a:gd name="T12" fmla="*/ 1615 w 2081"/>
                  <a:gd name="T13" fmla="*/ 1848 h 1848"/>
                  <a:gd name="T14" fmla="*/ 1615 w 2081"/>
                  <a:gd name="T15" fmla="*/ 439 h 1848"/>
                  <a:gd name="T16" fmla="*/ 1253 w 2081"/>
                  <a:gd name="T17" fmla="*/ 1848 h 1848"/>
                  <a:gd name="T18" fmla="*/ 830 w 2081"/>
                  <a:gd name="T19" fmla="*/ 1848 h 1848"/>
                  <a:gd name="T20" fmla="*/ 469 w 2081"/>
                  <a:gd name="T21" fmla="*/ 439 h 1848"/>
                  <a:gd name="T22" fmla="*/ 469 w 2081"/>
                  <a:gd name="T23" fmla="*/ 1848 h 1848"/>
                  <a:gd name="T24" fmla="*/ 0 w 2081"/>
                  <a:gd name="T25" fmla="*/ 1848 h 1848"/>
                  <a:gd name="T26" fmla="*/ 0 w 2081"/>
                  <a:gd name="T27" fmla="*/ 0 h 1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081" h="1848">
                    <a:moveTo>
                      <a:pt x="0" y="0"/>
                    </a:moveTo>
                    <a:lnTo>
                      <a:pt x="752" y="0"/>
                    </a:lnTo>
                    <a:lnTo>
                      <a:pt x="1043" y="1125"/>
                    </a:lnTo>
                    <a:lnTo>
                      <a:pt x="1332" y="0"/>
                    </a:lnTo>
                    <a:lnTo>
                      <a:pt x="2081" y="0"/>
                    </a:lnTo>
                    <a:lnTo>
                      <a:pt x="2081" y="1848"/>
                    </a:lnTo>
                    <a:lnTo>
                      <a:pt x="1615" y="1848"/>
                    </a:lnTo>
                    <a:lnTo>
                      <a:pt x="1615" y="439"/>
                    </a:lnTo>
                    <a:lnTo>
                      <a:pt x="1253" y="1848"/>
                    </a:lnTo>
                    <a:lnTo>
                      <a:pt x="830" y="1848"/>
                    </a:lnTo>
                    <a:lnTo>
                      <a:pt x="469" y="439"/>
                    </a:lnTo>
                    <a:lnTo>
                      <a:pt x="469" y="1848"/>
                    </a:lnTo>
                    <a:lnTo>
                      <a:pt x="0" y="1848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3" name="Freeform 9"/>
              <p:cNvSpPr/>
              <p:nvPr/>
            </p:nvSpPr>
            <p:spPr bwMode="auto">
              <a:xfrm>
                <a:off x="11845199" y="827532"/>
                <a:ext cx="280987" cy="293687"/>
              </a:xfrm>
              <a:custGeom>
                <a:avLst/>
                <a:gdLst>
                  <a:gd name="T0" fmla="*/ 0 w 1773"/>
                  <a:gd name="T1" fmla="*/ 0 h 1846"/>
                  <a:gd name="T2" fmla="*/ 541 w 1773"/>
                  <a:gd name="T3" fmla="*/ 0 h 1846"/>
                  <a:gd name="T4" fmla="*/ 1233 w 1773"/>
                  <a:gd name="T5" fmla="*/ 995 h 1846"/>
                  <a:gd name="T6" fmla="*/ 1233 w 1773"/>
                  <a:gd name="T7" fmla="*/ 0 h 1846"/>
                  <a:gd name="T8" fmla="*/ 1773 w 1773"/>
                  <a:gd name="T9" fmla="*/ 0 h 1846"/>
                  <a:gd name="T10" fmla="*/ 1773 w 1773"/>
                  <a:gd name="T11" fmla="*/ 1846 h 1846"/>
                  <a:gd name="T12" fmla="*/ 1233 w 1773"/>
                  <a:gd name="T13" fmla="*/ 1846 h 1846"/>
                  <a:gd name="T14" fmla="*/ 1233 w 1773"/>
                  <a:gd name="T15" fmla="*/ 1845 h 1846"/>
                  <a:gd name="T16" fmla="*/ 541 w 1773"/>
                  <a:gd name="T17" fmla="*/ 850 h 1846"/>
                  <a:gd name="T18" fmla="*/ 541 w 1773"/>
                  <a:gd name="T19" fmla="*/ 1846 h 1846"/>
                  <a:gd name="T20" fmla="*/ 0 w 1773"/>
                  <a:gd name="T21" fmla="*/ 1846 h 1846"/>
                  <a:gd name="T22" fmla="*/ 0 w 1773"/>
                  <a:gd name="T23" fmla="*/ 0 h 18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773" h="1846">
                    <a:moveTo>
                      <a:pt x="0" y="0"/>
                    </a:moveTo>
                    <a:lnTo>
                      <a:pt x="541" y="0"/>
                    </a:lnTo>
                    <a:lnTo>
                      <a:pt x="1233" y="995"/>
                    </a:lnTo>
                    <a:lnTo>
                      <a:pt x="1233" y="0"/>
                    </a:lnTo>
                    <a:lnTo>
                      <a:pt x="1773" y="0"/>
                    </a:lnTo>
                    <a:lnTo>
                      <a:pt x="1773" y="1846"/>
                    </a:lnTo>
                    <a:lnTo>
                      <a:pt x="1233" y="1846"/>
                    </a:lnTo>
                    <a:lnTo>
                      <a:pt x="1233" y="1845"/>
                    </a:lnTo>
                    <a:lnTo>
                      <a:pt x="541" y="850"/>
                    </a:lnTo>
                    <a:lnTo>
                      <a:pt x="541" y="1846"/>
                    </a:lnTo>
                    <a:lnTo>
                      <a:pt x="0" y="1846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4" name="Freeform 10"/>
              <p:cNvSpPr/>
              <p:nvPr/>
            </p:nvSpPr>
            <p:spPr bwMode="auto">
              <a:xfrm>
                <a:off x="9773511" y="829120"/>
                <a:ext cx="277812" cy="290512"/>
              </a:xfrm>
              <a:custGeom>
                <a:avLst/>
                <a:gdLst>
                  <a:gd name="T0" fmla="*/ 0 w 1755"/>
                  <a:gd name="T1" fmla="*/ 0 h 1840"/>
                  <a:gd name="T2" fmla="*/ 1755 w 1755"/>
                  <a:gd name="T3" fmla="*/ 0 h 1840"/>
                  <a:gd name="T4" fmla="*/ 1755 w 1755"/>
                  <a:gd name="T5" fmla="*/ 380 h 1840"/>
                  <a:gd name="T6" fmla="*/ 1755 w 1755"/>
                  <a:gd name="T7" fmla="*/ 380 h 1840"/>
                  <a:gd name="T8" fmla="*/ 1755 w 1755"/>
                  <a:gd name="T9" fmla="*/ 380 h 1840"/>
                  <a:gd name="T10" fmla="*/ 1755 w 1755"/>
                  <a:gd name="T11" fmla="*/ 380 h 1840"/>
                  <a:gd name="T12" fmla="*/ 1755 w 1755"/>
                  <a:gd name="T13" fmla="*/ 380 h 1840"/>
                  <a:gd name="T14" fmla="*/ 686 w 1755"/>
                  <a:gd name="T15" fmla="*/ 1460 h 1840"/>
                  <a:gd name="T16" fmla="*/ 1755 w 1755"/>
                  <a:gd name="T17" fmla="*/ 1460 h 1840"/>
                  <a:gd name="T18" fmla="*/ 1755 w 1755"/>
                  <a:gd name="T19" fmla="*/ 1840 h 1840"/>
                  <a:gd name="T20" fmla="*/ 0 w 1755"/>
                  <a:gd name="T21" fmla="*/ 1840 h 1840"/>
                  <a:gd name="T22" fmla="*/ 0 w 1755"/>
                  <a:gd name="T23" fmla="*/ 1464 h 1840"/>
                  <a:gd name="T24" fmla="*/ 1067 w 1755"/>
                  <a:gd name="T25" fmla="*/ 380 h 1840"/>
                  <a:gd name="T26" fmla="*/ 0 w 1755"/>
                  <a:gd name="T27" fmla="*/ 380 h 1840"/>
                  <a:gd name="T28" fmla="*/ 0 w 1755"/>
                  <a:gd name="T29" fmla="*/ 0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55" h="1840">
                    <a:moveTo>
                      <a:pt x="0" y="0"/>
                    </a:moveTo>
                    <a:lnTo>
                      <a:pt x="1755" y="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686" y="1460"/>
                    </a:lnTo>
                    <a:lnTo>
                      <a:pt x="1755" y="1460"/>
                    </a:lnTo>
                    <a:lnTo>
                      <a:pt x="1755" y="1840"/>
                    </a:lnTo>
                    <a:lnTo>
                      <a:pt x="0" y="1840"/>
                    </a:lnTo>
                    <a:lnTo>
                      <a:pt x="0" y="1464"/>
                    </a:lnTo>
                    <a:lnTo>
                      <a:pt x="1067" y="380"/>
                    </a:lnTo>
                    <a:lnTo>
                      <a:pt x="0" y="38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5" name="Freeform 11"/>
              <p:cNvSpPr>
                <a:spLocks noEditPoints="1"/>
              </p:cNvSpPr>
              <p:nvPr/>
            </p:nvSpPr>
            <p:spPr bwMode="auto">
              <a:xfrm>
                <a:off x="11510236" y="822770"/>
                <a:ext cx="304800" cy="303212"/>
              </a:xfrm>
              <a:custGeom>
                <a:avLst/>
                <a:gdLst>
                  <a:gd name="T0" fmla="*/ 10 w 1917"/>
                  <a:gd name="T1" fmla="*/ 794 h 1910"/>
                  <a:gd name="T2" fmla="*/ 51 w 1917"/>
                  <a:gd name="T3" fmla="*/ 600 h 1910"/>
                  <a:gd name="T4" fmla="*/ 122 w 1917"/>
                  <a:gd name="T5" fmla="*/ 430 h 1910"/>
                  <a:gd name="T6" fmla="*/ 224 w 1917"/>
                  <a:gd name="T7" fmla="*/ 286 h 1910"/>
                  <a:gd name="T8" fmla="*/ 354 w 1917"/>
                  <a:gd name="T9" fmla="*/ 170 h 1910"/>
                  <a:gd name="T10" fmla="*/ 511 w 1917"/>
                  <a:gd name="T11" fmla="*/ 83 h 1910"/>
                  <a:gd name="T12" fmla="*/ 693 w 1917"/>
                  <a:gd name="T13" fmla="*/ 25 h 1910"/>
                  <a:gd name="T14" fmla="*/ 900 w 1917"/>
                  <a:gd name="T15" fmla="*/ 1 h 1910"/>
                  <a:gd name="T16" fmla="*/ 1117 w 1917"/>
                  <a:gd name="T17" fmla="*/ 9 h 1910"/>
                  <a:gd name="T18" fmla="*/ 1313 w 1917"/>
                  <a:gd name="T19" fmla="*/ 47 h 1910"/>
                  <a:gd name="T20" fmla="*/ 1484 w 1917"/>
                  <a:gd name="T21" fmla="*/ 117 h 1910"/>
                  <a:gd name="T22" fmla="*/ 1629 w 1917"/>
                  <a:gd name="T23" fmla="*/ 216 h 1910"/>
                  <a:gd name="T24" fmla="*/ 1746 w 1917"/>
                  <a:gd name="T25" fmla="*/ 343 h 1910"/>
                  <a:gd name="T26" fmla="*/ 1834 w 1917"/>
                  <a:gd name="T27" fmla="*/ 497 h 1910"/>
                  <a:gd name="T28" fmla="*/ 1892 w 1917"/>
                  <a:gd name="T29" fmla="*/ 678 h 1910"/>
                  <a:gd name="T30" fmla="*/ 1916 w 1917"/>
                  <a:gd name="T31" fmla="*/ 886 h 1910"/>
                  <a:gd name="T32" fmla="*/ 1909 w 1917"/>
                  <a:gd name="T33" fmla="*/ 1104 h 1910"/>
                  <a:gd name="T34" fmla="*/ 1871 w 1917"/>
                  <a:gd name="T35" fmla="*/ 1300 h 1910"/>
                  <a:gd name="T36" fmla="*/ 1803 w 1917"/>
                  <a:gd name="T37" fmla="*/ 1472 h 1910"/>
                  <a:gd name="T38" fmla="*/ 1706 w 1917"/>
                  <a:gd name="T39" fmla="*/ 1618 h 1910"/>
                  <a:gd name="T40" fmla="*/ 1581 w 1917"/>
                  <a:gd name="T41" fmla="*/ 1737 h 1910"/>
                  <a:gd name="T42" fmla="*/ 1427 w 1917"/>
                  <a:gd name="T43" fmla="*/ 1825 h 1910"/>
                  <a:gd name="T44" fmla="*/ 1244 w 1917"/>
                  <a:gd name="T45" fmla="*/ 1884 h 1910"/>
                  <a:gd name="T46" fmla="*/ 1035 w 1917"/>
                  <a:gd name="T47" fmla="*/ 1909 h 1910"/>
                  <a:gd name="T48" fmla="*/ 818 w 1917"/>
                  <a:gd name="T49" fmla="*/ 1901 h 1910"/>
                  <a:gd name="T50" fmla="*/ 622 w 1917"/>
                  <a:gd name="T51" fmla="*/ 1864 h 1910"/>
                  <a:gd name="T52" fmla="*/ 448 w 1917"/>
                  <a:gd name="T53" fmla="*/ 1796 h 1910"/>
                  <a:gd name="T54" fmla="*/ 300 w 1917"/>
                  <a:gd name="T55" fmla="*/ 1699 h 1910"/>
                  <a:gd name="T56" fmla="*/ 180 w 1917"/>
                  <a:gd name="T57" fmla="*/ 1573 h 1910"/>
                  <a:gd name="T58" fmla="*/ 88 w 1917"/>
                  <a:gd name="T59" fmla="*/ 1416 h 1910"/>
                  <a:gd name="T60" fmla="*/ 28 w 1917"/>
                  <a:gd name="T61" fmla="*/ 1231 h 1910"/>
                  <a:gd name="T62" fmla="*/ 1 w 1917"/>
                  <a:gd name="T63" fmla="*/ 1015 h 1910"/>
                  <a:gd name="T64" fmla="*/ 576 w 1917"/>
                  <a:gd name="T65" fmla="*/ 1056 h 1910"/>
                  <a:gd name="T66" fmla="*/ 588 w 1917"/>
                  <a:gd name="T67" fmla="*/ 1151 h 1910"/>
                  <a:gd name="T68" fmla="*/ 613 w 1917"/>
                  <a:gd name="T69" fmla="*/ 1240 h 1910"/>
                  <a:gd name="T70" fmla="*/ 649 w 1917"/>
                  <a:gd name="T71" fmla="*/ 1319 h 1910"/>
                  <a:gd name="T72" fmla="*/ 700 w 1917"/>
                  <a:gd name="T73" fmla="*/ 1386 h 1910"/>
                  <a:gd name="T74" fmla="*/ 767 w 1917"/>
                  <a:gd name="T75" fmla="*/ 1438 h 1910"/>
                  <a:gd name="T76" fmla="*/ 853 w 1917"/>
                  <a:gd name="T77" fmla="*/ 1471 h 1910"/>
                  <a:gd name="T78" fmla="*/ 959 w 1917"/>
                  <a:gd name="T79" fmla="*/ 1483 h 1910"/>
                  <a:gd name="T80" fmla="*/ 1071 w 1917"/>
                  <a:gd name="T81" fmla="*/ 1470 h 1910"/>
                  <a:gd name="T82" fmla="*/ 1159 w 1917"/>
                  <a:gd name="T83" fmla="*/ 1436 h 1910"/>
                  <a:gd name="T84" fmla="*/ 1228 w 1917"/>
                  <a:gd name="T85" fmla="*/ 1381 h 1910"/>
                  <a:gd name="T86" fmla="*/ 1278 w 1917"/>
                  <a:gd name="T87" fmla="*/ 1310 h 1910"/>
                  <a:gd name="T88" fmla="*/ 1311 w 1917"/>
                  <a:gd name="T89" fmla="*/ 1227 h 1910"/>
                  <a:gd name="T90" fmla="*/ 1332 w 1917"/>
                  <a:gd name="T91" fmla="*/ 1135 h 1910"/>
                  <a:gd name="T92" fmla="*/ 1343 w 1917"/>
                  <a:gd name="T93" fmla="*/ 1036 h 1910"/>
                  <a:gd name="T94" fmla="*/ 1345 w 1917"/>
                  <a:gd name="T95" fmla="*/ 884 h 1910"/>
                  <a:gd name="T96" fmla="*/ 1335 w 1917"/>
                  <a:gd name="T97" fmla="*/ 790 h 1910"/>
                  <a:gd name="T98" fmla="*/ 1315 w 1917"/>
                  <a:gd name="T99" fmla="*/ 701 h 1910"/>
                  <a:gd name="T100" fmla="*/ 1284 w 1917"/>
                  <a:gd name="T101" fmla="*/ 621 h 1910"/>
                  <a:gd name="T102" fmla="*/ 1239 w 1917"/>
                  <a:gd name="T103" fmla="*/ 551 h 1910"/>
                  <a:gd name="T104" fmla="*/ 1178 w 1917"/>
                  <a:gd name="T105" fmla="*/ 496 h 1910"/>
                  <a:gd name="T106" fmla="*/ 1102 w 1917"/>
                  <a:gd name="T107" fmla="*/ 457 h 1910"/>
                  <a:gd name="T108" fmla="*/ 1008 w 1917"/>
                  <a:gd name="T109" fmla="*/ 434 h 1910"/>
                  <a:gd name="T110" fmla="*/ 899 w 1917"/>
                  <a:gd name="T111" fmla="*/ 436 h 1910"/>
                  <a:gd name="T112" fmla="*/ 805 w 1917"/>
                  <a:gd name="T113" fmla="*/ 459 h 1910"/>
                  <a:gd name="T114" fmla="*/ 729 w 1917"/>
                  <a:gd name="T115" fmla="*/ 503 h 1910"/>
                  <a:gd name="T116" fmla="*/ 671 w 1917"/>
                  <a:gd name="T117" fmla="*/ 564 h 1910"/>
                  <a:gd name="T118" fmla="*/ 628 w 1917"/>
                  <a:gd name="T119" fmla="*/ 637 h 1910"/>
                  <a:gd name="T120" fmla="*/ 598 w 1917"/>
                  <a:gd name="T121" fmla="*/ 722 h 1910"/>
                  <a:gd name="T122" fmla="*/ 581 w 1917"/>
                  <a:gd name="T123" fmla="*/ 815 h 1910"/>
                  <a:gd name="T124" fmla="*/ 572 w 1917"/>
                  <a:gd name="T125" fmla="*/ 958 h 19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917" h="1910">
                    <a:moveTo>
                      <a:pt x="0" y="956"/>
                    </a:moveTo>
                    <a:lnTo>
                      <a:pt x="1" y="901"/>
                    </a:lnTo>
                    <a:lnTo>
                      <a:pt x="4" y="847"/>
                    </a:lnTo>
                    <a:lnTo>
                      <a:pt x="10" y="794"/>
                    </a:lnTo>
                    <a:lnTo>
                      <a:pt x="16" y="743"/>
                    </a:lnTo>
                    <a:lnTo>
                      <a:pt x="26" y="694"/>
                    </a:lnTo>
                    <a:lnTo>
                      <a:pt x="37" y="646"/>
                    </a:lnTo>
                    <a:lnTo>
                      <a:pt x="51" y="600"/>
                    </a:lnTo>
                    <a:lnTo>
                      <a:pt x="66" y="555"/>
                    </a:lnTo>
                    <a:lnTo>
                      <a:pt x="83" y="512"/>
                    </a:lnTo>
                    <a:lnTo>
                      <a:pt x="101" y="470"/>
                    </a:lnTo>
                    <a:lnTo>
                      <a:pt x="122" y="430"/>
                    </a:lnTo>
                    <a:lnTo>
                      <a:pt x="146" y="391"/>
                    </a:lnTo>
                    <a:lnTo>
                      <a:pt x="170" y="354"/>
                    </a:lnTo>
                    <a:lnTo>
                      <a:pt x="196" y="320"/>
                    </a:lnTo>
                    <a:lnTo>
                      <a:pt x="224" y="286"/>
                    </a:lnTo>
                    <a:lnTo>
                      <a:pt x="254" y="254"/>
                    </a:lnTo>
                    <a:lnTo>
                      <a:pt x="286" y="224"/>
                    </a:lnTo>
                    <a:lnTo>
                      <a:pt x="319" y="196"/>
                    </a:lnTo>
                    <a:lnTo>
                      <a:pt x="354" y="170"/>
                    </a:lnTo>
                    <a:lnTo>
                      <a:pt x="391" y="146"/>
                    </a:lnTo>
                    <a:lnTo>
                      <a:pt x="429" y="122"/>
                    </a:lnTo>
                    <a:lnTo>
                      <a:pt x="469" y="101"/>
                    </a:lnTo>
                    <a:lnTo>
                      <a:pt x="511" y="83"/>
                    </a:lnTo>
                    <a:lnTo>
                      <a:pt x="554" y="65"/>
                    </a:lnTo>
                    <a:lnTo>
                      <a:pt x="599" y="51"/>
                    </a:lnTo>
                    <a:lnTo>
                      <a:pt x="646" y="37"/>
                    </a:lnTo>
                    <a:lnTo>
                      <a:pt x="693" y="25"/>
                    </a:lnTo>
                    <a:lnTo>
                      <a:pt x="743" y="17"/>
                    </a:lnTo>
                    <a:lnTo>
                      <a:pt x="794" y="9"/>
                    </a:lnTo>
                    <a:lnTo>
                      <a:pt x="847" y="4"/>
                    </a:lnTo>
                    <a:lnTo>
                      <a:pt x="900" y="1"/>
                    </a:lnTo>
                    <a:lnTo>
                      <a:pt x="956" y="0"/>
                    </a:lnTo>
                    <a:lnTo>
                      <a:pt x="1011" y="1"/>
                    </a:lnTo>
                    <a:lnTo>
                      <a:pt x="1064" y="4"/>
                    </a:lnTo>
                    <a:lnTo>
                      <a:pt x="1117" y="9"/>
                    </a:lnTo>
                    <a:lnTo>
                      <a:pt x="1168" y="15"/>
                    </a:lnTo>
                    <a:lnTo>
                      <a:pt x="1218" y="24"/>
                    </a:lnTo>
                    <a:lnTo>
                      <a:pt x="1266" y="35"/>
                    </a:lnTo>
                    <a:lnTo>
                      <a:pt x="1313" y="47"/>
                    </a:lnTo>
                    <a:lnTo>
                      <a:pt x="1358" y="63"/>
                    </a:lnTo>
                    <a:lnTo>
                      <a:pt x="1401" y="78"/>
                    </a:lnTo>
                    <a:lnTo>
                      <a:pt x="1443" y="97"/>
                    </a:lnTo>
                    <a:lnTo>
                      <a:pt x="1484" y="117"/>
                    </a:lnTo>
                    <a:lnTo>
                      <a:pt x="1523" y="139"/>
                    </a:lnTo>
                    <a:lnTo>
                      <a:pt x="1559" y="163"/>
                    </a:lnTo>
                    <a:lnTo>
                      <a:pt x="1594" y="189"/>
                    </a:lnTo>
                    <a:lnTo>
                      <a:pt x="1629" y="216"/>
                    </a:lnTo>
                    <a:lnTo>
                      <a:pt x="1661" y="245"/>
                    </a:lnTo>
                    <a:lnTo>
                      <a:pt x="1691" y="276"/>
                    </a:lnTo>
                    <a:lnTo>
                      <a:pt x="1719" y="309"/>
                    </a:lnTo>
                    <a:lnTo>
                      <a:pt x="1746" y="343"/>
                    </a:lnTo>
                    <a:lnTo>
                      <a:pt x="1771" y="379"/>
                    </a:lnTo>
                    <a:lnTo>
                      <a:pt x="1793" y="417"/>
                    </a:lnTo>
                    <a:lnTo>
                      <a:pt x="1814" y="457"/>
                    </a:lnTo>
                    <a:lnTo>
                      <a:pt x="1834" y="497"/>
                    </a:lnTo>
                    <a:lnTo>
                      <a:pt x="1851" y="540"/>
                    </a:lnTo>
                    <a:lnTo>
                      <a:pt x="1866" y="584"/>
                    </a:lnTo>
                    <a:lnTo>
                      <a:pt x="1879" y="631"/>
                    </a:lnTo>
                    <a:lnTo>
                      <a:pt x="1892" y="678"/>
                    </a:lnTo>
                    <a:lnTo>
                      <a:pt x="1900" y="728"/>
                    </a:lnTo>
                    <a:lnTo>
                      <a:pt x="1908" y="779"/>
                    </a:lnTo>
                    <a:lnTo>
                      <a:pt x="1914" y="831"/>
                    </a:lnTo>
                    <a:lnTo>
                      <a:pt x="1916" y="886"/>
                    </a:lnTo>
                    <a:lnTo>
                      <a:pt x="1917" y="941"/>
                    </a:lnTo>
                    <a:lnTo>
                      <a:pt x="1917" y="997"/>
                    </a:lnTo>
                    <a:lnTo>
                      <a:pt x="1914" y="1051"/>
                    </a:lnTo>
                    <a:lnTo>
                      <a:pt x="1909" y="1104"/>
                    </a:lnTo>
                    <a:lnTo>
                      <a:pt x="1903" y="1155"/>
                    </a:lnTo>
                    <a:lnTo>
                      <a:pt x="1894" y="1204"/>
                    </a:lnTo>
                    <a:lnTo>
                      <a:pt x="1883" y="1253"/>
                    </a:lnTo>
                    <a:lnTo>
                      <a:pt x="1871" y="1300"/>
                    </a:lnTo>
                    <a:lnTo>
                      <a:pt x="1857" y="1345"/>
                    </a:lnTo>
                    <a:lnTo>
                      <a:pt x="1841" y="1389"/>
                    </a:lnTo>
                    <a:lnTo>
                      <a:pt x="1823" y="1431"/>
                    </a:lnTo>
                    <a:lnTo>
                      <a:pt x="1803" y="1472"/>
                    </a:lnTo>
                    <a:lnTo>
                      <a:pt x="1782" y="1511"/>
                    </a:lnTo>
                    <a:lnTo>
                      <a:pt x="1759" y="1548"/>
                    </a:lnTo>
                    <a:lnTo>
                      <a:pt x="1734" y="1584"/>
                    </a:lnTo>
                    <a:lnTo>
                      <a:pt x="1706" y="1618"/>
                    </a:lnTo>
                    <a:lnTo>
                      <a:pt x="1677" y="1651"/>
                    </a:lnTo>
                    <a:lnTo>
                      <a:pt x="1647" y="1681"/>
                    </a:lnTo>
                    <a:lnTo>
                      <a:pt x="1614" y="1709"/>
                    </a:lnTo>
                    <a:lnTo>
                      <a:pt x="1581" y="1737"/>
                    </a:lnTo>
                    <a:lnTo>
                      <a:pt x="1545" y="1761"/>
                    </a:lnTo>
                    <a:lnTo>
                      <a:pt x="1507" y="1784"/>
                    </a:lnTo>
                    <a:lnTo>
                      <a:pt x="1467" y="1806"/>
                    </a:lnTo>
                    <a:lnTo>
                      <a:pt x="1427" y="1825"/>
                    </a:lnTo>
                    <a:lnTo>
                      <a:pt x="1384" y="1843"/>
                    </a:lnTo>
                    <a:lnTo>
                      <a:pt x="1339" y="1858"/>
                    </a:lnTo>
                    <a:lnTo>
                      <a:pt x="1293" y="1873"/>
                    </a:lnTo>
                    <a:lnTo>
                      <a:pt x="1244" y="1884"/>
                    </a:lnTo>
                    <a:lnTo>
                      <a:pt x="1195" y="1893"/>
                    </a:lnTo>
                    <a:lnTo>
                      <a:pt x="1143" y="1900"/>
                    </a:lnTo>
                    <a:lnTo>
                      <a:pt x="1090" y="1906"/>
                    </a:lnTo>
                    <a:lnTo>
                      <a:pt x="1035" y="1909"/>
                    </a:lnTo>
                    <a:lnTo>
                      <a:pt x="978" y="1910"/>
                    </a:lnTo>
                    <a:lnTo>
                      <a:pt x="924" y="1909"/>
                    </a:lnTo>
                    <a:lnTo>
                      <a:pt x="870" y="1907"/>
                    </a:lnTo>
                    <a:lnTo>
                      <a:pt x="818" y="1901"/>
                    </a:lnTo>
                    <a:lnTo>
                      <a:pt x="766" y="1895"/>
                    </a:lnTo>
                    <a:lnTo>
                      <a:pt x="716" y="1887"/>
                    </a:lnTo>
                    <a:lnTo>
                      <a:pt x="669" y="1876"/>
                    </a:lnTo>
                    <a:lnTo>
                      <a:pt x="622" y="1864"/>
                    </a:lnTo>
                    <a:lnTo>
                      <a:pt x="576" y="1850"/>
                    </a:lnTo>
                    <a:lnTo>
                      <a:pt x="532" y="1834"/>
                    </a:lnTo>
                    <a:lnTo>
                      <a:pt x="490" y="1816"/>
                    </a:lnTo>
                    <a:lnTo>
                      <a:pt x="448" y="1796"/>
                    </a:lnTo>
                    <a:lnTo>
                      <a:pt x="409" y="1775"/>
                    </a:lnTo>
                    <a:lnTo>
                      <a:pt x="371" y="1752"/>
                    </a:lnTo>
                    <a:lnTo>
                      <a:pt x="335" y="1727"/>
                    </a:lnTo>
                    <a:lnTo>
                      <a:pt x="300" y="1699"/>
                    </a:lnTo>
                    <a:lnTo>
                      <a:pt x="268" y="1671"/>
                    </a:lnTo>
                    <a:lnTo>
                      <a:pt x="236" y="1640"/>
                    </a:lnTo>
                    <a:lnTo>
                      <a:pt x="207" y="1608"/>
                    </a:lnTo>
                    <a:lnTo>
                      <a:pt x="180" y="1573"/>
                    </a:lnTo>
                    <a:lnTo>
                      <a:pt x="154" y="1536"/>
                    </a:lnTo>
                    <a:lnTo>
                      <a:pt x="130" y="1499"/>
                    </a:lnTo>
                    <a:lnTo>
                      <a:pt x="108" y="1458"/>
                    </a:lnTo>
                    <a:lnTo>
                      <a:pt x="88" y="1416"/>
                    </a:lnTo>
                    <a:lnTo>
                      <a:pt x="70" y="1373"/>
                    </a:lnTo>
                    <a:lnTo>
                      <a:pt x="54" y="1327"/>
                    </a:lnTo>
                    <a:lnTo>
                      <a:pt x="40" y="1279"/>
                    </a:lnTo>
                    <a:lnTo>
                      <a:pt x="28" y="1231"/>
                    </a:lnTo>
                    <a:lnTo>
                      <a:pt x="19" y="1179"/>
                    </a:lnTo>
                    <a:lnTo>
                      <a:pt x="11" y="1126"/>
                    </a:lnTo>
                    <a:lnTo>
                      <a:pt x="5" y="1071"/>
                    </a:lnTo>
                    <a:lnTo>
                      <a:pt x="1" y="1015"/>
                    </a:lnTo>
                    <a:lnTo>
                      <a:pt x="0" y="956"/>
                    </a:lnTo>
                    <a:close/>
                    <a:moveTo>
                      <a:pt x="572" y="958"/>
                    </a:moveTo>
                    <a:lnTo>
                      <a:pt x="573" y="1008"/>
                    </a:lnTo>
                    <a:lnTo>
                      <a:pt x="576" y="1056"/>
                    </a:lnTo>
                    <a:lnTo>
                      <a:pt x="578" y="1081"/>
                    </a:lnTo>
                    <a:lnTo>
                      <a:pt x="582" y="1105"/>
                    </a:lnTo>
                    <a:lnTo>
                      <a:pt x="585" y="1128"/>
                    </a:lnTo>
                    <a:lnTo>
                      <a:pt x="588" y="1151"/>
                    </a:lnTo>
                    <a:lnTo>
                      <a:pt x="594" y="1174"/>
                    </a:lnTo>
                    <a:lnTo>
                      <a:pt x="599" y="1197"/>
                    </a:lnTo>
                    <a:lnTo>
                      <a:pt x="606" y="1219"/>
                    </a:lnTo>
                    <a:lnTo>
                      <a:pt x="613" y="1240"/>
                    </a:lnTo>
                    <a:lnTo>
                      <a:pt x="620" y="1260"/>
                    </a:lnTo>
                    <a:lnTo>
                      <a:pt x="629" y="1281"/>
                    </a:lnTo>
                    <a:lnTo>
                      <a:pt x="638" y="1300"/>
                    </a:lnTo>
                    <a:lnTo>
                      <a:pt x="649" y="1319"/>
                    </a:lnTo>
                    <a:lnTo>
                      <a:pt x="660" y="1338"/>
                    </a:lnTo>
                    <a:lnTo>
                      <a:pt x="672" y="1354"/>
                    </a:lnTo>
                    <a:lnTo>
                      <a:pt x="686" y="1371"/>
                    </a:lnTo>
                    <a:lnTo>
                      <a:pt x="700" y="1386"/>
                    </a:lnTo>
                    <a:lnTo>
                      <a:pt x="715" y="1401"/>
                    </a:lnTo>
                    <a:lnTo>
                      <a:pt x="732" y="1414"/>
                    </a:lnTo>
                    <a:lnTo>
                      <a:pt x="749" y="1427"/>
                    </a:lnTo>
                    <a:lnTo>
                      <a:pt x="767" y="1438"/>
                    </a:lnTo>
                    <a:lnTo>
                      <a:pt x="787" y="1448"/>
                    </a:lnTo>
                    <a:lnTo>
                      <a:pt x="808" y="1457"/>
                    </a:lnTo>
                    <a:lnTo>
                      <a:pt x="830" y="1464"/>
                    </a:lnTo>
                    <a:lnTo>
                      <a:pt x="853" y="1471"/>
                    </a:lnTo>
                    <a:lnTo>
                      <a:pt x="878" y="1477"/>
                    </a:lnTo>
                    <a:lnTo>
                      <a:pt x="904" y="1480"/>
                    </a:lnTo>
                    <a:lnTo>
                      <a:pt x="931" y="1482"/>
                    </a:lnTo>
                    <a:lnTo>
                      <a:pt x="959" y="1483"/>
                    </a:lnTo>
                    <a:lnTo>
                      <a:pt x="989" y="1482"/>
                    </a:lnTo>
                    <a:lnTo>
                      <a:pt x="1018" y="1480"/>
                    </a:lnTo>
                    <a:lnTo>
                      <a:pt x="1046" y="1476"/>
                    </a:lnTo>
                    <a:lnTo>
                      <a:pt x="1071" y="1470"/>
                    </a:lnTo>
                    <a:lnTo>
                      <a:pt x="1095" y="1463"/>
                    </a:lnTo>
                    <a:lnTo>
                      <a:pt x="1118" y="1456"/>
                    </a:lnTo>
                    <a:lnTo>
                      <a:pt x="1139" y="1446"/>
                    </a:lnTo>
                    <a:lnTo>
                      <a:pt x="1159" y="1436"/>
                    </a:lnTo>
                    <a:lnTo>
                      <a:pt x="1178" y="1424"/>
                    </a:lnTo>
                    <a:lnTo>
                      <a:pt x="1196" y="1410"/>
                    </a:lnTo>
                    <a:lnTo>
                      <a:pt x="1212" y="1396"/>
                    </a:lnTo>
                    <a:lnTo>
                      <a:pt x="1228" y="1381"/>
                    </a:lnTo>
                    <a:lnTo>
                      <a:pt x="1241" y="1365"/>
                    </a:lnTo>
                    <a:lnTo>
                      <a:pt x="1254" y="1348"/>
                    </a:lnTo>
                    <a:lnTo>
                      <a:pt x="1266" y="1330"/>
                    </a:lnTo>
                    <a:lnTo>
                      <a:pt x="1278" y="1310"/>
                    </a:lnTo>
                    <a:lnTo>
                      <a:pt x="1286" y="1291"/>
                    </a:lnTo>
                    <a:lnTo>
                      <a:pt x="1296" y="1270"/>
                    </a:lnTo>
                    <a:lnTo>
                      <a:pt x="1304" y="1249"/>
                    </a:lnTo>
                    <a:lnTo>
                      <a:pt x="1311" y="1227"/>
                    </a:lnTo>
                    <a:lnTo>
                      <a:pt x="1317" y="1205"/>
                    </a:lnTo>
                    <a:lnTo>
                      <a:pt x="1323" y="1182"/>
                    </a:lnTo>
                    <a:lnTo>
                      <a:pt x="1328" y="1158"/>
                    </a:lnTo>
                    <a:lnTo>
                      <a:pt x="1332" y="1135"/>
                    </a:lnTo>
                    <a:lnTo>
                      <a:pt x="1336" y="1110"/>
                    </a:lnTo>
                    <a:lnTo>
                      <a:pt x="1338" y="1085"/>
                    </a:lnTo>
                    <a:lnTo>
                      <a:pt x="1340" y="1061"/>
                    </a:lnTo>
                    <a:lnTo>
                      <a:pt x="1343" y="1036"/>
                    </a:lnTo>
                    <a:lnTo>
                      <a:pt x="1345" y="985"/>
                    </a:lnTo>
                    <a:lnTo>
                      <a:pt x="1346" y="934"/>
                    </a:lnTo>
                    <a:lnTo>
                      <a:pt x="1346" y="909"/>
                    </a:lnTo>
                    <a:lnTo>
                      <a:pt x="1345" y="884"/>
                    </a:lnTo>
                    <a:lnTo>
                      <a:pt x="1344" y="861"/>
                    </a:lnTo>
                    <a:lnTo>
                      <a:pt x="1342" y="837"/>
                    </a:lnTo>
                    <a:lnTo>
                      <a:pt x="1338" y="814"/>
                    </a:lnTo>
                    <a:lnTo>
                      <a:pt x="1335" y="790"/>
                    </a:lnTo>
                    <a:lnTo>
                      <a:pt x="1332" y="768"/>
                    </a:lnTo>
                    <a:lnTo>
                      <a:pt x="1327" y="744"/>
                    </a:lnTo>
                    <a:lnTo>
                      <a:pt x="1322" y="722"/>
                    </a:lnTo>
                    <a:lnTo>
                      <a:pt x="1315" y="701"/>
                    </a:lnTo>
                    <a:lnTo>
                      <a:pt x="1308" y="680"/>
                    </a:lnTo>
                    <a:lnTo>
                      <a:pt x="1301" y="659"/>
                    </a:lnTo>
                    <a:lnTo>
                      <a:pt x="1293" y="640"/>
                    </a:lnTo>
                    <a:lnTo>
                      <a:pt x="1284" y="621"/>
                    </a:lnTo>
                    <a:lnTo>
                      <a:pt x="1274" y="602"/>
                    </a:lnTo>
                    <a:lnTo>
                      <a:pt x="1263" y="584"/>
                    </a:lnTo>
                    <a:lnTo>
                      <a:pt x="1251" y="568"/>
                    </a:lnTo>
                    <a:lnTo>
                      <a:pt x="1239" y="551"/>
                    </a:lnTo>
                    <a:lnTo>
                      <a:pt x="1225" y="536"/>
                    </a:lnTo>
                    <a:lnTo>
                      <a:pt x="1210" y="522"/>
                    </a:lnTo>
                    <a:lnTo>
                      <a:pt x="1195" y="508"/>
                    </a:lnTo>
                    <a:lnTo>
                      <a:pt x="1178" y="496"/>
                    </a:lnTo>
                    <a:lnTo>
                      <a:pt x="1160" y="484"/>
                    </a:lnTo>
                    <a:lnTo>
                      <a:pt x="1143" y="474"/>
                    </a:lnTo>
                    <a:lnTo>
                      <a:pt x="1123" y="464"/>
                    </a:lnTo>
                    <a:lnTo>
                      <a:pt x="1102" y="457"/>
                    </a:lnTo>
                    <a:lnTo>
                      <a:pt x="1080" y="449"/>
                    </a:lnTo>
                    <a:lnTo>
                      <a:pt x="1058" y="443"/>
                    </a:lnTo>
                    <a:lnTo>
                      <a:pt x="1033" y="439"/>
                    </a:lnTo>
                    <a:lnTo>
                      <a:pt x="1008" y="434"/>
                    </a:lnTo>
                    <a:lnTo>
                      <a:pt x="982" y="433"/>
                    </a:lnTo>
                    <a:lnTo>
                      <a:pt x="954" y="432"/>
                    </a:lnTo>
                    <a:lnTo>
                      <a:pt x="926" y="433"/>
                    </a:lnTo>
                    <a:lnTo>
                      <a:pt x="899" y="436"/>
                    </a:lnTo>
                    <a:lnTo>
                      <a:pt x="873" y="439"/>
                    </a:lnTo>
                    <a:lnTo>
                      <a:pt x="849" y="444"/>
                    </a:lnTo>
                    <a:lnTo>
                      <a:pt x="827" y="451"/>
                    </a:lnTo>
                    <a:lnTo>
                      <a:pt x="805" y="459"/>
                    </a:lnTo>
                    <a:lnTo>
                      <a:pt x="784" y="468"/>
                    </a:lnTo>
                    <a:lnTo>
                      <a:pt x="765" y="479"/>
                    </a:lnTo>
                    <a:lnTo>
                      <a:pt x="746" y="490"/>
                    </a:lnTo>
                    <a:lnTo>
                      <a:pt x="729" y="503"/>
                    </a:lnTo>
                    <a:lnTo>
                      <a:pt x="713" y="516"/>
                    </a:lnTo>
                    <a:lnTo>
                      <a:pt x="698" y="532"/>
                    </a:lnTo>
                    <a:lnTo>
                      <a:pt x="684" y="547"/>
                    </a:lnTo>
                    <a:lnTo>
                      <a:pt x="671" y="564"/>
                    </a:lnTo>
                    <a:lnTo>
                      <a:pt x="659" y="581"/>
                    </a:lnTo>
                    <a:lnTo>
                      <a:pt x="648" y="599"/>
                    </a:lnTo>
                    <a:lnTo>
                      <a:pt x="637" y="619"/>
                    </a:lnTo>
                    <a:lnTo>
                      <a:pt x="628" y="637"/>
                    </a:lnTo>
                    <a:lnTo>
                      <a:pt x="619" y="658"/>
                    </a:lnTo>
                    <a:lnTo>
                      <a:pt x="612" y="679"/>
                    </a:lnTo>
                    <a:lnTo>
                      <a:pt x="605" y="700"/>
                    </a:lnTo>
                    <a:lnTo>
                      <a:pt x="598" y="722"/>
                    </a:lnTo>
                    <a:lnTo>
                      <a:pt x="594" y="745"/>
                    </a:lnTo>
                    <a:lnTo>
                      <a:pt x="588" y="768"/>
                    </a:lnTo>
                    <a:lnTo>
                      <a:pt x="585" y="792"/>
                    </a:lnTo>
                    <a:lnTo>
                      <a:pt x="581" y="815"/>
                    </a:lnTo>
                    <a:lnTo>
                      <a:pt x="578" y="838"/>
                    </a:lnTo>
                    <a:lnTo>
                      <a:pt x="576" y="862"/>
                    </a:lnTo>
                    <a:lnTo>
                      <a:pt x="573" y="911"/>
                    </a:lnTo>
                    <a:lnTo>
                      <a:pt x="572" y="9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6" name="Freeform 12"/>
              <p:cNvSpPr>
                <a:spLocks noEditPoints="1"/>
              </p:cNvSpPr>
              <p:nvPr/>
            </p:nvSpPr>
            <p:spPr bwMode="auto">
              <a:xfrm>
                <a:off x="10414861" y="822770"/>
                <a:ext cx="304800" cy="303212"/>
              </a:xfrm>
              <a:custGeom>
                <a:avLst/>
                <a:gdLst>
                  <a:gd name="T0" fmla="*/ 9 w 1917"/>
                  <a:gd name="T1" fmla="*/ 794 h 1910"/>
                  <a:gd name="T2" fmla="*/ 50 w 1917"/>
                  <a:gd name="T3" fmla="*/ 600 h 1910"/>
                  <a:gd name="T4" fmla="*/ 122 w 1917"/>
                  <a:gd name="T5" fmla="*/ 430 h 1910"/>
                  <a:gd name="T6" fmla="*/ 223 w 1917"/>
                  <a:gd name="T7" fmla="*/ 286 h 1910"/>
                  <a:gd name="T8" fmla="*/ 353 w 1917"/>
                  <a:gd name="T9" fmla="*/ 170 h 1910"/>
                  <a:gd name="T10" fmla="*/ 510 w 1917"/>
                  <a:gd name="T11" fmla="*/ 83 h 1910"/>
                  <a:gd name="T12" fmla="*/ 694 w 1917"/>
                  <a:gd name="T13" fmla="*/ 25 h 1910"/>
                  <a:gd name="T14" fmla="*/ 900 w 1917"/>
                  <a:gd name="T15" fmla="*/ 1 h 1910"/>
                  <a:gd name="T16" fmla="*/ 1117 w 1917"/>
                  <a:gd name="T17" fmla="*/ 9 h 1910"/>
                  <a:gd name="T18" fmla="*/ 1312 w 1917"/>
                  <a:gd name="T19" fmla="*/ 47 h 1910"/>
                  <a:gd name="T20" fmla="*/ 1483 w 1917"/>
                  <a:gd name="T21" fmla="*/ 117 h 1910"/>
                  <a:gd name="T22" fmla="*/ 1628 w 1917"/>
                  <a:gd name="T23" fmla="*/ 216 h 1910"/>
                  <a:gd name="T24" fmla="*/ 1745 w 1917"/>
                  <a:gd name="T25" fmla="*/ 343 h 1910"/>
                  <a:gd name="T26" fmla="*/ 1833 w 1917"/>
                  <a:gd name="T27" fmla="*/ 497 h 1910"/>
                  <a:gd name="T28" fmla="*/ 1891 w 1917"/>
                  <a:gd name="T29" fmla="*/ 678 h 1910"/>
                  <a:gd name="T30" fmla="*/ 1916 w 1917"/>
                  <a:gd name="T31" fmla="*/ 886 h 1910"/>
                  <a:gd name="T32" fmla="*/ 1908 w 1917"/>
                  <a:gd name="T33" fmla="*/ 1104 h 1910"/>
                  <a:gd name="T34" fmla="*/ 1871 w 1917"/>
                  <a:gd name="T35" fmla="*/ 1300 h 1910"/>
                  <a:gd name="T36" fmla="*/ 1802 w 1917"/>
                  <a:gd name="T37" fmla="*/ 1472 h 1910"/>
                  <a:gd name="T38" fmla="*/ 1706 w 1917"/>
                  <a:gd name="T39" fmla="*/ 1618 h 1910"/>
                  <a:gd name="T40" fmla="*/ 1580 w 1917"/>
                  <a:gd name="T41" fmla="*/ 1737 h 1910"/>
                  <a:gd name="T42" fmla="*/ 1426 w 1917"/>
                  <a:gd name="T43" fmla="*/ 1825 h 1910"/>
                  <a:gd name="T44" fmla="*/ 1244 w 1917"/>
                  <a:gd name="T45" fmla="*/ 1884 h 1910"/>
                  <a:gd name="T46" fmla="*/ 1035 w 1917"/>
                  <a:gd name="T47" fmla="*/ 1909 h 1910"/>
                  <a:gd name="T48" fmla="*/ 813 w 1917"/>
                  <a:gd name="T49" fmla="*/ 1901 h 1910"/>
                  <a:gd name="T50" fmla="*/ 614 w 1917"/>
                  <a:gd name="T51" fmla="*/ 1863 h 1910"/>
                  <a:gd name="T52" fmla="*/ 441 w 1917"/>
                  <a:gd name="T53" fmla="*/ 1794 h 1910"/>
                  <a:gd name="T54" fmla="*/ 294 w 1917"/>
                  <a:gd name="T55" fmla="*/ 1695 h 1910"/>
                  <a:gd name="T56" fmla="*/ 175 w 1917"/>
                  <a:gd name="T57" fmla="*/ 1568 h 1910"/>
                  <a:gd name="T58" fmla="*/ 85 w 1917"/>
                  <a:gd name="T59" fmla="*/ 1412 h 1910"/>
                  <a:gd name="T60" fmla="*/ 27 w 1917"/>
                  <a:gd name="T61" fmla="*/ 1226 h 1910"/>
                  <a:gd name="T62" fmla="*/ 1 w 1917"/>
                  <a:gd name="T63" fmla="*/ 1013 h 1910"/>
                  <a:gd name="T64" fmla="*/ 575 w 1917"/>
                  <a:gd name="T65" fmla="*/ 1056 h 1910"/>
                  <a:gd name="T66" fmla="*/ 589 w 1917"/>
                  <a:gd name="T67" fmla="*/ 1151 h 1910"/>
                  <a:gd name="T68" fmla="*/ 612 w 1917"/>
                  <a:gd name="T69" fmla="*/ 1240 h 1910"/>
                  <a:gd name="T70" fmla="*/ 648 w 1917"/>
                  <a:gd name="T71" fmla="*/ 1319 h 1910"/>
                  <a:gd name="T72" fmla="*/ 699 w 1917"/>
                  <a:gd name="T73" fmla="*/ 1386 h 1910"/>
                  <a:gd name="T74" fmla="*/ 767 w 1917"/>
                  <a:gd name="T75" fmla="*/ 1438 h 1910"/>
                  <a:gd name="T76" fmla="*/ 853 w 1917"/>
                  <a:gd name="T77" fmla="*/ 1471 h 1910"/>
                  <a:gd name="T78" fmla="*/ 959 w 1917"/>
                  <a:gd name="T79" fmla="*/ 1483 h 1910"/>
                  <a:gd name="T80" fmla="*/ 1071 w 1917"/>
                  <a:gd name="T81" fmla="*/ 1470 h 1910"/>
                  <a:gd name="T82" fmla="*/ 1160 w 1917"/>
                  <a:gd name="T83" fmla="*/ 1436 h 1910"/>
                  <a:gd name="T84" fmla="*/ 1227 w 1917"/>
                  <a:gd name="T85" fmla="*/ 1381 h 1910"/>
                  <a:gd name="T86" fmla="*/ 1277 w 1917"/>
                  <a:gd name="T87" fmla="*/ 1310 h 1910"/>
                  <a:gd name="T88" fmla="*/ 1311 w 1917"/>
                  <a:gd name="T89" fmla="*/ 1227 h 1910"/>
                  <a:gd name="T90" fmla="*/ 1332 w 1917"/>
                  <a:gd name="T91" fmla="*/ 1135 h 1910"/>
                  <a:gd name="T92" fmla="*/ 1342 w 1917"/>
                  <a:gd name="T93" fmla="*/ 1036 h 1910"/>
                  <a:gd name="T94" fmla="*/ 1344 w 1917"/>
                  <a:gd name="T95" fmla="*/ 884 h 1910"/>
                  <a:gd name="T96" fmla="*/ 1335 w 1917"/>
                  <a:gd name="T97" fmla="*/ 790 h 1910"/>
                  <a:gd name="T98" fmla="*/ 1315 w 1917"/>
                  <a:gd name="T99" fmla="*/ 701 h 1910"/>
                  <a:gd name="T100" fmla="*/ 1283 w 1917"/>
                  <a:gd name="T101" fmla="*/ 621 h 1910"/>
                  <a:gd name="T102" fmla="*/ 1238 w 1917"/>
                  <a:gd name="T103" fmla="*/ 551 h 1910"/>
                  <a:gd name="T104" fmla="*/ 1177 w 1917"/>
                  <a:gd name="T105" fmla="*/ 496 h 1910"/>
                  <a:gd name="T106" fmla="*/ 1101 w 1917"/>
                  <a:gd name="T107" fmla="*/ 457 h 1910"/>
                  <a:gd name="T108" fmla="*/ 1007 w 1917"/>
                  <a:gd name="T109" fmla="*/ 434 h 1910"/>
                  <a:gd name="T110" fmla="*/ 899 w 1917"/>
                  <a:gd name="T111" fmla="*/ 436 h 1910"/>
                  <a:gd name="T112" fmla="*/ 804 w 1917"/>
                  <a:gd name="T113" fmla="*/ 459 h 1910"/>
                  <a:gd name="T114" fmla="*/ 729 w 1917"/>
                  <a:gd name="T115" fmla="*/ 503 h 1910"/>
                  <a:gd name="T116" fmla="*/ 670 w 1917"/>
                  <a:gd name="T117" fmla="*/ 564 h 1910"/>
                  <a:gd name="T118" fmla="*/ 627 w 1917"/>
                  <a:gd name="T119" fmla="*/ 637 h 1910"/>
                  <a:gd name="T120" fmla="*/ 599 w 1917"/>
                  <a:gd name="T121" fmla="*/ 722 h 1910"/>
                  <a:gd name="T122" fmla="*/ 581 w 1917"/>
                  <a:gd name="T123" fmla="*/ 815 h 1910"/>
                  <a:gd name="T124" fmla="*/ 572 w 1917"/>
                  <a:gd name="T125" fmla="*/ 958 h 19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917" h="1910">
                    <a:moveTo>
                      <a:pt x="0" y="956"/>
                    </a:moveTo>
                    <a:lnTo>
                      <a:pt x="1" y="901"/>
                    </a:lnTo>
                    <a:lnTo>
                      <a:pt x="5" y="847"/>
                    </a:lnTo>
                    <a:lnTo>
                      <a:pt x="9" y="794"/>
                    </a:lnTo>
                    <a:lnTo>
                      <a:pt x="17" y="743"/>
                    </a:lnTo>
                    <a:lnTo>
                      <a:pt x="25" y="694"/>
                    </a:lnTo>
                    <a:lnTo>
                      <a:pt x="37" y="646"/>
                    </a:lnTo>
                    <a:lnTo>
                      <a:pt x="50" y="600"/>
                    </a:lnTo>
                    <a:lnTo>
                      <a:pt x="65" y="555"/>
                    </a:lnTo>
                    <a:lnTo>
                      <a:pt x="82" y="512"/>
                    </a:lnTo>
                    <a:lnTo>
                      <a:pt x="101" y="470"/>
                    </a:lnTo>
                    <a:lnTo>
                      <a:pt x="122" y="430"/>
                    </a:lnTo>
                    <a:lnTo>
                      <a:pt x="145" y="391"/>
                    </a:lnTo>
                    <a:lnTo>
                      <a:pt x="169" y="354"/>
                    </a:lnTo>
                    <a:lnTo>
                      <a:pt x="196" y="320"/>
                    </a:lnTo>
                    <a:lnTo>
                      <a:pt x="223" y="286"/>
                    </a:lnTo>
                    <a:lnTo>
                      <a:pt x="254" y="254"/>
                    </a:lnTo>
                    <a:lnTo>
                      <a:pt x="285" y="224"/>
                    </a:lnTo>
                    <a:lnTo>
                      <a:pt x="318" y="196"/>
                    </a:lnTo>
                    <a:lnTo>
                      <a:pt x="353" y="170"/>
                    </a:lnTo>
                    <a:lnTo>
                      <a:pt x="390" y="146"/>
                    </a:lnTo>
                    <a:lnTo>
                      <a:pt x="429" y="122"/>
                    </a:lnTo>
                    <a:lnTo>
                      <a:pt x="469" y="101"/>
                    </a:lnTo>
                    <a:lnTo>
                      <a:pt x="510" y="83"/>
                    </a:lnTo>
                    <a:lnTo>
                      <a:pt x="554" y="65"/>
                    </a:lnTo>
                    <a:lnTo>
                      <a:pt x="599" y="51"/>
                    </a:lnTo>
                    <a:lnTo>
                      <a:pt x="645" y="37"/>
                    </a:lnTo>
                    <a:lnTo>
                      <a:pt x="694" y="25"/>
                    </a:lnTo>
                    <a:lnTo>
                      <a:pt x="742" y="17"/>
                    </a:lnTo>
                    <a:lnTo>
                      <a:pt x="794" y="9"/>
                    </a:lnTo>
                    <a:lnTo>
                      <a:pt x="846" y="4"/>
                    </a:lnTo>
                    <a:lnTo>
                      <a:pt x="900" y="1"/>
                    </a:lnTo>
                    <a:lnTo>
                      <a:pt x="955" y="0"/>
                    </a:lnTo>
                    <a:lnTo>
                      <a:pt x="1011" y="1"/>
                    </a:lnTo>
                    <a:lnTo>
                      <a:pt x="1065" y="4"/>
                    </a:lnTo>
                    <a:lnTo>
                      <a:pt x="1117" y="9"/>
                    </a:lnTo>
                    <a:lnTo>
                      <a:pt x="1169" y="15"/>
                    </a:lnTo>
                    <a:lnTo>
                      <a:pt x="1218" y="24"/>
                    </a:lnTo>
                    <a:lnTo>
                      <a:pt x="1266" y="35"/>
                    </a:lnTo>
                    <a:lnTo>
                      <a:pt x="1312" y="47"/>
                    </a:lnTo>
                    <a:lnTo>
                      <a:pt x="1357" y="63"/>
                    </a:lnTo>
                    <a:lnTo>
                      <a:pt x="1402" y="78"/>
                    </a:lnTo>
                    <a:lnTo>
                      <a:pt x="1444" y="97"/>
                    </a:lnTo>
                    <a:lnTo>
                      <a:pt x="1483" y="117"/>
                    </a:lnTo>
                    <a:lnTo>
                      <a:pt x="1522" y="139"/>
                    </a:lnTo>
                    <a:lnTo>
                      <a:pt x="1559" y="163"/>
                    </a:lnTo>
                    <a:lnTo>
                      <a:pt x="1595" y="189"/>
                    </a:lnTo>
                    <a:lnTo>
                      <a:pt x="1628" y="216"/>
                    </a:lnTo>
                    <a:lnTo>
                      <a:pt x="1660" y="245"/>
                    </a:lnTo>
                    <a:lnTo>
                      <a:pt x="1691" y="276"/>
                    </a:lnTo>
                    <a:lnTo>
                      <a:pt x="1718" y="309"/>
                    </a:lnTo>
                    <a:lnTo>
                      <a:pt x="1745" y="343"/>
                    </a:lnTo>
                    <a:lnTo>
                      <a:pt x="1770" y="379"/>
                    </a:lnTo>
                    <a:lnTo>
                      <a:pt x="1794" y="417"/>
                    </a:lnTo>
                    <a:lnTo>
                      <a:pt x="1815" y="457"/>
                    </a:lnTo>
                    <a:lnTo>
                      <a:pt x="1833" y="497"/>
                    </a:lnTo>
                    <a:lnTo>
                      <a:pt x="1851" y="540"/>
                    </a:lnTo>
                    <a:lnTo>
                      <a:pt x="1866" y="584"/>
                    </a:lnTo>
                    <a:lnTo>
                      <a:pt x="1880" y="631"/>
                    </a:lnTo>
                    <a:lnTo>
                      <a:pt x="1891" y="678"/>
                    </a:lnTo>
                    <a:lnTo>
                      <a:pt x="1900" y="728"/>
                    </a:lnTo>
                    <a:lnTo>
                      <a:pt x="1907" y="779"/>
                    </a:lnTo>
                    <a:lnTo>
                      <a:pt x="1913" y="831"/>
                    </a:lnTo>
                    <a:lnTo>
                      <a:pt x="1916" y="886"/>
                    </a:lnTo>
                    <a:lnTo>
                      <a:pt x="1917" y="941"/>
                    </a:lnTo>
                    <a:lnTo>
                      <a:pt x="1916" y="997"/>
                    </a:lnTo>
                    <a:lnTo>
                      <a:pt x="1913" y="1051"/>
                    </a:lnTo>
                    <a:lnTo>
                      <a:pt x="1908" y="1104"/>
                    </a:lnTo>
                    <a:lnTo>
                      <a:pt x="1902" y="1155"/>
                    </a:lnTo>
                    <a:lnTo>
                      <a:pt x="1893" y="1204"/>
                    </a:lnTo>
                    <a:lnTo>
                      <a:pt x="1883" y="1253"/>
                    </a:lnTo>
                    <a:lnTo>
                      <a:pt x="1871" y="1300"/>
                    </a:lnTo>
                    <a:lnTo>
                      <a:pt x="1857" y="1345"/>
                    </a:lnTo>
                    <a:lnTo>
                      <a:pt x="1840" y="1389"/>
                    </a:lnTo>
                    <a:lnTo>
                      <a:pt x="1822" y="1431"/>
                    </a:lnTo>
                    <a:lnTo>
                      <a:pt x="1802" y="1472"/>
                    </a:lnTo>
                    <a:lnTo>
                      <a:pt x="1781" y="1511"/>
                    </a:lnTo>
                    <a:lnTo>
                      <a:pt x="1758" y="1548"/>
                    </a:lnTo>
                    <a:lnTo>
                      <a:pt x="1733" y="1584"/>
                    </a:lnTo>
                    <a:lnTo>
                      <a:pt x="1706" y="1618"/>
                    </a:lnTo>
                    <a:lnTo>
                      <a:pt x="1678" y="1651"/>
                    </a:lnTo>
                    <a:lnTo>
                      <a:pt x="1647" y="1681"/>
                    </a:lnTo>
                    <a:lnTo>
                      <a:pt x="1615" y="1709"/>
                    </a:lnTo>
                    <a:lnTo>
                      <a:pt x="1580" y="1737"/>
                    </a:lnTo>
                    <a:lnTo>
                      <a:pt x="1544" y="1761"/>
                    </a:lnTo>
                    <a:lnTo>
                      <a:pt x="1506" y="1784"/>
                    </a:lnTo>
                    <a:lnTo>
                      <a:pt x="1467" y="1806"/>
                    </a:lnTo>
                    <a:lnTo>
                      <a:pt x="1426" y="1825"/>
                    </a:lnTo>
                    <a:lnTo>
                      <a:pt x="1383" y="1843"/>
                    </a:lnTo>
                    <a:lnTo>
                      <a:pt x="1339" y="1858"/>
                    </a:lnTo>
                    <a:lnTo>
                      <a:pt x="1292" y="1873"/>
                    </a:lnTo>
                    <a:lnTo>
                      <a:pt x="1244" y="1884"/>
                    </a:lnTo>
                    <a:lnTo>
                      <a:pt x="1194" y="1893"/>
                    </a:lnTo>
                    <a:lnTo>
                      <a:pt x="1143" y="1900"/>
                    </a:lnTo>
                    <a:lnTo>
                      <a:pt x="1089" y="1906"/>
                    </a:lnTo>
                    <a:lnTo>
                      <a:pt x="1035" y="1909"/>
                    </a:lnTo>
                    <a:lnTo>
                      <a:pt x="977" y="1910"/>
                    </a:lnTo>
                    <a:lnTo>
                      <a:pt x="921" y="1909"/>
                    </a:lnTo>
                    <a:lnTo>
                      <a:pt x="867" y="1906"/>
                    </a:lnTo>
                    <a:lnTo>
                      <a:pt x="813" y="1901"/>
                    </a:lnTo>
                    <a:lnTo>
                      <a:pt x="761" y="1895"/>
                    </a:lnTo>
                    <a:lnTo>
                      <a:pt x="711" y="1886"/>
                    </a:lnTo>
                    <a:lnTo>
                      <a:pt x="662" y="1875"/>
                    </a:lnTo>
                    <a:lnTo>
                      <a:pt x="614" y="1863"/>
                    </a:lnTo>
                    <a:lnTo>
                      <a:pt x="569" y="1848"/>
                    </a:lnTo>
                    <a:lnTo>
                      <a:pt x="525" y="1832"/>
                    </a:lnTo>
                    <a:lnTo>
                      <a:pt x="482" y="1814"/>
                    </a:lnTo>
                    <a:lnTo>
                      <a:pt x="441" y="1794"/>
                    </a:lnTo>
                    <a:lnTo>
                      <a:pt x="401" y="1772"/>
                    </a:lnTo>
                    <a:lnTo>
                      <a:pt x="363" y="1749"/>
                    </a:lnTo>
                    <a:lnTo>
                      <a:pt x="328" y="1723"/>
                    </a:lnTo>
                    <a:lnTo>
                      <a:pt x="294" y="1695"/>
                    </a:lnTo>
                    <a:lnTo>
                      <a:pt x="261" y="1666"/>
                    </a:lnTo>
                    <a:lnTo>
                      <a:pt x="230" y="1635"/>
                    </a:lnTo>
                    <a:lnTo>
                      <a:pt x="201" y="1602"/>
                    </a:lnTo>
                    <a:lnTo>
                      <a:pt x="175" y="1568"/>
                    </a:lnTo>
                    <a:lnTo>
                      <a:pt x="149" y="1532"/>
                    </a:lnTo>
                    <a:lnTo>
                      <a:pt x="126" y="1493"/>
                    </a:lnTo>
                    <a:lnTo>
                      <a:pt x="104" y="1453"/>
                    </a:lnTo>
                    <a:lnTo>
                      <a:pt x="85" y="1412"/>
                    </a:lnTo>
                    <a:lnTo>
                      <a:pt x="67" y="1367"/>
                    </a:lnTo>
                    <a:lnTo>
                      <a:pt x="52" y="1322"/>
                    </a:lnTo>
                    <a:lnTo>
                      <a:pt x="38" y="1275"/>
                    </a:lnTo>
                    <a:lnTo>
                      <a:pt x="27" y="1226"/>
                    </a:lnTo>
                    <a:lnTo>
                      <a:pt x="17" y="1176"/>
                    </a:lnTo>
                    <a:lnTo>
                      <a:pt x="9" y="1124"/>
                    </a:lnTo>
                    <a:lnTo>
                      <a:pt x="5" y="1070"/>
                    </a:lnTo>
                    <a:lnTo>
                      <a:pt x="1" y="1013"/>
                    </a:lnTo>
                    <a:lnTo>
                      <a:pt x="0" y="956"/>
                    </a:lnTo>
                    <a:close/>
                    <a:moveTo>
                      <a:pt x="572" y="958"/>
                    </a:moveTo>
                    <a:lnTo>
                      <a:pt x="573" y="1008"/>
                    </a:lnTo>
                    <a:lnTo>
                      <a:pt x="575" y="1056"/>
                    </a:lnTo>
                    <a:lnTo>
                      <a:pt x="578" y="1081"/>
                    </a:lnTo>
                    <a:lnTo>
                      <a:pt x="581" y="1105"/>
                    </a:lnTo>
                    <a:lnTo>
                      <a:pt x="584" y="1128"/>
                    </a:lnTo>
                    <a:lnTo>
                      <a:pt x="589" y="1151"/>
                    </a:lnTo>
                    <a:lnTo>
                      <a:pt x="593" y="1174"/>
                    </a:lnTo>
                    <a:lnTo>
                      <a:pt x="599" y="1197"/>
                    </a:lnTo>
                    <a:lnTo>
                      <a:pt x="605" y="1219"/>
                    </a:lnTo>
                    <a:lnTo>
                      <a:pt x="612" y="1240"/>
                    </a:lnTo>
                    <a:lnTo>
                      <a:pt x="620" y="1260"/>
                    </a:lnTo>
                    <a:lnTo>
                      <a:pt x="628" y="1281"/>
                    </a:lnTo>
                    <a:lnTo>
                      <a:pt x="638" y="1300"/>
                    </a:lnTo>
                    <a:lnTo>
                      <a:pt x="648" y="1319"/>
                    </a:lnTo>
                    <a:lnTo>
                      <a:pt x="659" y="1338"/>
                    </a:lnTo>
                    <a:lnTo>
                      <a:pt x="672" y="1354"/>
                    </a:lnTo>
                    <a:lnTo>
                      <a:pt x="685" y="1371"/>
                    </a:lnTo>
                    <a:lnTo>
                      <a:pt x="699" y="1386"/>
                    </a:lnTo>
                    <a:lnTo>
                      <a:pt x="715" y="1401"/>
                    </a:lnTo>
                    <a:lnTo>
                      <a:pt x="731" y="1414"/>
                    </a:lnTo>
                    <a:lnTo>
                      <a:pt x="749" y="1427"/>
                    </a:lnTo>
                    <a:lnTo>
                      <a:pt x="767" y="1438"/>
                    </a:lnTo>
                    <a:lnTo>
                      <a:pt x="786" y="1448"/>
                    </a:lnTo>
                    <a:lnTo>
                      <a:pt x="807" y="1457"/>
                    </a:lnTo>
                    <a:lnTo>
                      <a:pt x="829" y="1464"/>
                    </a:lnTo>
                    <a:lnTo>
                      <a:pt x="853" y="1471"/>
                    </a:lnTo>
                    <a:lnTo>
                      <a:pt x="877" y="1477"/>
                    </a:lnTo>
                    <a:lnTo>
                      <a:pt x="903" y="1480"/>
                    </a:lnTo>
                    <a:lnTo>
                      <a:pt x="930" y="1482"/>
                    </a:lnTo>
                    <a:lnTo>
                      <a:pt x="959" y="1483"/>
                    </a:lnTo>
                    <a:lnTo>
                      <a:pt x="990" y="1482"/>
                    </a:lnTo>
                    <a:lnTo>
                      <a:pt x="1018" y="1480"/>
                    </a:lnTo>
                    <a:lnTo>
                      <a:pt x="1045" y="1476"/>
                    </a:lnTo>
                    <a:lnTo>
                      <a:pt x="1071" y="1470"/>
                    </a:lnTo>
                    <a:lnTo>
                      <a:pt x="1095" y="1463"/>
                    </a:lnTo>
                    <a:lnTo>
                      <a:pt x="1118" y="1456"/>
                    </a:lnTo>
                    <a:lnTo>
                      <a:pt x="1139" y="1446"/>
                    </a:lnTo>
                    <a:lnTo>
                      <a:pt x="1160" y="1436"/>
                    </a:lnTo>
                    <a:lnTo>
                      <a:pt x="1178" y="1424"/>
                    </a:lnTo>
                    <a:lnTo>
                      <a:pt x="1195" y="1410"/>
                    </a:lnTo>
                    <a:lnTo>
                      <a:pt x="1212" y="1396"/>
                    </a:lnTo>
                    <a:lnTo>
                      <a:pt x="1227" y="1381"/>
                    </a:lnTo>
                    <a:lnTo>
                      <a:pt x="1241" y="1365"/>
                    </a:lnTo>
                    <a:lnTo>
                      <a:pt x="1254" y="1348"/>
                    </a:lnTo>
                    <a:lnTo>
                      <a:pt x="1266" y="1330"/>
                    </a:lnTo>
                    <a:lnTo>
                      <a:pt x="1277" y="1310"/>
                    </a:lnTo>
                    <a:lnTo>
                      <a:pt x="1287" y="1291"/>
                    </a:lnTo>
                    <a:lnTo>
                      <a:pt x="1296" y="1270"/>
                    </a:lnTo>
                    <a:lnTo>
                      <a:pt x="1303" y="1249"/>
                    </a:lnTo>
                    <a:lnTo>
                      <a:pt x="1311" y="1227"/>
                    </a:lnTo>
                    <a:lnTo>
                      <a:pt x="1317" y="1205"/>
                    </a:lnTo>
                    <a:lnTo>
                      <a:pt x="1322" y="1182"/>
                    </a:lnTo>
                    <a:lnTo>
                      <a:pt x="1328" y="1158"/>
                    </a:lnTo>
                    <a:lnTo>
                      <a:pt x="1332" y="1135"/>
                    </a:lnTo>
                    <a:lnTo>
                      <a:pt x="1335" y="1110"/>
                    </a:lnTo>
                    <a:lnTo>
                      <a:pt x="1339" y="1085"/>
                    </a:lnTo>
                    <a:lnTo>
                      <a:pt x="1341" y="1061"/>
                    </a:lnTo>
                    <a:lnTo>
                      <a:pt x="1342" y="1036"/>
                    </a:lnTo>
                    <a:lnTo>
                      <a:pt x="1344" y="985"/>
                    </a:lnTo>
                    <a:lnTo>
                      <a:pt x="1345" y="934"/>
                    </a:lnTo>
                    <a:lnTo>
                      <a:pt x="1345" y="909"/>
                    </a:lnTo>
                    <a:lnTo>
                      <a:pt x="1344" y="884"/>
                    </a:lnTo>
                    <a:lnTo>
                      <a:pt x="1343" y="861"/>
                    </a:lnTo>
                    <a:lnTo>
                      <a:pt x="1341" y="837"/>
                    </a:lnTo>
                    <a:lnTo>
                      <a:pt x="1339" y="814"/>
                    </a:lnTo>
                    <a:lnTo>
                      <a:pt x="1335" y="790"/>
                    </a:lnTo>
                    <a:lnTo>
                      <a:pt x="1331" y="768"/>
                    </a:lnTo>
                    <a:lnTo>
                      <a:pt x="1326" y="744"/>
                    </a:lnTo>
                    <a:lnTo>
                      <a:pt x="1321" y="722"/>
                    </a:lnTo>
                    <a:lnTo>
                      <a:pt x="1315" y="701"/>
                    </a:lnTo>
                    <a:lnTo>
                      <a:pt x="1309" y="680"/>
                    </a:lnTo>
                    <a:lnTo>
                      <a:pt x="1301" y="659"/>
                    </a:lnTo>
                    <a:lnTo>
                      <a:pt x="1292" y="640"/>
                    </a:lnTo>
                    <a:lnTo>
                      <a:pt x="1283" y="621"/>
                    </a:lnTo>
                    <a:lnTo>
                      <a:pt x="1273" y="602"/>
                    </a:lnTo>
                    <a:lnTo>
                      <a:pt x="1262" y="584"/>
                    </a:lnTo>
                    <a:lnTo>
                      <a:pt x="1250" y="568"/>
                    </a:lnTo>
                    <a:lnTo>
                      <a:pt x="1238" y="551"/>
                    </a:lnTo>
                    <a:lnTo>
                      <a:pt x="1225" y="536"/>
                    </a:lnTo>
                    <a:lnTo>
                      <a:pt x="1209" y="522"/>
                    </a:lnTo>
                    <a:lnTo>
                      <a:pt x="1194" y="508"/>
                    </a:lnTo>
                    <a:lnTo>
                      <a:pt x="1177" y="496"/>
                    </a:lnTo>
                    <a:lnTo>
                      <a:pt x="1161" y="484"/>
                    </a:lnTo>
                    <a:lnTo>
                      <a:pt x="1142" y="474"/>
                    </a:lnTo>
                    <a:lnTo>
                      <a:pt x="1122" y="464"/>
                    </a:lnTo>
                    <a:lnTo>
                      <a:pt x="1101" y="457"/>
                    </a:lnTo>
                    <a:lnTo>
                      <a:pt x="1080" y="449"/>
                    </a:lnTo>
                    <a:lnTo>
                      <a:pt x="1057" y="443"/>
                    </a:lnTo>
                    <a:lnTo>
                      <a:pt x="1033" y="439"/>
                    </a:lnTo>
                    <a:lnTo>
                      <a:pt x="1007" y="434"/>
                    </a:lnTo>
                    <a:lnTo>
                      <a:pt x="982" y="433"/>
                    </a:lnTo>
                    <a:lnTo>
                      <a:pt x="954" y="432"/>
                    </a:lnTo>
                    <a:lnTo>
                      <a:pt x="926" y="433"/>
                    </a:lnTo>
                    <a:lnTo>
                      <a:pt x="899" y="436"/>
                    </a:lnTo>
                    <a:lnTo>
                      <a:pt x="874" y="439"/>
                    </a:lnTo>
                    <a:lnTo>
                      <a:pt x="849" y="444"/>
                    </a:lnTo>
                    <a:lnTo>
                      <a:pt x="826" y="451"/>
                    </a:lnTo>
                    <a:lnTo>
                      <a:pt x="804" y="459"/>
                    </a:lnTo>
                    <a:lnTo>
                      <a:pt x="783" y="468"/>
                    </a:lnTo>
                    <a:lnTo>
                      <a:pt x="764" y="479"/>
                    </a:lnTo>
                    <a:lnTo>
                      <a:pt x="746" y="490"/>
                    </a:lnTo>
                    <a:lnTo>
                      <a:pt x="729" y="503"/>
                    </a:lnTo>
                    <a:lnTo>
                      <a:pt x="712" y="516"/>
                    </a:lnTo>
                    <a:lnTo>
                      <a:pt x="698" y="532"/>
                    </a:lnTo>
                    <a:lnTo>
                      <a:pt x="684" y="547"/>
                    </a:lnTo>
                    <a:lnTo>
                      <a:pt x="670" y="564"/>
                    </a:lnTo>
                    <a:lnTo>
                      <a:pt x="658" y="581"/>
                    </a:lnTo>
                    <a:lnTo>
                      <a:pt x="647" y="599"/>
                    </a:lnTo>
                    <a:lnTo>
                      <a:pt x="637" y="619"/>
                    </a:lnTo>
                    <a:lnTo>
                      <a:pt x="627" y="637"/>
                    </a:lnTo>
                    <a:lnTo>
                      <a:pt x="620" y="658"/>
                    </a:lnTo>
                    <a:lnTo>
                      <a:pt x="612" y="679"/>
                    </a:lnTo>
                    <a:lnTo>
                      <a:pt x="604" y="700"/>
                    </a:lnTo>
                    <a:lnTo>
                      <a:pt x="599" y="722"/>
                    </a:lnTo>
                    <a:lnTo>
                      <a:pt x="593" y="745"/>
                    </a:lnTo>
                    <a:lnTo>
                      <a:pt x="589" y="768"/>
                    </a:lnTo>
                    <a:lnTo>
                      <a:pt x="584" y="792"/>
                    </a:lnTo>
                    <a:lnTo>
                      <a:pt x="581" y="815"/>
                    </a:lnTo>
                    <a:lnTo>
                      <a:pt x="578" y="838"/>
                    </a:lnTo>
                    <a:lnTo>
                      <a:pt x="575" y="862"/>
                    </a:lnTo>
                    <a:lnTo>
                      <a:pt x="573" y="911"/>
                    </a:lnTo>
                    <a:lnTo>
                      <a:pt x="572" y="9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7" name="Freeform 13"/>
              <p:cNvSpPr>
                <a:spLocks noEditPoints="1"/>
              </p:cNvSpPr>
              <p:nvPr/>
            </p:nvSpPr>
            <p:spPr bwMode="auto">
              <a:xfrm>
                <a:off x="10081486" y="822770"/>
                <a:ext cx="303212" cy="303212"/>
              </a:xfrm>
              <a:custGeom>
                <a:avLst/>
                <a:gdLst>
                  <a:gd name="T0" fmla="*/ 17 w 1918"/>
                  <a:gd name="T1" fmla="*/ 743 h 1910"/>
                  <a:gd name="T2" fmla="*/ 83 w 1918"/>
                  <a:gd name="T3" fmla="*/ 512 h 1910"/>
                  <a:gd name="T4" fmla="*/ 197 w 1918"/>
                  <a:gd name="T5" fmla="*/ 320 h 1910"/>
                  <a:gd name="T6" fmla="*/ 355 w 1918"/>
                  <a:gd name="T7" fmla="*/ 170 h 1910"/>
                  <a:gd name="T8" fmla="*/ 555 w 1918"/>
                  <a:gd name="T9" fmla="*/ 65 h 1910"/>
                  <a:gd name="T10" fmla="*/ 794 w 1918"/>
                  <a:gd name="T11" fmla="*/ 9 h 1910"/>
                  <a:gd name="T12" fmla="*/ 1065 w 1918"/>
                  <a:gd name="T13" fmla="*/ 4 h 1910"/>
                  <a:gd name="T14" fmla="*/ 1313 w 1918"/>
                  <a:gd name="T15" fmla="*/ 47 h 1910"/>
                  <a:gd name="T16" fmla="*/ 1523 w 1918"/>
                  <a:gd name="T17" fmla="*/ 139 h 1910"/>
                  <a:gd name="T18" fmla="*/ 1691 w 1918"/>
                  <a:gd name="T19" fmla="*/ 276 h 1910"/>
                  <a:gd name="T20" fmla="*/ 1815 w 1918"/>
                  <a:gd name="T21" fmla="*/ 457 h 1910"/>
                  <a:gd name="T22" fmla="*/ 1892 w 1918"/>
                  <a:gd name="T23" fmla="*/ 678 h 1910"/>
                  <a:gd name="T24" fmla="*/ 1918 w 1918"/>
                  <a:gd name="T25" fmla="*/ 941 h 1910"/>
                  <a:gd name="T26" fmla="*/ 1908 w 1918"/>
                  <a:gd name="T27" fmla="*/ 1133 h 1910"/>
                  <a:gd name="T28" fmla="*/ 1874 w 1918"/>
                  <a:gd name="T29" fmla="*/ 1300 h 1910"/>
                  <a:gd name="T30" fmla="*/ 1821 w 1918"/>
                  <a:gd name="T31" fmla="*/ 1446 h 1910"/>
                  <a:gd name="T32" fmla="*/ 1739 w 1918"/>
                  <a:gd name="T33" fmla="*/ 1582 h 1910"/>
                  <a:gd name="T34" fmla="*/ 1634 w 1918"/>
                  <a:gd name="T35" fmla="*/ 1695 h 1910"/>
                  <a:gd name="T36" fmla="*/ 1512 w 1918"/>
                  <a:gd name="T37" fmla="*/ 1782 h 1910"/>
                  <a:gd name="T38" fmla="*/ 1378 w 1918"/>
                  <a:gd name="T39" fmla="*/ 1846 h 1910"/>
                  <a:gd name="T40" fmla="*/ 1231 w 1918"/>
                  <a:gd name="T41" fmla="*/ 1887 h 1910"/>
                  <a:gd name="T42" fmla="*/ 1075 w 1918"/>
                  <a:gd name="T43" fmla="*/ 1907 h 1910"/>
                  <a:gd name="T44" fmla="*/ 903 w 1918"/>
                  <a:gd name="T45" fmla="*/ 1909 h 1910"/>
                  <a:gd name="T46" fmla="*/ 726 w 1918"/>
                  <a:gd name="T47" fmla="*/ 1891 h 1910"/>
                  <a:gd name="T48" fmla="*/ 570 w 1918"/>
                  <a:gd name="T49" fmla="*/ 1854 h 1910"/>
                  <a:gd name="T50" fmla="*/ 430 w 1918"/>
                  <a:gd name="T51" fmla="*/ 1795 h 1910"/>
                  <a:gd name="T52" fmla="*/ 295 w 1918"/>
                  <a:gd name="T53" fmla="*/ 1702 h 1910"/>
                  <a:gd name="T54" fmla="*/ 188 w 1918"/>
                  <a:gd name="T55" fmla="*/ 1587 h 1910"/>
                  <a:gd name="T56" fmla="*/ 106 w 1918"/>
                  <a:gd name="T57" fmla="*/ 1453 h 1910"/>
                  <a:gd name="T58" fmla="*/ 50 w 1918"/>
                  <a:gd name="T59" fmla="*/ 1307 h 1910"/>
                  <a:gd name="T60" fmla="*/ 15 w 1918"/>
                  <a:gd name="T61" fmla="*/ 1151 h 1910"/>
                  <a:gd name="T62" fmla="*/ 1 w 1918"/>
                  <a:gd name="T63" fmla="*/ 989 h 1910"/>
                  <a:gd name="T64" fmla="*/ 579 w 1918"/>
                  <a:gd name="T65" fmla="*/ 1081 h 1910"/>
                  <a:gd name="T66" fmla="*/ 600 w 1918"/>
                  <a:gd name="T67" fmla="*/ 1197 h 1910"/>
                  <a:gd name="T68" fmla="*/ 639 w 1918"/>
                  <a:gd name="T69" fmla="*/ 1300 h 1910"/>
                  <a:gd name="T70" fmla="*/ 701 w 1918"/>
                  <a:gd name="T71" fmla="*/ 1386 h 1910"/>
                  <a:gd name="T72" fmla="*/ 788 w 1918"/>
                  <a:gd name="T73" fmla="*/ 1448 h 1910"/>
                  <a:gd name="T74" fmla="*/ 904 w 1918"/>
                  <a:gd name="T75" fmla="*/ 1480 h 1910"/>
                  <a:gd name="T76" fmla="*/ 1046 w 1918"/>
                  <a:gd name="T77" fmla="*/ 1476 h 1910"/>
                  <a:gd name="T78" fmla="*/ 1160 w 1918"/>
                  <a:gd name="T79" fmla="*/ 1436 h 1910"/>
                  <a:gd name="T80" fmla="*/ 1242 w 1918"/>
                  <a:gd name="T81" fmla="*/ 1365 h 1910"/>
                  <a:gd name="T82" fmla="*/ 1296 w 1918"/>
                  <a:gd name="T83" fmla="*/ 1270 h 1910"/>
                  <a:gd name="T84" fmla="*/ 1328 w 1918"/>
                  <a:gd name="T85" fmla="*/ 1158 h 1910"/>
                  <a:gd name="T86" fmla="*/ 1343 w 1918"/>
                  <a:gd name="T87" fmla="*/ 1036 h 1910"/>
                  <a:gd name="T88" fmla="*/ 1343 w 1918"/>
                  <a:gd name="T89" fmla="*/ 861 h 1910"/>
                  <a:gd name="T90" fmla="*/ 1328 w 1918"/>
                  <a:gd name="T91" fmla="*/ 744 h 1910"/>
                  <a:gd name="T92" fmla="*/ 1294 w 1918"/>
                  <a:gd name="T93" fmla="*/ 640 h 1910"/>
                  <a:gd name="T94" fmla="*/ 1238 w 1918"/>
                  <a:gd name="T95" fmla="*/ 551 h 1910"/>
                  <a:gd name="T96" fmla="*/ 1161 w 1918"/>
                  <a:gd name="T97" fmla="*/ 484 h 1910"/>
                  <a:gd name="T98" fmla="*/ 1058 w 1918"/>
                  <a:gd name="T99" fmla="*/ 443 h 1910"/>
                  <a:gd name="T100" fmla="*/ 927 w 1918"/>
                  <a:gd name="T101" fmla="*/ 433 h 1910"/>
                  <a:gd name="T102" fmla="*/ 805 w 1918"/>
                  <a:gd name="T103" fmla="*/ 459 h 1910"/>
                  <a:gd name="T104" fmla="*/ 714 w 1918"/>
                  <a:gd name="T105" fmla="*/ 516 h 1910"/>
                  <a:gd name="T106" fmla="*/ 649 w 1918"/>
                  <a:gd name="T107" fmla="*/ 599 h 1910"/>
                  <a:gd name="T108" fmla="*/ 606 w 1918"/>
                  <a:gd name="T109" fmla="*/ 700 h 1910"/>
                  <a:gd name="T110" fmla="*/ 581 w 1918"/>
                  <a:gd name="T111" fmla="*/ 815 h 19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1918" h="1910">
                    <a:moveTo>
                      <a:pt x="0" y="956"/>
                    </a:moveTo>
                    <a:lnTo>
                      <a:pt x="1" y="901"/>
                    </a:lnTo>
                    <a:lnTo>
                      <a:pt x="5" y="847"/>
                    </a:lnTo>
                    <a:lnTo>
                      <a:pt x="10" y="794"/>
                    </a:lnTo>
                    <a:lnTo>
                      <a:pt x="17" y="743"/>
                    </a:lnTo>
                    <a:lnTo>
                      <a:pt x="27" y="694"/>
                    </a:lnTo>
                    <a:lnTo>
                      <a:pt x="38" y="646"/>
                    </a:lnTo>
                    <a:lnTo>
                      <a:pt x="51" y="600"/>
                    </a:lnTo>
                    <a:lnTo>
                      <a:pt x="66" y="555"/>
                    </a:lnTo>
                    <a:lnTo>
                      <a:pt x="83" y="512"/>
                    </a:lnTo>
                    <a:lnTo>
                      <a:pt x="102" y="470"/>
                    </a:lnTo>
                    <a:lnTo>
                      <a:pt x="123" y="430"/>
                    </a:lnTo>
                    <a:lnTo>
                      <a:pt x="145" y="391"/>
                    </a:lnTo>
                    <a:lnTo>
                      <a:pt x="170" y="354"/>
                    </a:lnTo>
                    <a:lnTo>
                      <a:pt x="197" y="320"/>
                    </a:lnTo>
                    <a:lnTo>
                      <a:pt x="225" y="286"/>
                    </a:lnTo>
                    <a:lnTo>
                      <a:pt x="254" y="254"/>
                    </a:lnTo>
                    <a:lnTo>
                      <a:pt x="286" y="224"/>
                    </a:lnTo>
                    <a:lnTo>
                      <a:pt x="320" y="196"/>
                    </a:lnTo>
                    <a:lnTo>
                      <a:pt x="355" y="170"/>
                    </a:lnTo>
                    <a:lnTo>
                      <a:pt x="391" y="146"/>
                    </a:lnTo>
                    <a:lnTo>
                      <a:pt x="430" y="122"/>
                    </a:lnTo>
                    <a:lnTo>
                      <a:pt x="470" y="101"/>
                    </a:lnTo>
                    <a:lnTo>
                      <a:pt x="512" y="83"/>
                    </a:lnTo>
                    <a:lnTo>
                      <a:pt x="555" y="65"/>
                    </a:lnTo>
                    <a:lnTo>
                      <a:pt x="600" y="51"/>
                    </a:lnTo>
                    <a:lnTo>
                      <a:pt x="646" y="37"/>
                    </a:lnTo>
                    <a:lnTo>
                      <a:pt x="694" y="25"/>
                    </a:lnTo>
                    <a:lnTo>
                      <a:pt x="744" y="17"/>
                    </a:lnTo>
                    <a:lnTo>
                      <a:pt x="794" y="9"/>
                    </a:lnTo>
                    <a:lnTo>
                      <a:pt x="847" y="4"/>
                    </a:lnTo>
                    <a:lnTo>
                      <a:pt x="900" y="1"/>
                    </a:lnTo>
                    <a:lnTo>
                      <a:pt x="956" y="0"/>
                    </a:lnTo>
                    <a:lnTo>
                      <a:pt x="1011" y="1"/>
                    </a:lnTo>
                    <a:lnTo>
                      <a:pt x="1065" y="4"/>
                    </a:lnTo>
                    <a:lnTo>
                      <a:pt x="1118" y="9"/>
                    </a:lnTo>
                    <a:lnTo>
                      <a:pt x="1169" y="15"/>
                    </a:lnTo>
                    <a:lnTo>
                      <a:pt x="1218" y="24"/>
                    </a:lnTo>
                    <a:lnTo>
                      <a:pt x="1267" y="35"/>
                    </a:lnTo>
                    <a:lnTo>
                      <a:pt x="1313" y="47"/>
                    </a:lnTo>
                    <a:lnTo>
                      <a:pt x="1359" y="63"/>
                    </a:lnTo>
                    <a:lnTo>
                      <a:pt x="1402" y="78"/>
                    </a:lnTo>
                    <a:lnTo>
                      <a:pt x="1444" y="97"/>
                    </a:lnTo>
                    <a:lnTo>
                      <a:pt x="1485" y="117"/>
                    </a:lnTo>
                    <a:lnTo>
                      <a:pt x="1523" y="139"/>
                    </a:lnTo>
                    <a:lnTo>
                      <a:pt x="1560" y="163"/>
                    </a:lnTo>
                    <a:lnTo>
                      <a:pt x="1595" y="189"/>
                    </a:lnTo>
                    <a:lnTo>
                      <a:pt x="1629" y="216"/>
                    </a:lnTo>
                    <a:lnTo>
                      <a:pt x="1661" y="245"/>
                    </a:lnTo>
                    <a:lnTo>
                      <a:pt x="1691" y="276"/>
                    </a:lnTo>
                    <a:lnTo>
                      <a:pt x="1720" y="309"/>
                    </a:lnTo>
                    <a:lnTo>
                      <a:pt x="1746" y="343"/>
                    </a:lnTo>
                    <a:lnTo>
                      <a:pt x="1771" y="379"/>
                    </a:lnTo>
                    <a:lnTo>
                      <a:pt x="1794" y="417"/>
                    </a:lnTo>
                    <a:lnTo>
                      <a:pt x="1815" y="457"/>
                    </a:lnTo>
                    <a:lnTo>
                      <a:pt x="1835" y="497"/>
                    </a:lnTo>
                    <a:lnTo>
                      <a:pt x="1851" y="540"/>
                    </a:lnTo>
                    <a:lnTo>
                      <a:pt x="1867" y="584"/>
                    </a:lnTo>
                    <a:lnTo>
                      <a:pt x="1880" y="631"/>
                    </a:lnTo>
                    <a:lnTo>
                      <a:pt x="1892" y="678"/>
                    </a:lnTo>
                    <a:lnTo>
                      <a:pt x="1901" y="728"/>
                    </a:lnTo>
                    <a:lnTo>
                      <a:pt x="1909" y="779"/>
                    </a:lnTo>
                    <a:lnTo>
                      <a:pt x="1913" y="831"/>
                    </a:lnTo>
                    <a:lnTo>
                      <a:pt x="1916" y="886"/>
                    </a:lnTo>
                    <a:lnTo>
                      <a:pt x="1918" y="941"/>
                    </a:lnTo>
                    <a:lnTo>
                      <a:pt x="1918" y="981"/>
                    </a:lnTo>
                    <a:lnTo>
                      <a:pt x="1916" y="1020"/>
                    </a:lnTo>
                    <a:lnTo>
                      <a:pt x="1914" y="1059"/>
                    </a:lnTo>
                    <a:lnTo>
                      <a:pt x="1911" y="1096"/>
                    </a:lnTo>
                    <a:lnTo>
                      <a:pt x="1908" y="1133"/>
                    </a:lnTo>
                    <a:lnTo>
                      <a:pt x="1902" y="1168"/>
                    </a:lnTo>
                    <a:lnTo>
                      <a:pt x="1897" y="1202"/>
                    </a:lnTo>
                    <a:lnTo>
                      <a:pt x="1890" y="1236"/>
                    </a:lnTo>
                    <a:lnTo>
                      <a:pt x="1883" y="1268"/>
                    </a:lnTo>
                    <a:lnTo>
                      <a:pt x="1874" y="1300"/>
                    </a:lnTo>
                    <a:lnTo>
                      <a:pt x="1866" y="1331"/>
                    </a:lnTo>
                    <a:lnTo>
                      <a:pt x="1856" y="1361"/>
                    </a:lnTo>
                    <a:lnTo>
                      <a:pt x="1846" y="1391"/>
                    </a:lnTo>
                    <a:lnTo>
                      <a:pt x="1834" y="1418"/>
                    </a:lnTo>
                    <a:lnTo>
                      <a:pt x="1821" y="1446"/>
                    </a:lnTo>
                    <a:lnTo>
                      <a:pt x="1808" y="1472"/>
                    </a:lnTo>
                    <a:lnTo>
                      <a:pt x="1793" y="1502"/>
                    </a:lnTo>
                    <a:lnTo>
                      <a:pt x="1775" y="1530"/>
                    </a:lnTo>
                    <a:lnTo>
                      <a:pt x="1757" y="1557"/>
                    </a:lnTo>
                    <a:lnTo>
                      <a:pt x="1739" y="1582"/>
                    </a:lnTo>
                    <a:lnTo>
                      <a:pt x="1719" y="1607"/>
                    </a:lnTo>
                    <a:lnTo>
                      <a:pt x="1699" y="1631"/>
                    </a:lnTo>
                    <a:lnTo>
                      <a:pt x="1678" y="1653"/>
                    </a:lnTo>
                    <a:lnTo>
                      <a:pt x="1657" y="1675"/>
                    </a:lnTo>
                    <a:lnTo>
                      <a:pt x="1634" y="1695"/>
                    </a:lnTo>
                    <a:lnTo>
                      <a:pt x="1612" y="1715"/>
                    </a:lnTo>
                    <a:lnTo>
                      <a:pt x="1587" y="1734"/>
                    </a:lnTo>
                    <a:lnTo>
                      <a:pt x="1563" y="1751"/>
                    </a:lnTo>
                    <a:lnTo>
                      <a:pt x="1539" y="1767"/>
                    </a:lnTo>
                    <a:lnTo>
                      <a:pt x="1512" y="1782"/>
                    </a:lnTo>
                    <a:lnTo>
                      <a:pt x="1487" y="1798"/>
                    </a:lnTo>
                    <a:lnTo>
                      <a:pt x="1460" y="1811"/>
                    </a:lnTo>
                    <a:lnTo>
                      <a:pt x="1433" y="1823"/>
                    </a:lnTo>
                    <a:lnTo>
                      <a:pt x="1405" y="1835"/>
                    </a:lnTo>
                    <a:lnTo>
                      <a:pt x="1378" y="1846"/>
                    </a:lnTo>
                    <a:lnTo>
                      <a:pt x="1349" y="1856"/>
                    </a:lnTo>
                    <a:lnTo>
                      <a:pt x="1320" y="1865"/>
                    </a:lnTo>
                    <a:lnTo>
                      <a:pt x="1290" y="1873"/>
                    </a:lnTo>
                    <a:lnTo>
                      <a:pt x="1260" y="1880"/>
                    </a:lnTo>
                    <a:lnTo>
                      <a:pt x="1231" y="1887"/>
                    </a:lnTo>
                    <a:lnTo>
                      <a:pt x="1200" y="1892"/>
                    </a:lnTo>
                    <a:lnTo>
                      <a:pt x="1169" y="1897"/>
                    </a:lnTo>
                    <a:lnTo>
                      <a:pt x="1138" y="1901"/>
                    </a:lnTo>
                    <a:lnTo>
                      <a:pt x="1107" y="1904"/>
                    </a:lnTo>
                    <a:lnTo>
                      <a:pt x="1075" y="1907"/>
                    </a:lnTo>
                    <a:lnTo>
                      <a:pt x="1043" y="1909"/>
                    </a:lnTo>
                    <a:lnTo>
                      <a:pt x="1011" y="1910"/>
                    </a:lnTo>
                    <a:lnTo>
                      <a:pt x="979" y="1910"/>
                    </a:lnTo>
                    <a:lnTo>
                      <a:pt x="940" y="1910"/>
                    </a:lnTo>
                    <a:lnTo>
                      <a:pt x="903" y="1909"/>
                    </a:lnTo>
                    <a:lnTo>
                      <a:pt x="865" y="1907"/>
                    </a:lnTo>
                    <a:lnTo>
                      <a:pt x="830" y="1903"/>
                    </a:lnTo>
                    <a:lnTo>
                      <a:pt x="794" y="1900"/>
                    </a:lnTo>
                    <a:lnTo>
                      <a:pt x="759" y="1896"/>
                    </a:lnTo>
                    <a:lnTo>
                      <a:pt x="726" y="1891"/>
                    </a:lnTo>
                    <a:lnTo>
                      <a:pt x="693" y="1885"/>
                    </a:lnTo>
                    <a:lnTo>
                      <a:pt x="661" y="1879"/>
                    </a:lnTo>
                    <a:lnTo>
                      <a:pt x="630" y="1871"/>
                    </a:lnTo>
                    <a:lnTo>
                      <a:pt x="600" y="1863"/>
                    </a:lnTo>
                    <a:lnTo>
                      <a:pt x="570" y="1854"/>
                    </a:lnTo>
                    <a:lnTo>
                      <a:pt x="542" y="1845"/>
                    </a:lnTo>
                    <a:lnTo>
                      <a:pt x="514" y="1834"/>
                    </a:lnTo>
                    <a:lnTo>
                      <a:pt x="486" y="1823"/>
                    </a:lnTo>
                    <a:lnTo>
                      <a:pt x="461" y="1811"/>
                    </a:lnTo>
                    <a:lnTo>
                      <a:pt x="430" y="1795"/>
                    </a:lnTo>
                    <a:lnTo>
                      <a:pt x="401" y="1779"/>
                    </a:lnTo>
                    <a:lnTo>
                      <a:pt x="373" y="1761"/>
                    </a:lnTo>
                    <a:lnTo>
                      <a:pt x="346" y="1742"/>
                    </a:lnTo>
                    <a:lnTo>
                      <a:pt x="321" y="1723"/>
                    </a:lnTo>
                    <a:lnTo>
                      <a:pt x="295" y="1702"/>
                    </a:lnTo>
                    <a:lnTo>
                      <a:pt x="272" y="1681"/>
                    </a:lnTo>
                    <a:lnTo>
                      <a:pt x="250" y="1659"/>
                    </a:lnTo>
                    <a:lnTo>
                      <a:pt x="228" y="1635"/>
                    </a:lnTo>
                    <a:lnTo>
                      <a:pt x="208" y="1611"/>
                    </a:lnTo>
                    <a:lnTo>
                      <a:pt x="188" y="1587"/>
                    </a:lnTo>
                    <a:lnTo>
                      <a:pt x="170" y="1562"/>
                    </a:lnTo>
                    <a:lnTo>
                      <a:pt x="153" y="1535"/>
                    </a:lnTo>
                    <a:lnTo>
                      <a:pt x="136" y="1509"/>
                    </a:lnTo>
                    <a:lnTo>
                      <a:pt x="121" y="1482"/>
                    </a:lnTo>
                    <a:lnTo>
                      <a:pt x="106" y="1453"/>
                    </a:lnTo>
                    <a:lnTo>
                      <a:pt x="93" y="1426"/>
                    </a:lnTo>
                    <a:lnTo>
                      <a:pt x="81" y="1396"/>
                    </a:lnTo>
                    <a:lnTo>
                      <a:pt x="70" y="1367"/>
                    </a:lnTo>
                    <a:lnTo>
                      <a:pt x="59" y="1338"/>
                    </a:lnTo>
                    <a:lnTo>
                      <a:pt x="50" y="1307"/>
                    </a:lnTo>
                    <a:lnTo>
                      <a:pt x="41" y="1277"/>
                    </a:lnTo>
                    <a:lnTo>
                      <a:pt x="33" y="1245"/>
                    </a:lnTo>
                    <a:lnTo>
                      <a:pt x="26" y="1214"/>
                    </a:lnTo>
                    <a:lnTo>
                      <a:pt x="20" y="1182"/>
                    </a:lnTo>
                    <a:lnTo>
                      <a:pt x="15" y="1151"/>
                    </a:lnTo>
                    <a:lnTo>
                      <a:pt x="10" y="1118"/>
                    </a:lnTo>
                    <a:lnTo>
                      <a:pt x="7" y="1086"/>
                    </a:lnTo>
                    <a:lnTo>
                      <a:pt x="4" y="1054"/>
                    </a:lnTo>
                    <a:lnTo>
                      <a:pt x="3" y="1021"/>
                    </a:lnTo>
                    <a:lnTo>
                      <a:pt x="1" y="989"/>
                    </a:lnTo>
                    <a:lnTo>
                      <a:pt x="0" y="956"/>
                    </a:lnTo>
                    <a:close/>
                    <a:moveTo>
                      <a:pt x="572" y="958"/>
                    </a:moveTo>
                    <a:lnTo>
                      <a:pt x="574" y="1008"/>
                    </a:lnTo>
                    <a:lnTo>
                      <a:pt x="577" y="1056"/>
                    </a:lnTo>
                    <a:lnTo>
                      <a:pt x="579" y="1081"/>
                    </a:lnTo>
                    <a:lnTo>
                      <a:pt x="581" y="1105"/>
                    </a:lnTo>
                    <a:lnTo>
                      <a:pt x="586" y="1128"/>
                    </a:lnTo>
                    <a:lnTo>
                      <a:pt x="589" y="1151"/>
                    </a:lnTo>
                    <a:lnTo>
                      <a:pt x="595" y="1174"/>
                    </a:lnTo>
                    <a:lnTo>
                      <a:pt x="600" y="1197"/>
                    </a:lnTo>
                    <a:lnTo>
                      <a:pt x="606" y="1219"/>
                    </a:lnTo>
                    <a:lnTo>
                      <a:pt x="613" y="1240"/>
                    </a:lnTo>
                    <a:lnTo>
                      <a:pt x="621" y="1260"/>
                    </a:lnTo>
                    <a:lnTo>
                      <a:pt x="630" y="1281"/>
                    </a:lnTo>
                    <a:lnTo>
                      <a:pt x="639" y="1300"/>
                    </a:lnTo>
                    <a:lnTo>
                      <a:pt x="650" y="1319"/>
                    </a:lnTo>
                    <a:lnTo>
                      <a:pt x="661" y="1338"/>
                    </a:lnTo>
                    <a:lnTo>
                      <a:pt x="673" y="1354"/>
                    </a:lnTo>
                    <a:lnTo>
                      <a:pt x="686" y="1371"/>
                    </a:lnTo>
                    <a:lnTo>
                      <a:pt x="701" y="1386"/>
                    </a:lnTo>
                    <a:lnTo>
                      <a:pt x="716" y="1401"/>
                    </a:lnTo>
                    <a:lnTo>
                      <a:pt x="731" y="1414"/>
                    </a:lnTo>
                    <a:lnTo>
                      <a:pt x="749" y="1427"/>
                    </a:lnTo>
                    <a:lnTo>
                      <a:pt x="768" y="1438"/>
                    </a:lnTo>
                    <a:lnTo>
                      <a:pt x="788" y="1448"/>
                    </a:lnTo>
                    <a:lnTo>
                      <a:pt x="809" y="1457"/>
                    </a:lnTo>
                    <a:lnTo>
                      <a:pt x="831" y="1464"/>
                    </a:lnTo>
                    <a:lnTo>
                      <a:pt x="854" y="1471"/>
                    </a:lnTo>
                    <a:lnTo>
                      <a:pt x="878" y="1477"/>
                    </a:lnTo>
                    <a:lnTo>
                      <a:pt x="904" y="1480"/>
                    </a:lnTo>
                    <a:lnTo>
                      <a:pt x="931" y="1482"/>
                    </a:lnTo>
                    <a:lnTo>
                      <a:pt x="960" y="1483"/>
                    </a:lnTo>
                    <a:lnTo>
                      <a:pt x="990" y="1482"/>
                    </a:lnTo>
                    <a:lnTo>
                      <a:pt x="1019" y="1480"/>
                    </a:lnTo>
                    <a:lnTo>
                      <a:pt x="1046" y="1476"/>
                    </a:lnTo>
                    <a:lnTo>
                      <a:pt x="1072" y="1470"/>
                    </a:lnTo>
                    <a:lnTo>
                      <a:pt x="1096" y="1463"/>
                    </a:lnTo>
                    <a:lnTo>
                      <a:pt x="1119" y="1456"/>
                    </a:lnTo>
                    <a:lnTo>
                      <a:pt x="1140" y="1446"/>
                    </a:lnTo>
                    <a:lnTo>
                      <a:pt x="1160" y="1436"/>
                    </a:lnTo>
                    <a:lnTo>
                      <a:pt x="1179" y="1424"/>
                    </a:lnTo>
                    <a:lnTo>
                      <a:pt x="1196" y="1410"/>
                    </a:lnTo>
                    <a:lnTo>
                      <a:pt x="1213" y="1396"/>
                    </a:lnTo>
                    <a:lnTo>
                      <a:pt x="1227" y="1381"/>
                    </a:lnTo>
                    <a:lnTo>
                      <a:pt x="1242" y="1365"/>
                    </a:lnTo>
                    <a:lnTo>
                      <a:pt x="1255" y="1348"/>
                    </a:lnTo>
                    <a:lnTo>
                      <a:pt x="1267" y="1330"/>
                    </a:lnTo>
                    <a:lnTo>
                      <a:pt x="1277" y="1310"/>
                    </a:lnTo>
                    <a:lnTo>
                      <a:pt x="1287" y="1291"/>
                    </a:lnTo>
                    <a:lnTo>
                      <a:pt x="1296" y="1270"/>
                    </a:lnTo>
                    <a:lnTo>
                      <a:pt x="1305" y="1249"/>
                    </a:lnTo>
                    <a:lnTo>
                      <a:pt x="1311" y="1227"/>
                    </a:lnTo>
                    <a:lnTo>
                      <a:pt x="1318" y="1205"/>
                    </a:lnTo>
                    <a:lnTo>
                      <a:pt x="1323" y="1182"/>
                    </a:lnTo>
                    <a:lnTo>
                      <a:pt x="1328" y="1158"/>
                    </a:lnTo>
                    <a:lnTo>
                      <a:pt x="1332" y="1135"/>
                    </a:lnTo>
                    <a:lnTo>
                      <a:pt x="1336" y="1110"/>
                    </a:lnTo>
                    <a:lnTo>
                      <a:pt x="1339" y="1085"/>
                    </a:lnTo>
                    <a:lnTo>
                      <a:pt x="1341" y="1061"/>
                    </a:lnTo>
                    <a:lnTo>
                      <a:pt x="1343" y="1036"/>
                    </a:lnTo>
                    <a:lnTo>
                      <a:pt x="1345" y="985"/>
                    </a:lnTo>
                    <a:lnTo>
                      <a:pt x="1347" y="934"/>
                    </a:lnTo>
                    <a:lnTo>
                      <a:pt x="1345" y="909"/>
                    </a:lnTo>
                    <a:lnTo>
                      <a:pt x="1345" y="884"/>
                    </a:lnTo>
                    <a:lnTo>
                      <a:pt x="1343" y="861"/>
                    </a:lnTo>
                    <a:lnTo>
                      <a:pt x="1342" y="837"/>
                    </a:lnTo>
                    <a:lnTo>
                      <a:pt x="1339" y="814"/>
                    </a:lnTo>
                    <a:lnTo>
                      <a:pt x="1336" y="790"/>
                    </a:lnTo>
                    <a:lnTo>
                      <a:pt x="1332" y="768"/>
                    </a:lnTo>
                    <a:lnTo>
                      <a:pt x="1328" y="744"/>
                    </a:lnTo>
                    <a:lnTo>
                      <a:pt x="1322" y="722"/>
                    </a:lnTo>
                    <a:lnTo>
                      <a:pt x="1316" y="701"/>
                    </a:lnTo>
                    <a:lnTo>
                      <a:pt x="1309" y="680"/>
                    </a:lnTo>
                    <a:lnTo>
                      <a:pt x="1301" y="659"/>
                    </a:lnTo>
                    <a:lnTo>
                      <a:pt x="1294" y="640"/>
                    </a:lnTo>
                    <a:lnTo>
                      <a:pt x="1284" y="621"/>
                    </a:lnTo>
                    <a:lnTo>
                      <a:pt x="1274" y="602"/>
                    </a:lnTo>
                    <a:lnTo>
                      <a:pt x="1264" y="584"/>
                    </a:lnTo>
                    <a:lnTo>
                      <a:pt x="1252" y="568"/>
                    </a:lnTo>
                    <a:lnTo>
                      <a:pt x="1238" y="551"/>
                    </a:lnTo>
                    <a:lnTo>
                      <a:pt x="1225" y="536"/>
                    </a:lnTo>
                    <a:lnTo>
                      <a:pt x="1211" y="522"/>
                    </a:lnTo>
                    <a:lnTo>
                      <a:pt x="1195" y="508"/>
                    </a:lnTo>
                    <a:lnTo>
                      <a:pt x="1179" y="496"/>
                    </a:lnTo>
                    <a:lnTo>
                      <a:pt x="1161" y="484"/>
                    </a:lnTo>
                    <a:lnTo>
                      <a:pt x="1142" y="474"/>
                    </a:lnTo>
                    <a:lnTo>
                      <a:pt x="1124" y="464"/>
                    </a:lnTo>
                    <a:lnTo>
                      <a:pt x="1103" y="457"/>
                    </a:lnTo>
                    <a:lnTo>
                      <a:pt x="1080" y="449"/>
                    </a:lnTo>
                    <a:lnTo>
                      <a:pt x="1058" y="443"/>
                    </a:lnTo>
                    <a:lnTo>
                      <a:pt x="1034" y="439"/>
                    </a:lnTo>
                    <a:lnTo>
                      <a:pt x="1009" y="434"/>
                    </a:lnTo>
                    <a:lnTo>
                      <a:pt x="982" y="433"/>
                    </a:lnTo>
                    <a:lnTo>
                      <a:pt x="955" y="432"/>
                    </a:lnTo>
                    <a:lnTo>
                      <a:pt x="927" y="433"/>
                    </a:lnTo>
                    <a:lnTo>
                      <a:pt x="899" y="436"/>
                    </a:lnTo>
                    <a:lnTo>
                      <a:pt x="874" y="439"/>
                    </a:lnTo>
                    <a:lnTo>
                      <a:pt x="850" y="444"/>
                    </a:lnTo>
                    <a:lnTo>
                      <a:pt x="826" y="451"/>
                    </a:lnTo>
                    <a:lnTo>
                      <a:pt x="805" y="459"/>
                    </a:lnTo>
                    <a:lnTo>
                      <a:pt x="784" y="468"/>
                    </a:lnTo>
                    <a:lnTo>
                      <a:pt x="765" y="479"/>
                    </a:lnTo>
                    <a:lnTo>
                      <a:pt x="747" y="490"/>
                    </a:lnTo>
                    <a:lnTo>
                      <a:pt x="729" y="503"/>
                    </a:lnTo>
                    <a:lnTo>
                      <a:pt x="714" y="516"/>
                    </a:lnTo>
                    <a:lnTo>
                      <a:pt x="698" y="532"/>
                    </a:lnTo>
                    <a:lnTo>
                      <a:pt x="684" y="547"/>
                    </a:lnTo>
                    <a:lnTo>
                      <a:pt x="672" y="564"/>
                    </a:lnTo>
                    <a:lnTo>
                      <a:pt x="660" y="581"/>
                    </a:lnTo>
                    <a:lnTo>
                      <a:pt x="649" y="599"/>
                    </a:lnTo>
                    <a:lnTo>
                      <a:pt x="638" y="619"/>
                    </a:lnTo>
                    <a:lnTo>
                      <a:pt x="629" y="637"/>
                    </a:lnTo>
                    <a:lnTo>
                      <a:pt x="620" y="658"/>
                    </a:lnTo>
                    <a:lnTo>
                      <a:pt x="612" y="679"/>
                    </a:lnTo>
                    <a:lnTo>
                      <a:pt x="606" y="700"/>
                    </a:lnTo>
                    <a:lnTo>
                      <a:pt x="599" y="722"/>
                    </a:lnTo>
                    <a:lnTo>
                      <a:pt x="593" y="745"/>
                    </a:lnTo>
                    <a:lnTo>
                      <a:pt x="589" y="768"/>
                    </a:lnTo>
                    <a:lnTo>
                      <a:pt x="585" y="792"/>
                    </a:lnTo>
                    <a:lnTo>
                      <a:pt x="581" y="815"/>
                    </a:lnTo>
                    <a:lnTo>
                      <a:pt x="579" y="838"/>
                    </a:lnTo>
                    <a:lnTo>
                      <a:pt x="577" y="862"/>
                    </a:lnTo>
                    <a:lnTo>
                      <a:pt x="574" y="911"/>
                    </a:lnTo>
                    <a:lnTo>
                      <a:pt x="572" y="9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</p:grpSp>
      </p:grpSp>
      <p:pic>
        <p:nvPicPr>
          <p:cNvPr id="28" name="图片 27"/>
          <p:cNvPicPr>
            <a:picLocks noChangeAspect="1"/>
          </p:cNvPicPr>
          <p:nvPr userDrawn="1"/>
        </p:nvPicPr>
        <p:blipFill rotWithShape="1">
          <a:blip r:embed="rId3" cstate="print">
            <a:alphaModFix amt="50000"/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589" b="1785"/>
          <a:stretch>
            <a:fillRect/>
          </a:stretch>
        </p:blipFill>
        <p:spPr>
          <a:xfrm>
            <a:off x="0" y="6249875"/>
            <a:ext cx="12192000" cy="591578"/>
          </a:xfrm>
          <a:prstGeom prst="rect">
            <a:avLst/>
          </a:prstGeom>
        </p:spPr>
      </p:pic>
      <p:grpSp>
        <p:nvGrpSpPr>
          <p:cNvPr id="29" name="组合 28"/>
          <p:cNvGrpSpPr/>
          <p:nvPr userDrawn="1"/>
        </p:nvGrpSpPr>
        <p:grpSpPr>
          <a:xfrm>
            <a:off x="239369" y="3062058"/>
            <a:ext cx="140178" cy="140177"/>
            <a:chOff x="1371600" y="1481357"/>
            <a:chExt cx="747830" cy="747830"/>
          </a:xfrm>
        </p:grpSpPr>
        <p:pic>
          <p:nvPicPr>
            <p:cNvPr id="30" name="图片 29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32444" y="1526688"/>
              <a:ext cx="657168" cy="657168"/>
            </a:xfrm>
            <a:prstGeom prst="rect">
              <a:avLst/>
            </a:prstGeom>
          </p:spPr>
        </p:pic>
        <p:sp>
          <p:nvSpPr>
            <p:cNvPr id="31" name="椭圆 30"/>
            <p:cNvSpPr/>
            <p:nvPr/>
          </p:nvSpPr>
          <p:spPr>
            <a:xfrm>
              <a:off x="1371600" y="1481357"/>
              <a:ext cx="747830" cy="74783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2" name="组合 31"/>
          <p:cNvGrpSpPr/>
          <p:nvPr userDrawn="1"/>
        </p:nvGrpSpPr>
        <p:grpSpPr>
          <a:xfrm>
            <a:off x="239369" y="3458155"/>
            <a:ext cx="140178" cy="140177"/>
            <a:chOff x="2511842" y="1481357"/>
            <a:chExt cx="747830" cy="747830"/>
          </a:xfrm>
        </p:grpSpPr>
        <p:pic>
          <p:nvPicPr>
            <p:cNvPr id="33" name="图片 32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57173" y="1526688"/>
              <a:ext cx="657168" cy="657168"/>
            </a:xfrm>
            <a:prstGeom prst="rect">
              <a:avLst/>
            </a:prstGeom>
          </p:spPr>
        </p:pic>
        <p:sp>
          <p:nvSpPr>
            <p:cNvPr id="34" name="椭圆 33"/>
            <p:cNvSpPr/>
            <p:nvPr/>
          </p:nvSpPr>
          <p:spPr>
            <a:xfrm>
              <a:off x="2511842" y="1481357"/>
              <a:ext cx="747830" cy="74783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5" name="组合 34"/>
          <p:cNvGrpSpPr/>
          <p:nvPr userDrawn="1"/>
        </p:nvGrpSpPr>
        <p:grpSpPr>
          <a:xfrm>
            <a:off x="239369" y="3844865"/>
            <a:ext cx="140178" cy="140177"/>
            <a:chOff x="3537400" y="1481357"/>
            <a:chExt cx="747830" cy="747830"/>
          </a:xfrm>
        </p:grpSpPr>
        <p:pic>
          <p:nvPicPr>
            <p:cNvPr id="36" name="图片 35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00412" y="1509091"/>
              <a:ext cx="657168" cy="657168"/>
            </a:xfrm>
            <a:prstGeom prst="rect">
              <a:avLst/>
            </a:prstGeom>
          </p:spPr>
        </p:pic>
        <p:sp>
          <p:nvSpPr>
            <p:cNvPr id="37" name="椭圆 36"/>
            <p:cNvSpPr/>
            <p:nvPr/>
          </p:nvSpPr>
          <p:spPr>
            <a:xfrm>
              <a:off x="3537400" y="1481357"/>
              <a:ext cx="747830" cy="74783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8" name="组合 37"/>
          <p:cNvGrpSpPr/>
          <p:nvPr userDrawn="1"/>
        </p:nvGrpSpPr>
        <p:grpSpPr>
          <a:xfrm>
            <a:off x="239369" y="5043058"/>
            <a:ext cx="140178" cy="140177"/>
            <a:chOff x="4596152" y="1481357"/>
            <a:chExt cx="747830" cy="747830"/>
          </a:xfrm>
        </p:grpSpPr>
        <p:pic>
          <p:nvPicPr>
            <p:cNvPr id="39" name="图片 38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41482" y="1526698"/>
              <a:ext cx="657169" cy="657169"/>
            </a:xfrm>
            <a:prstGeom prst="rect">
              <a:avLst/>
            </a:prstGeom>
          </p:spPr>
        </p:pic>
        <p:sp>
          <p:nvSpPr>
            <p:cNvPr id="40" name="椭圆 39"/>
            <p:cNvSpPr/>
            <p:nvPr/>
          </p:nvSpPr>
          <p:spPr>
            <a:xfrm>
              <a:off x="4596152" y="1481357"/>
              <a:ext cx="747830" cy="74783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1" name="组合 40"/>
          <p:cNvGrpSpPr/>
          <p:nvPr userDrawn="1"/>
        </p:nvGrpSpPr>
        <p:grpSpPr>
          <a:xfrm>
            <a:off x="182500" y="848105"/>
            <a:ext cx="253916" cy="1567687"/>
            <a:chOff x="278586" y="1234440"/>
            <a:chExt cx="253916" cy="1567687"/>
          </a:xfrm>
        </p:grpSpPr>
        <p:sp>
          <p:nvSpPr>
            <p:cNvPr id="42" name="文本框 41"/>
            <p:cNvSpPr txBox="1"/>
            <p:nvPr userDrawn="1"/>
          </p:nvSpPr>
          <p:spPr>
            <a:xfrm rot="16200000">
              <a:off x="-39450" y="1867967"/>
              <a:ext cx="88998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50" dirty="0">
                  <a:solidFill>
                    <a:schemeClr val="bg1"/>
                  </a:solidFill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rPr>
                <a:t>zvalley.com</a:t>
              </a:r>
              <a:endParaRPr lang="zh-CN" altLang="en-US" sz="1050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  <p:cxnSp>
          <p:nvCxnSpPr>
            <p:cNvPr id="43" name="直接连接符 42"/>
            <p:cNvCxnSpPr/>
            <p:nvPr userDrawn="1"/>
          </p:nvCxnSpPr>
          <p:spPr>
            <a:xfrm>
              <a:off x="405543" y="123444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 userDrawn="1"/>
          </p:nvCxnSpPr>
          <p:spPr>
            <a:xfrm>
              <a:off x="405543" y="246126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组合 44"/>
          <p:cNvGrpSpPr/>
          <p:nvPr userDrawn="1"/>
        </p:nvGrpSpPr>
        <p:grpSpPr>
          <a:xfrm rot="10800000">
            <a:off x="11807681" y="4259214"/>
            <a:ext cx="253916" cy="1567687"/>
            <a:chOff x="278586" y="1234440"/>
            <a:chExt cx="253916" cy="1567687"/>
          </a:xfrm>
        </p:grpSpPr>
        <p:sp>
          <p:nvSpPr>
            <p:cNvPr id="46" name="文本框 45"/>
            <p:cNvSpPr txBox="1"/>
            <p:nvPr userDrawn="1"/>
          </p:nvSpPr>
          <p:spPr>
            <a:xfrm rot="16200000">
              <a:off x="-39450" y="1867967"/>
              <a:ext cx="88998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50" dirty="0">
                  <a:solidFill>
                    <a:schemeClr val="bg1"/>
                  </a:solidFill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rPr>
                <a:t>zvalley.com</a:t>
              </a:r>
              <a:endParaRPr lang="zh-CN" altLang="en-US" sz="1050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  <p:cxnSp>
          <p:nvCxnSpPr>
            <p:cNvPr id="47" name="直接连接符 46"/>
            <p:cNvCxnSpPr/>
            <p:nvPr userDrawn="1"/>
          </p:nvCxnSpPr>
          <p:spPr>
            <a:xfrm>
              <a:off x="405543" y="123444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 userDrawn="1"/>
          </p:nvCxnSpPr>
          <p:spPr>
            <a:xfrm>
              <a:off x="405543" y="246126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组合 48"/>
          <p:cNvGrpSpPr/>
          <p:nvPr userDrawn="1"/>
        </p:nvGrpSpPr>
        <p:grpSpPr>
          <a:xfrm>
            <a:off x="11803834" y="1342697"/>
            <a:ext cx="258696" cy="2428608"/>
            <a:chOff x="11440496" y="2009775"/>
            <a:chExt cx="258696" cy="2428608"/>
          </a:xfrm>
        </p:grpSpPr>
        <p:grpSp>
          <p:nvGrpSpPr>
            <p:cNvPr id="50" name="组合 49"/>
            <p:cNvGrpSpPr/>
            <p:nvPr/>
          </p:nvGrpSpPr>
          <p:grpSpPr>
            <a:xfrm>
              <a:off x="11440496" y="2009775"/>
              <a:ext cx="258696" cy="258694"/>
              <a:chOff x="6188684" y="1481357"/>
              <a:chExt cx="747830" cy="747830"/>
            </a:xfrm>
          </p:grpSpPr>
          <p:pic>
            <p:nvPicPr>
              <p:cNvPr id="60" name="图片 59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90852" y="1526688"/>
                <a:ext cx="657168" cy="657168"/>
              </a:xfrm>
              <a:prstGeom prst="rect">
                <a:avLst/>
              </a:prstGeom>
            </p:spPr>
          </p:pic>
          <p:sp>
            <p:nvSpPr>
              <p:cNvPr id="61" name="椭圆 60"/>
              <p:cNvSpPr/>
              <p:nvPr/>
            </p:nvSpPr>
            <p:spPr>
              <a:xfrm>
                <a:off x="6188684" y="1481357"/>
                <a:ext cx="747830" cy="747830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1" name="组合 50"/>
            <p:cNvGrpSpPr/>
            <p:nvPr/>
          </p:nvGrpSpPr>
          <p:grpSpPr>
            <a:xfrm>
              <a:off x="11440496" y="2733079"/>
              <a:ext cx="258696" cy="258694"/>
              <a:chOff x="7033386" y="1481357"/>
              <a:chExt cx="747830" cy="747830"/>
            </a:xfrm>
          </p:grpSpPr>
          <p:pic>
            <p:nvPicPr>
              <p:cNvPr id="58" name="图片 57"/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68823" y="1535565"/>
                <a:ext cx="657168" cy="657168"/>
              </a:xfrm>
              <a:prstGeom prst="rect">
                <a:avLst/>
              </a:prstGeom>
            </p:spPr>
          </p:pic>
          <p:sp>
            <p:nvSpPr>
              <p:cNvPr id="59" name="椭圆 58"/>
              <p:cNvSpPr/>
              <p:nvPr/>
            </p:nvSpPr>
            <p:spPr>
              <a:xfrm>
                <a:off x="7033386" y="1481357"/>
                <a:ext cx="747830" cy="747830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2" name="组合 51"/>
            <p:cNvGrpSpPr/>
            <p:nvPr/>
          </p:nvGrpSpPr>
          <p:grpSpPr>
            <a:xfrm>
              <a:off x="11440496" y="3456384"/>
              <a:ext cx="258696" cy="258694"/>
              <a:chOff x="7878088" y="1481357"/>
              <a:chExt cx="747830" cy="747830"/>
            </a:xfrm>
          </p:grpSpPr>
          <p:pic>
            <p:nvPicPr>
              <p:cNvPr id="56" name="图片 55"/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23419" y="1535565"/>
                <a:ext cx="657168" cy="657168"/>
              </a:xfrm>
              <a:prstGeom prst="rect">
                <a:avLst/>
              </a:prstGeom>
            </p:spPr>
          </p:pic>
          <p:sp>
            <p:nvSpPr>
              <p:cNvPr id="57" name="椭圆 56"/>
              <p:cNvSpPr/>
              <p:nvPr/>
            </p:nvSpPr>
            <p:spPr>
              <a:xfrm>
                <a:off x="7878088" y="1481357"/>
                <a:ext cx="747830" cy="747830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3" name="组合 52"/>
            <p:cNvGrpSpPr/>
            <p:nvPr/>
          </p:nvGrpSpPr>
          <p:grpSpPr>
            <a:xfrm>
              <a:off x="11440496" y="4179689"/>
              <a:ext cx="258696" cy="258694"/>
              <a:chOff x="8722790" y="1481357"/>
              <a:chExt cx="747830" cy="747830"/>
            </a:xfrm>
          </p:grpSpPr>
          <p:pic>
            <p:nvPicPr>
              <p:cNvPr id="54" name="图片 53"/>
              <p:cNvPicPr>
                <a:picLocks noChangeAspect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68121" y="1535565"/>
                <a:ext cx="657168" cy="657168"/>
              </a:xfrm>
              <a:prstGeom prst="rect">
                <a:avLst/>
              </a:prstGeom>
            </p:spPr>
          </p:pic>
          <p:sp>
            <p:nvSpPr>
              <p:cNvPr id="55" name="椭圆 54"/>
              <p:cNvSpPr/>
              <p:nvPr/>
            </p:nvSpPr>
            <p:spPr>
              <a:xfrm>
                <a:off x="8722790" y="1481357"/>
                <a:ext cx="747830" cy="747830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5586364" cy="6858000"/>
          </a:xfrm>
          <a:prstGeom prst="rect">
            <a:avLst/>
          </a:prstGeom>
        </p:spPr>
      </p:pic>
      <p:grpSp>
        <p:nvGrpSpPr>
          <p:cNvPr id="17" name="组合 16"/>
          <p:cNvGrpSpPr/>
          <p:nvPr userDrawn="1"/>
        </p:nvGrpSpPr>
        <p:grpSpPr>
          <a:xfrm>
            <a:off x="0" y="172255"/>
            <a:ext cx="847493" cy="219554"/>
            <a:chOff x="844550" y="5881709"/>
            <a:chExt cx="1443461" cy="373947"/>
          </a:xfrm>
        </p:grpSpPr>
        <p:sp>
          <p:nvSpPr>
            <p:cNvPr id="18" name="任意多边形: 形状 2"/>
            <p:cNvSpPr/>
            <p:nvPr/>
          </p:nvSpPr>
          <p:spPr>
            <a:xfrm>
              <a:off x="844550" y="5881709"/>
              <a:ext cx="1443461" cy="373947"/>
            </a:xfrm>
            <a:custGeom>
              <a:avLst/>
              <a:gdLst>
                <a:gd name="connsiteX0" fmla="*/ 0 w 1443461"/>
                <a:gd name="connsiteY0" fmla="*/ 0 h 373947"/>
                <a:gd name="connsiteX1" fmla="*/ 213076 w 1443461"/>
                <a:gd name="connsiteY1" fmla="*/ 0 h 373947"/>
                <a:gd name="connsiteX2" fmla="*/ 223612 w 1443461"/>
                <a:gd name="connsiteY2" fmla="*/ 0 h 373947"/>
                <a:gd name="connsiteX3" fmla="*/ 1281239 w 1443461"/>
                <a:gd name="connsiteY3" fmla="*/ 0 h 373947"/>
                <a:gd name="connsiteX4" fmla="*/ 1443461 w 1443461"/>
                <a:gd name="connsiteY4" fmla="*/ 373947 h 373947"/>
                <a:gd name="connsiteX5" fmla="*/ 385835 w 1443461"/>
                <a:gd name="connsiteY5" fmla="*/ 373947 h 373947"/>
                <a:gd name="connsiteX6" fmla="*/ 213076 w 1443461"/>
                <a:gd name="connsiteY6" fmla="*/ 373947 h 373947"/>
                <a:gd name="connsiteX7" fmla="*/ 0 w 1443461"/>
                <a:gd name="connsiteY7" fmla="*/ 373947 h 373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43461" h="373947">
                  <a:moveTo>
                    <a:pt x="0" y="0"/>
                  </a:moveTo>
                  <a:lnTo>
                    <a:pt x="213076" y="0"/>
                  </a:lnTo>
                  <a:lnTo>
                    <a:pt x="223612" y="0"/>
                  </a:lnTo>
                  <a:lnTo>
                    <a:pt x="1281239" y="0"/>
                  </a:lnTo>
                  <a:lnTo>
                    <a:pt x="1443461" y="373947"/>
                  </a:lnTo>
                  <a:lnTo>
                    <a:pt x="385835" y="373947"/>
                  </a:lnTo>
                  <a:lnTo>
                    <a:pt x="213076" y="373947"/>
                  </a:lnTo>
                  <a:lnTo>
                    <a:pt x="0" y="373947"/>
                  </a:ln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965200" y="6003203"/>
              <a:ext cx="1066799" cy="137489"/>
              <a:chOff x="9773511" y="822770"/>
              <a:chExt cx="2352675" cy="303212"/>
            </a:xfrm>
            <a:solidFill>
              <a:schemeClr val="tx1">
                <a:lumMod val="85000"/>
                <a:lumOff val="15000"/>
              </a:schemeClr>
            </a:solidFill>
          </p:grpSpPr>
          <p:sp>
            <p:nvSpPr>
              <p:cNvPr id="20" name="Rectangle 6"/>
              <p:cNvSpPr>
                <a:spLocks noChangeArrowheads="1"/>
              </p:cNvSpPr>
              <p:nvPr/>
            </p:nvSpPr>
            <p:spPr bwMode="auto">
              <a:xfrm>
                <a:off x="11391174" y="827532"/>
                <a:ext cx="90487" cy="293687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1" name="Freeform 7"/>
              <p:cNvSpPr/>
              <p:nvPr/>
            </p:nvSpPr>
            <p:spPr bwMode="auto">
              <a:xfrm>
                <a:off x="11124474" y="827532"/>
                <a:ext cx="231775" cy="293687"/>
              </a:xfrm>
              <a:custGeom>
                <a:avLst/>
                <a:gdLst>
                  <a:gd name="T0" fmla="*/ 0 w 1465"/>
                  <a:gd name="T1" fmla="*/ 0 h 1848"/>
                  <a:gd name="T2" fmla="*/ 572 w 1465"/>
                  <a:gd name="T3" fmla="*/ 0 h 1848"/>
                  <a:gd name="T4" fmla="*/ 572 w 1465"/>
                  <a:gd name="T5" fmla="*/ 1393 h 1848"/>
                  <a:gd name="T6" fmla="*/ 1465 w 1465"/>
                  <a:gd name="T7" fmla="*/ 1393 h 1848"/>
                  <a:gd name="T8" fmla="*/ 1465 w 1465"/>
                  <a:gd name="T9" fmla="*/ 1848 h 1848"/>
                  <a:gd name="T10" fmla="*/ 0 w 1465"/>
                  <a:gd name="T11" fmla="*/ 1848 h 1848"/>
                  <a:gd name="T12" fmla="*/ 0 w 1465"/>
                  <a:gd name="T13" fmla="*/ 0 h 1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65" h="1848">
                    <a:moveTo>
                      <a:pt x="0" y="0"/>
                    </a:moveTo>
                    <a:lnTo>
                      <a:pt x="572" y="0"/>
                    </a:lnTo>
                    <a:lnTo>
                      <a:pt x="572" y="1393"/>
                    </a:lnTo>
                    <a:lnTo>
                      <a:pt x="1465" y="1393"/>
                    </a:lnTo>
                    <a:lnTo>
                      <a:pt x="1465" y="1848"/>
                    </a:lnTo>
                    <a:lnTo>
                      <a:pt x="0" y="1848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2" name="Freeform 8"/>
              <p:cNvSpPr/>
              <p:nvPr/>
            </p:nvSpPr>
            <p:spPr bwMode="auto">
              <a:xfrm>
                <a:off x="10748236" y="827532"/>
                <a:ext cx="330200" cy="293687"/>
              </a:xfrm>
              <a:custGeom>
                <a:avLst/>
                <a:gdLst>
                  <a:gd name="T0" fmla="*/ 0 w 2081"/>
                  <a:gd name="T1" fmla="*/ 0 h 1848"/>
                  <a:gd name="T2" fmla="*/ 752 w 2081"/>
                  <a:gd name="T3" fmla="*/ 0 h 1848"/>
                  <a:gd name="T4" fmla="*/ 1043 w 2081"/>
                  <a:gd name="T5" fmla="*/ 1125 h 1848"/>
                  <a:gd name="T6" fmla="*/ 1332 w 2081"/>
                  <a:gd name="T7" fmla="*/ 0 h 1848"/>
                  <a:gd name="T8" fmla="*/ 2081 w 2081"/>
                  <a:gd name="T9" fmla="*/ 0 h 1848"/>
                  <a:gd name="T10" fmla="*/ 2081 w 2081"/>
                  <a:gd name="T11" fmla="*/ 1848 h 1848"/>
                  <a:gd name="T12" fmla="*/ 1615 w 2081"/>
                  <a:gd name="T13" fmla="*/ 1848 h 1848"/>
                  <a:gd name="T14" fmla="*/ 1615 w 2081"/>
                  <a:gd name="T15" fmla="*/ 439 h 1848"/>
                  <a:gd name="T16" fmla="*/ 1253 w 2081"/>
                  <a:gd name="T17" fmla="*/ 1848 h 1848"/>
                  <a:gd name="T18" fmla="*/ 830 w 2081"/>
                  <a:gd name="T19" fmla="*/ 1848 h 1848"/>
                  <a:gd name="T20" fmla="*/ 469 w 2081"/>
                  <a:gd name="T21" fmla="*/ 439 h 1848"/>
                  <a:gd name="T22" fmla="*/ 469 w 2081"/>
                  <a:gd name="T23" fmla="*/ 1848 h 1848"/>
                  <a:gd name="T24" fmla="*/ 0 w 2081"/>
                  <a:gd name="T25" fmla="*/ 1848 h 1848"/>
                  <a:gd name="T26" fmla="*/ 0 w 2081"/>
                  <a:gd name="T27" fmla="*/ 0 h 1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081" h="1848">
                    <a:moveTo>
                      <a:pt x="0" y="0"/>
                    </a:moveTo>
                    <a:lnTo>
                      <a:pt x="752" y="0"/>
                    </a:lnTo>
                    <a:lnTo>
                      <a:pt x="1043" y="1125"/>
                    </a:lnTo>
                    <a:lnTo>
                      <a:pt x="1332" y="0"/>
                    </a:lnTo>
                    <a:lnTo>
                      <a:pt x="2081" y="0"/>
                    </a:lnTo>
                    <a:lnTo>
                      <a:pt x="2081" y="1848"/>
                    </a:lnTo>
                    <a:lnTo>
                      <a:pt x="1615" y="1848"/>
                    </a:lnTo>
                    <a:lnTo>
                      <a:pt x="1615" y="439"/>
                    </a:lnTo>
                    <a:lnTo>
                      <a:pt x="1253" y="1848"/>
                    </a:lnTo>
                    <a:lnTo>
                      <a:pt x="830" y="1848"/>
                    </a:lnTo>
                    <a:lnTo>
                      <a:pt x="469" y="439"/>
                    </a:lnTo>
                    <a:lnTo>
                      <a:pt x="469" y="1848"/>
                    </a:lnTo>
                    <a:lnTo>
                      <a:pt x="0" y="1848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3" name="Freeform 9"/>
              <p:cNvSpPr/>
              <p:nvPr/>
            </p:nvSpPr>
            <p:spPr bwMode="auto">
              <a:xfrm>
                <a:off x="11845199" y="827532"/>
                <a:ext cx="280987" cy="293687"/>
              </a:xfrm>
              <a:custGeom>
                <a:avLst/>
                <a:gdLst>
                  <a:gd name="T0" fmla="*/ 0 w 1773"/>
                  <a:gd name="T1" fmla="*/ 0 h 1846"/>
                  <a:gd name="T2" fmla="*/ 541 w 1773"/>
                  <a:gd name="T3" fmla="*/ 0 h 1846"/>
                  <a:gd name="T4" fmla="*/ 1233 w 1773"/>
                  <a:gd name="T5" fmla="*/ 995 h 1846"/>
                  <a:gd name="T6" fmla="*/ 1233 w 1773"/>
                  <a:gd name="T7" fmla="*/ 0 h 1846"/>
                  <a:gd name="T8" fmla="*/ 1773 w 1773"/>
                  <a:gd name="T9" fmla="*/ 0 h 1846"/>
                  <a:gd name="T10" fmla="*/ 1773 w 1773"/>
                  <a:gd name="T11" fmla="*/ 1846 h 1846"/>
                  <a:gd name="T12" fmla="*/ 1233 w 1773"/>
                  <a:gd name="T13" fmla="*/ 1846 h 1846"/>
                  <a:gd name="T14" fmla="*/ 1233 w 1773"/>
                  <a:gd name="T15" fmla="*/ 1845 h 1846"/>
                  <a:gd name="T16" fmla="*/ 541 w 1773"/>
                  <a:gd name="T17" fmla="*/ 850 h 1846"/>
                  <a:gd name="T18" fmla="*/ 541 w 1773"/>
                  <a:gd name="T19" fmla="*/ 1846 h 1846"/>
                  <a:gd name="T20" fmla="*/ 0 w 1773"/>
                  <a:gd name="T21" fmla="*/ 1846 h 1846"/>
                  <a:gd name="T22" fmla="*/ 0 w 1773"/>
                  <a:gd name="T23" fmla="*/ 0 h 18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773" h="1846">
                    <a:moveTo>
                      <a:pt x="0" y="0"/>
                    </a:moveTo>
                    <a:lnTo>
                      <a:pt x="541" y="0"/>
                    </a:lnTo>
                    <a:lnTo>
                      <a:pt x="1233" y="995"/>
                    </a:lnTo>
                    <a:lnTo>
                      <a:pt x="1233" y="0"/>
                    </a:lnTo>
                    <a:lnTo>
                      <a:pt x="1773" y="0"/>
                    </a:lnTo>
                    <a:lnTo>
                      <a:pt x="1773" y="1846"/>
                    </a:lnTo>
                    <a:lnTo>
                      <a:pt x="1233" y="1846"/>
                    </a:lnTo>
                    <a:lnTo>
                      <a:pt x="1233" y="1845"/>
                    </a:lnTo>
                    <a:lnTo>
                      <a:pt x="541" y="850"/>
                    </a:lnTo>
                    <a:lnTo>
                      <a:pt x="541" y="1846"/>
                    </a:lnTo>
                    <a:lnTo>
                      <a:pt x="0" y="1846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4" name="Freeform 10"/>
              <p:cNvSpPr/>
              <p:nvPr/>
            </p:nvSpPr>
            <p:spPr bwMode="auto">
              <a:xfrm>
                <a:off x="9773511" y="829120"/>
                <a:ext cx="277812" cy="290512"/>
              </a:xfrm>
              <a:custGeom>
                <a:avLst/>
                <a:gdLst>
                  <a:gd name="T0" fmla="*/ 0 w 1755"/>
                  <a:gd name="T1" fmla="*/ 0 h 1840"/>
                  <a:gd name="T2" fmla="*/ 1755 w 1755"/>
                  <a:gd name="T3" fmla="*/ 0 h 1840"/>
                  <a:gd name="T4" fmla="*/ 1755 w 1755"/>
                  <a:gd name="T5" fmla="*/ 380 h 1840"/>
                  <a:gd name="T6" fmla="*/ 1755 w 1755"/>
                  <a:gd name="T7" fmla="*/ 380 h 1840"/>
                  <a:gd name="T8" fmla="*/ 1755 w 1755"/>
                  <a:gd name="T9" fmla="*/ 380 h 1840"/>
                  <a:gd name="T10" fmla="*/ 1755 w 1755"/>
                  <a:gd name="T11" fmla="*/ 380 h 1840"/>
                  <a:gd name="T12" fmla="*/ 1755 w 1755"/>
                  <a:gd name="T13" fmla="*/ 380 h 1840"/>
                  <a:gd name="T14" fmla="*/ 686 w 1755"/>
                  <a:gd name="T15" fmla="*/ 1460 h 1840"/>
                  <a:gd name="T16" fmla="*/ 1755 w 1755"/>
                  <a:gd name="T17" fmla="*/ 1460 h 1840"/>
                  <a:gd name="T18" fmla="*/ 1755 w 1755"/>
                  <a:gd name="T19" fmla="*/ 1840 h 1840"/>
                  <a:gd name="T20" fmla="*/ 0 w 1755"/>
                  <a:gd name="T21" fmla="*/ 1840 h 1840"/>
                  <a:gd name="T22" fmla="*/ 0 w 1755"/>
                  <a:gd name="T23" fmla="*/ 1464 h 1840"/>
                  <a:gd name="T24" fmla="*/ 1067 w 1755"/>
                  <a:gd name="T25" fmla="*/ 380 h 1840"/>
                  <a:gd name="T26" fmla="*/ 0 w 1755"/>
                  <a:gd name="T27" fmla="*/ 380 h 1840"/>
                  <a:gd name="T28" fmla="*/ 0 w 1755"/>
                  <a:gd name="T29" fmla="*/ 0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55" h="1840">
                    <a:moveTo>
                      <a:pt x="0" y="0"/>
                    </a:moveTo>
                    <a:lnTo>
                      <a:pt x="1755" y="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686" y="1460"/>
                    </a:lnTo>
                    <a:lnTo>
                      <a:pt x="1755" y="1460"/>
                    </a:lnTo>
                    <a:lnTo>
                      <a:pt x="1755" y="1840"/>
                    </a:lnTo>
                    <a:lnTo>
                      <a:pt x="0" y="1840"/>
                    </a:lnTo>
                    <a:lnTo>
                      <a:pt x="0" y="1464"/>
                    </a:lnTo>
                    <a:lnTo>
                      <a:pt x="1067" y="380"/>
                    </a:lnTo>
                    <a:lnTo>
                      <a:pt x="0" y="38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5" name="Freeform 11"/>
              <p:cNvSpPr>
                <a:spLocks noEditPoints="1"/>
              </p:cNvSpPr>
              <p:nvPr/>
            </p:nvSpPr>
            <p:spPr bwMode="auto">
              <a:xfrm>
                <a:off x="11510236" y="822770"/>
                <a:ext cx="304800" cy="303212"/>
              </a:xfrm>
              <a:custGeom>
                <a:avLst/>
                <a:gdLst>
                  <a:gd name="T0" fmla="*/ 10 w 1917"/>
                  <a:gd name="T1" fmla="*/ 794 h 1910"/>
                  <a:gd name="T2" fmla="*/ 51 w 1917"/>
                  <a:gd name="T3" fmla="*/ 600 h 1910"/>
                  <a:gd name="T4" fmla="*/ 122 w 1917"/>
                  <a:gd name="T5" fmla="*/ 430 h 1910"/>
                  <a:gd name="T6" fmla="*/ 224 w 1917"/>
                  <a:gd name="T7" fmla="*/ 286 h 1910"/>
                  <a:gd name="T8" fmla="*/ 354 w 1917"/>
                  <a:gd name="T9" fmla="*/ 170 h 1910"/>
                  <a:gd name="T10" fmla="*/ 511 w 1917"/>
                  <a:gd name="T11" fmla="*/ 83 h 1910"/>
                  <a:gd name="T12" fmla="*/ 693 w 1917"/>
                  <a:gd name="T13" fmla="*/ 25 h 1910"/>
                  <a:gd name="T14" fmla="*/ 900 w 1917"/>
                  <a:gd name="T15" fmla="*/ 1 h 1910"/>
                  <a:gd name="T16" fmla="*/ 1117 w 1917"/>
                  <a:gd name="T17" fmla="*/ 9 h 1910"/>
                  <a:gd name="T18" fmla="*/ 1313 w 1917"/>
                  <a:gd name="T19" fmla="*/ 47 h 1910"/>
                  <a:gd name="T20" fmla="*/ 1484 w 1917"/>
                  <a:gd name="T21" fmla="*/ 117 h 1910"/>
                  <a:gd name="T22" fmla="*/ 1629 w 1917"/>
                  <a:gd name="T23" fmla="*/ 216 h 1910"/>
                  <a:gd name="T24" fmla="*/ 1746 w 1917"/>
                  <a:gd name="T25" fmla="*/ 343 h 1910"/>
                  <a:gd name="T26" fmla="*/ 1834 w 1917"/>
                  <a:gd name="T27" fmla="*/ 497 h 1910"/>
                  <a:gd name="T28" fmla="*/ 1892 w 1917"/>
                  <a:gd name="T29" fmla="*/ 678 h 1910"/>
                  <a:gd name="T30" fmla="*/ 1916 w 1917"/>
                  <a:gd name="T31" fmla="*/ 886 h 1910"/>
                  <a:gd name="T32" fmla="*/ 1909 w 1917"/>
                  <a:gd name="T33" fmla="*/ 1104 h 1910"/>
                  <a:gd name="T34" fmla="*/ 1871 w 1917"/>
                  <a:gd name="T35" fmla="*/ 1300 h 1910"/>
                  <a:gd name="T36" fmla="*/ 1803 w 1917"/>
                  <a:gd name="T37" fmla="*/ 1472 h 1910"/>
                  <a:gd name="T38" fmla="*/ 1706 w 1917"/>
                  <a:gd name="T39" fmla="*/ 1618 h 1910"/>
                  <a:gd name="T40" fmla="*/ 1581 w 1917"/>
                  <a:gd name="T41" fmla="*/ 1737 h 1910"/>
                  <a:gd name="T42" fmla="*/ 1427 w 1917"/>
                  <a:gd name="T43" fmla="*/ 1825 h 1910"/>
                  <a:gd name="T44" fmla="*/ 1244 w 1917"/>
                  <a:gd name="T45" fmla="*/ 1884 h 1910"/>
                  <a:gd name="T46" fmla="*/ 1035 w 1917"/>
                  <a:gd name="T47" fmla="*/ 1909 h 1910"/>
                  <a:gd name="T48" fmla="*/ 818 w 1917"/>
                  <a:gd name="T49" fmla="*/ 1901 h 1910"/>
                  <a:gd name="T50" fmla="*/ 622 w 1917"/>
                  <a:gd name="T51" fmla="*/ 1864 h 1910"/>
                  <a:gd name="T52" fmla="*/ 448 w 1917"/>
                  <a:gd name="T53" fmla="*/ 1796 h 1910"/>
                  <a:gd name="T54" fmla="*/ 300 w 1917"/>
                  <a:gd name="T55" fmla="*/ 1699 h 1910"/>
                  <a:gd name="T56" fmla="*/ 180 w 1917"/>
                  <a:gd name="T57" fmla="*/ 1573 h 1910"/>
                  <a:gd name="T58" fmla="*/ 88 w 1917"/>
                  <a:gd name="T59" fmla="*/ 1416 h 1910"/>
                  <a:gd name="T60" fmla="*/ 28 w 1917"/>
                  <a:gd name="T61" fmla="*/ 1231 h 1910"/>
                  <a:gd name="T62" fmla="*/ 1 w 1917"/>
                  <a:gd name="T63" fmla="*/ 1015 h 1910"/>
                  <a:gd name="T64" fmla="*/ 576 w 1917"/>
                  <a:gd name="T65" fmla="*/ 1056 h 1910"/>
                  <a:gd name="T66" fmla="*/ 588 w 1917"/>
                  <a:gd name="T67" fmla="*/ 1151 h 1910"/>
                  <a:gd name="T68" fmla="*/ 613 w 1917"/>
                  <a:gd name="T69" fmla="*/ 1240 h 1910"/>
                  <a:gd name="T70" fmla="*/ 649 w 1917"/>
                  <a:gd name="T71" fmla="*/ 1319 h 1910"/>
                  <a:gd name="T72" fmla="*/ 700 w 1917"/>
                  <a:gd name="T73" fmla="*/ 1386 h 1910"/>
                  <a:gd name="T74" fmla="*/ 767 w 1917"/>
                  <a:gd name="T75" fmla="*/ 1438 h 1910"/>
                  <a:gd name="T76" fmla="*/ 853 w 1917"/>
                  <a:gd name="T77" fmla="*/ 1471 h 1910"/>
                  <a:gd name="T78" fmla="*/ 959 w 1917"/>
                  <a:gd name="T79" fmla="*/ 1483 h 1910"/>
                  <a:gd name="T80" fmla="*/ 1071 w 1917"/>
                  <a:gd name="T81" fmla="*/ 1470 h 1910"/>
                  <a:gd name="T82" fmla="*/ 1159 w 1917"/>
                  <a:gd name="T83" fmla="*/ 1436 h 1910"/>
                  <a:gd name="T84" fmla="*/ 1228 w 1917"/>
                  <a:gd name="T85" fmla="*/ 1381 h 1910"/>
                  <a:gd name="T86" fmla="*/ 1278 w 1917"/>
                  <a:gd name="T87" fmla="*/ 1310 h 1910"/>
                  <a:gd name="T88" fmla="*/ 1311 w 1917"/>
                  <a:gd name="T89" fmla="*/ 1227 h 1910"/>
                  <a:gd name="T90" fmla="*/ 1332 w 1917"/>
                  <a:gd name="T91" fmla="*/ 1135 h 1910"/>
                  <a:gd name="T92" fmla="*/ 1343 w 1917"/>
                  <a:gd name="T93" fmla="*/ 1036 h 1910"/>
                  <a:gd name="T94" fmla="*/ 1345 w 1917"/>
                  <a:gd name="T95" fmla="*/ 884 h 1910"/>
                  <a:gd name="T96" fmla="*/ 1335 w 1917"/>
                  <a:gd name="T97" fmla="*/ 790 h 1910"/>
                  <a:gd name="T98" fmla="*/ 1315 w 1917"/>
                  <a:gd name="T99" fmla="*/ 701 h 1910"/>
                  <a:gd name="T100" fmla="*/ 1284 w 1917"/>
                  <a:gd name="T101" fmla="*/ 621 h 1910"/>
                  <a:gd name="T102" fmla="*/ 1239 w 1917"/>
                  <a:gd name="T103" fmla="*/ 551 h 1910"/>
                  <a:gd name="T104" fmla="*/ 1178 w 1917"/>
                  <a:gd name="T105" fmla="*/ 496 h 1910"/>
                  <a:gd name="T106" fmla="*/ 1102 w 1917"/>
                  <a:gd name="T107" fmla="*/ 457 h 1910"/>
                  <a:gd name="T108" fmla="*/ 1008 w 1917"/>
                  <a:gd name="T109" fmla="*/ 434 h 1910"/>
                  <a:gd name="T110" fmla="*/ 899 w 1917"/>
                  <a:gd name="T111" fmla="*/ 436 h 1910"/>
                  <a:gd name="T112" fmla="*/ 805 w 1917"/>
                  <a:gd name="T113" fmla="*/ 459 h 1910"/>
                  <a:gd name="T114" fmla="*/ 729 w 1917"/>
                  <a:gd name="T115" fmla="*/ 503 h 1910"/>
                  <a:gd name="T116" fmla="*/ 671 w 1917"/>
                  <a:gd name="T117" fmla="*/ 564 h 1910"/>
                  <a:gd name="T118" fmla="*/ 628 w 1917"/>
                  <a:gd name="T119" fmla="*/ 637 h 1910"/>
                  <a:gd name="T120" fmla="*/ 598 w 1917"/>
                  <a:gd name="T121" fmla="*/ 722 h 1910"/>
                  <a:gd name="T122" fmla="*/ 581 w 1917"/>
                  <a:gd name="T123" fmla="*/ 815 h 1910"/>
                  <a:gd name="T124" fmla="*/ 572 w 1917"/>
                  <a:gd name="T125" fmla="*/ 958 h 19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917" h="1910">
                    <a:moveTo>
                      <a:pt x="0" y="956"/>
                    </a:moveTo>
                    <a:lnTo>
                      <a:pt x="1" y="901"/>
                    </a:lnTo>
                    <a:lnTo>
                      <a:pt x="4" y="847"/>
                    </a:lnTo>
                    <a:lnTo>
                      <a:pt x="10" y="794"/>
                    </a:lnTo>
                    <a:lnTo>
                      <a:pt x="16" y="743"/>
                    </a:lnTo>
                    <a:lnTo>
                      <a:pt x="26" y="694"/>
                    </a:lnTo>
                    <a:lnTo>
                      <a:pt x="37" y="646"/>
                    </a:lnTo>
                    <a:lnTo>
                      <a:pt x="51" y="600"/>
                    </a:lnTo>
                    <a:lnTo>
                      <a:pt x="66" y="555"/>
                    </a:lnTo>
                    <a:lnTo>
                      <a:pt x="83" y="512"/>
                    </a:lnTo>
                    <a:lnTo>
                      <a:pt x="101" y="470"/>
                    </a:lnTo>
                    <a:lnTo>
                      <a:pt x="122" y="430"/>
                    </a:lnTo>
                    <a:lnTo>
                      <a:pt x="146" y="391"/>
                    </a:lnTo>
                    <a:lnTo>
                      <a:pt x="170" y="354"/>
                    </a:lnTo>
                    <a:lnTo>
                      <a:pt x="196" y="320"/>
                    </a:lnTo>
                    <a:lnTo>
                      <a:pt x="224" y="286"/>
                    </a:lnTo>
                    <a:lnTo>
                      <a:pt x="254" y="254"/>
                    </a:lnTo>
                    <a:lnTo>
                      <a:pt x="286" y="224"/>
                    </a:lnTo>
                    <a:lnTo>
                      <a:pt x="319" y="196"/>
                    </a:lnTo>
                    <a:lnTo>
                      <a:pt x="354" y="170"/>
                    </a:lnTo>
                    <a:lnTo>
                      <a:pt x="391" y="146"/>
                    </a:lnTo>
                    <a:lnTo>
                      <a:pt x="429" y="122"/>
                    </a:lnTo>
                    <a:lnTo>
                      <a:pt x="469" y="101"/>
                    </a:lnTo>
                    <a:lnTo>
                      <a:pt x="511" y="83"/>
                    </a:lnTo>
                    <a:lnTo>
                      <a:pt x="554" y="65"/>
                    </a:lnTo>
                    <a:lnTo>
                      <a:pt x="599" y="51"/>
                    </a:lnTo>
                    <a:lnTo>
                      <a:pt x="646" y="37"/>
                    </a:lnTo>
                    <a:lnTo>
                      <a:pt x="693" y="25"/>
                    </a:lnTo>
                    <a:lnTo>
                      <a:pt x="743" y="17"/>
                    </a:lnTo>
                    <a:lnTo>
                      <a:pt x="794" y="9"/>
                    </a:lnTo>
                    <a:lnTo>
                      <a:pt x="847" y="4"/>
                    </a:lnTo>
                    <a:lnTo>
                      <a:pt x="900" y="1"/>
                    </a:lnTo>
                    <a:lnTo>
                      <a:pt x="956" y="0"/>
                    </a:lnTo>
                    <a:lnTo>
                      <a:pt x="1011" y="1"/>
                    </a:lnTo>
                    <a:lnTo>
                      <a:pt x="1064" y="4"/>
                    </a:lnTo>
                    <a:lnTo>
                      <a:pt x="1117" y="9"/>
                    </a:lnTo>
                    <a:lnTo>
                      <a:pt x="1168" y="15"/>
                    </a:lnTo>
                    <a:lnTo>
                      <a:pt x="1218" y="24"/>
                    </a:lnTo>
                    <a:lnTo>
                      <a:pt x="1266" y="35"/>
                    </a:lnTo>
                    <a:lnTo>
                      <a:pt x="1313" y="47"/>
                    </a:lnTo>
                    <a:lnTo>
                      <a:pt x="1358" y="63"/>
                    </a:lnTo>
                    <a:lnTo>
                      <a:pt x="1401" y="78"/>
                    </a:lnTo>
                    <a:lnTo>
                      <a:pt x="1443" y="97"/>
                    </a:lnTo>
                    <a:lnTo>
                      <a:pt x="1484" y="117"/>
                    </a:lnTo>
                    <a:lnTo>
                      <a:pt x="1523" y="139"/>
                    </a:lnTo>
                    <a:lnTo>
                      <a:pt x="1559" y="163"/>
                    </a:lnTo>
                    <a:lnTo>
                      <a:pt x="1594" y="189"/>
                    </a:lnTo>
                    <a:lnTo>
                      <a:pt x="1629" y="216"/>
                    </a:lnTo>
                    <a:lnTo>
                      <a:pt x="1661" y="245"/>
                    </a:lnTo>
                    <a:lnTo>
                      <a:pt x="1691" y="276"/>
                    </a:lnTo>
                    <a:lnTo>
                      <a:pt x="1719" y="309"/>
                    </a:lnTo>
                    <a:lnTo>
                      <a:pt x="1746" y="343"/>
                    </a:lnTo>
                    <a:lnTo>
                      <a:pt x="1771" y="379"/>
                    </a:lnTo>
                    <a:lnTo>
                      <a:pt x="1793" y="417"/>
                    </a:lnTo>
                    <a:lnTo>
                      <a:pt x="1814" y="457"/>
                    </a:lnTo>
                    <a:lnTo>
                      <a:pt x="1834" y="497"/>
                    </a:lnTo>
                    <a:lnTo>
                      <a:pt x="1851" y="540"/>
                    </a:lnTo>
                    <a:lnTo>
                      <a:pt x="1866" y="584"/>
                    </a:lnTo>
                    <a:lnTo>
                      <a:pt x="1879" y="631"/>
                    </a:lnTo>
                    <a:lnTo>
                      <a:pt x="1892" y="678"/>
                    </a:lnTo>
                    <a:lnTo>
                      <a:pt x="1900" y="728"/>
                    </a:lnTo>
                    <a:lnTo>
                      <a:pt x="1908" y="779"/>
                    </a:lnTo>
                    <a:lnTo>
                      <a:pt x="1914" y="831"/>
                    </a:lnTo>
                    <a:lnTo>
                      <a:pt x="1916" y="886"/>
                    </a:lnTo>
                    <a:lnTo>
                      <a:pt x="1917" y="941"/>
                    </a:lnTo>
                    <a:lnTo>
                      <a:pt x="1917" y="997"/>
                    </a:lnTo>
                    <a:lnTo>
                      <a:pt x="1914" y="1051"/>
                    </a:lnTo>
                    <a:lnTo>
                      <a:pt x="1909" y="1104"/>
                    </a:lnTo>
                    <a:lnTo>
                      <a:pt x="1903" y="1155"/>
                    </a:lnTo>
                    <a:lnTo>
                      <a:pt x="1894" y="1204"/>
                    </a:lnTo>
                    <a:lnTo>
                      <a:pt x="1883" y="1253"/>
                    </a:lnTo>
                    <a:lnTo>
                      <a:pt x="1871" y="1300"/>
                    </a:lnTo>
                    <a:lnTo>
                      <a:pt x="1857" y="1345"/>
                    </a:lnTo>
                    <a:lnTo>
                      <a:pt x="1841" y="1389"/>
                    </a:lnTo>
                    <a:lnTo>
                      <a:pt x="1823" y="1431"/>
                    </a:lnTo>
                    <a:lnTo>
                      <a:pt x="1803" y="1472"/>
                    </a:lnTo>
                    <a:lnTo>
                      <a:pt x="1782" y="1511"/>
                    </a:lnTo>
                    <a:lnTo>
                      <a:pt x="1759" y="1548"/>
                    </a:lnTo>
                    <a:lnTo>
                      <a:pt x="1734" y="1584"/>
                    </a:lnTo>
                    <a:lnTo>
                      <a:pt x="1706" y="1618"/>
                    </a:lnTo>
                    <a:lnTo>
                      <a:pt x="1677" y="1651"/>
                    </a:lnTo>
                    <a:lnTo>
                      <a:pt x="1647" y="1681"/>
                    </a:lnTo>
                    <a:lnTo>
                      <a:pt x="1614" y="1709"/>
                    </a:lnTo>
                    <a:lnTo>
                      <a:pt x="1581" y="1737"/>
                    </a:lnTo>
                    <a:lnTo>
                      <a:pt x="1545" y="1761"/>
                    </a:lnTo>
                    <a:lnTo>
                      <a:pt x="1507" y="1784"/>
                    </a:lnTo>
                    <a:lnTo>
                      <a:pt x="1467" y="1806"/>
                    </a:lnTo>
                    <a:lnTo>
                      <a:pt x="1427" y="1825"/>
                    </a:lnTo>
                    <a:lnTo>
                      <a:pt x="1384" y="1843"/>
                    </a:lnTo>
                    <a:lnTo>
                      <a:pt x="1339" y="1858"/>
                    </a:lnTo>
                    <a:lnTo>
                      <a:pt x="1293" y="1873"/>
                    </a:lnTo>
                    <a:lnTo>
                      <a:pt x="1244" y="1884"/>
                    </a:lnTo>
                    <a:lnTo>
                      <a:pt x="1195" y="1893"/>
                    </a:lnTo>
                    <a:lnTo>
                      <a:pt x="1143" y="1900"/>
                    </a:lnTo>
                    <a:lnTo>
                      <a:pt x="1090" y="1906"/>
                    </a:lnTo>
                    <a:lnTo>
                      <a:pt x="1035" y="1909"/>
                    </a:lnTo>
                    <a:lnTo>
                      <a:pt x="978" y="1910"/>
                    </a:lnTo>
                    <a:lnTo>
                      <a:pt x="924" y="1909"/>
                    </a:lnTo>
                    <a:lnTo>
                      <a:pt x="870" y="1907"/>
                    </a:lnTo>
                    <a:lnTo>
                      <a:pt x="818" y="1901"/>
                    </a:lnTo>
                    <a:lnTo>
                      <a:pt x="766" y="1895"/>
                    </a:lnTo>
                    <a:lnTo>
                      <a:pt x="716" y="1887"/>
                    </a:lnTo>
                    <a:lnTo>
                      <a:pt x="669" y="1876"/>
                    </a:lnTo>
                    <a:lnTo>
                      <a:pt x="622" y="1864"/>
                    </a:lnTo>
                    <a:lnTo>
                      <a:pt x="576" y="1850"/>
                    </a:lnTo>
                    <a:lnTo>
                      <a:pt x="532" y="1834"/>
                    </a:lnTo>
                    <a:lnTo>
                      <a:pt x="490" y="1816"/>
                    </a:lnTo>
                    <a:lnTo>
                      <a:pt x="448" y="1796"/>
                    </a:lnTo>
                    <a:lnTo>
                      <a:pt x="409" y="1775"/>
                    </a:lnTo>
                    <a:lnTo>
                      <a:pt x="371" y="1752"/>
                    </a:lnTo>
                    <a:lnTo>
                      <a:pt x="335" y="1727"/>
                    </a:lnTo>
                    <a:lnTo>
                      <a:pt x="300" y="1699"/>
                    </a:lnTo>
                    <a:lnTo>
                      <a:pt x="268" y="1671"/>
                    </a:lnTo>
                    <a:lnTo>
                      <a:pt x="236" y="1640"/>
                    </a:lnTo>
                    <a:lnTo>
                      <a:pt x="207" y="1608"/>
                    </a:lnTo>
                    <a:lnTo>
                      <a:pt x="180" y="1573"/>
                    </a:lnTo>
                    <a:lnTo>
                      <a:pt x="154" y="1536"/>
                    </a:lnTo>
                    <a:lnTo>
                      <a:pt x="130" y="1499"/>
                    </a:lnTo>
                    <a:lnTo>
                      <a:pt x="108" y="1458"/>
                    </a:lnTo>
                    <a:lnTo>
                      <a:pt x="88" y="1416"/>
                    </a:lnTo>
                    <a:lnTo>
                      <a:pt x="70" y="1373"/>
                    </a:lnTo>
                    <a:lnTo>
                      <a:pt x="54" y="1327"/>
                    </a:lnTo>
                    <a:lnTo>
                      <a:pt x="40" y="1279"/>
                    </a:lnTo>
                    <a:lnTo>
                      <a:pt x="28" y="1231"/>
                    </a:lnTo>
                    <a:lnTo>
                      <a:pt x="19" y="1179"/>
                    </a:lnTo>
                    <a:lnTo>
                      <a:pt x="11" y="1126"/>
                    </a:lnTo>
                    <a:lnTo>
                      <a:pt x="5" y="1071"/>
                    </a:lnTo>
                    <a:lnTo>
                      <a:pt x="1" y="1015"/>
                    </a:lnTo>
                    <a:lnTo>
                      <a:pt x="0" y="956"/>
                    </a:lnTo>
                    <a:close/>
                    <a:moveTo>
                      <a:pt x="572" y="958"/>
                    </a:moveTo>
                    <a:lnTo>
                      <a:pt x="573" y="1008"/>
                    </a:lnTo>
                    <a:lnTo>
                      <a:pt x="576" y="1056"/>
                    </a:lnTo>
                    <a:lnTo>
                      <a:pt x="578" y="1081"/>
                    </a:lnTo>
                    <a:lnTo>
                      <a:pt x="582" y="1105"/>
                    </a:lnTo>
                    <a:lnTo>
                      <a:pt x="585" y="1128"/>
                    </a:lnTo>
                    <a:lnTo>
                      <a:pt x="588" y="1151"/>
                    </a:lnTo>
                    <a:lnTo>
                      <a:pt x="594" y="1174"/>
                    </a:lnTo>
                    <a:lnTo>
                      <a:pt x="599" y="1197"/>
                    </a:lnTo>
                    <a:lnTo>
                      <a:pt x="606" y="1219"/>
                    </a:lnTo>
                    <a:lnTo>
                      <a:pt x="613" y="1240"/>
                    </a:lnTo>
                    <a:lnTo>
                      <a:pt x="620" y="1260"/>
                    </a:lnTo>
                    <a:lnTo>
                      <a:pt x="629" y="1281"/>
                    </a:lnTo>
                    <a:lnTo>
                      <a:pt x="638" y="1300"/>
                    </a:lnTo>
                    <a:lnTo>
                      <a:pt x="649" y="1319"/>
                    </a:lnTo>
                    <a:lnTo>
                      <a:pt x="660" y="1338"/>
                    </a:lnTo>
                    <a:lnTo>
                      <a:pt x="672" y="1354"/>
                    </a:lnTo>
                    <a:lnTo>
                      <a:pt x="686" y="1371"/>
                    </a:lnTo>
                    <a:lnTo>
                      <a:pt x="700" y="1386"/>
                    </a:lnTo>
                    <a:lnTo>
                      <a:pt x="715" y="1401"/>
                    </a:lnTo>
                    <a:lnTo>
                      <a:pt x="732" y="1414"/>
                    </a:lnTo>
                    <a:lnTo>
                      <a:pt x="749" y="1427"/>
                    </a:lnTo>
                    <a:lnTo>
                      <a:pt x="767" y="1438"/>
                    </a:lnTo>
                    <a:lnTo>
                      <a:pt x="787" y="1448"/>
                    </a:lnTo>
                    <a:lnTo>
                      <a:pt x="808" y="1457"/>
                    </a:lnTo>
                    <a:lnTo>
                      <a:pt x="830" y="1464"/>
                    </a:lnTo>
                    <a:lnTo>
                      <a:pt x="853" y="1471"/>
                    </a:lnTo>
                    <a:lnTo>
                      <a:pt x="878" y="1477"/>
                    </a:lnTo>
                    <a:lnTo>
                      <a:pt x="904" y="1480"/>
                    </a:lnTo>
                    <a:lnTo>
                      <a:pt x="931" y="1482"/>
                    </a:lnTo>
                    <a:lnTo>
                      <a:pt x="959" y="1483"/>
                    </a:lnTo>
                    <a:lnTo>
                      <a:pt x="989" y="1482"/>
                    </a:lnTo>
                    <a:lnTo>
                      <a:pt x="1018" y="1480"/>
                    </a:lnTo>
                    <a:lnTo>
                      <a:pt x="1046" y="1476"/>
                    </a:lnTo>
                    <a:lnTo>
                      <a:pt x="1071" y="1470"/>
                    </a:lnTo>
                    <a:lnTo>
                      <a:pt x="1095" y="1463"/>
                    </a:lnTo>
                    <a:lnTo>
                      <a:pt x="1118" y="1456"/>
                    </a:lnTo>
                    <a:lnTo>
                      <a:pt x="1139" y="1446"/>
                    </a:lnTo>
                    <a:lnTo>
                      <a:pt x="1159" y="1436"/>
                    </a:lnTo>
                    <a:lnTo>
                      <a:pt x="1178" y="1424"/>
                    </a:lnTo>
                    <a:lnTo>
                      <a:pt x="1196" y="1410"/>
                    </a:lnTo>
                    <a:lnTo>
                      <a:pt x="1212" y="1396"/>
                    </a:lnTo>
                    <a:lnTo>
                      <a:pt x="1228" y="1381"/>
                    </a:lnTo>
                    <a:lnTo>
                      <a:pt x="1241" y="1365"/>
                    </a:lnTo>
                    <a:lnTo>
                      <a:pt x="1254" y="1348"/>
                    </a:lnTo>
                    <a:lnTo>
                      <a:pt x="1266" y="1330"/>
                    </a:lnTo>
                    <a:lnTo>
                      <a:pt x="1278" y="1310"/>
                    </a:lnTo>
                    <a:lnTo>
                      <a:pt x="1286" y="1291"/>
                    </a:lnTo>
                    <a:lnTo>
                      <a:pt x="1296" y="1270"/>
                    </a:lnTo>
                    <a:lnTo>
                      <a:pt x="1304" y="1249"/>
                    </a:lnTo>
                    <a:lnTo>
                      <a:pt x="1311" y="1227"/>
                    </a:lnTo>
                    <a:lnTo>
                      <a:pt x="1317" y="1205"/>
                    </a:lnTo>
                    <a:lnTo>
                      <a:pt x="1323" y="1182"/>
                    </a:lnTo>
                    <a:lnTo>
                      <a:pt x="1328" y="1158"/>
                    </a:lnTo>
                    <a:lnTo>
                      <a:pt x="1332" y="1135"/>
                    </a:lnTo>
                    <a:lnTo>
                      <a:pt x="1336" y="1110"/>
                    </a:lnTo>
                    <a:lnTo>
                      <a:pt x="1338" y="1085"/>
                    </a:lnTo>
                    <a:lnTo>
                      <a:pt x="1340" y="1061"/>
                    </a:lnTo>
                    <a:lnTo>
                      <a:pt x="1343" y="1036"/>
                    </a:lnTo>
                    <a:lnTo>
                      <a:pt x="1345" y="985"/>
                    </a:lnTo>
                    <a:lnTo>
                      <a:pt x="1346" y="934"/>
                    </a:lnTo>
                    <a:lnTo>
                      <a:pt x="1346" y="909"/>
                    </a:lnTo>
                    <a:lnTo>
                      <a:pt x="1345" y="884"/>
                    </a:lnTo>
                    <a:lnTo>
                      <a:pt x="1344" y="861"/>
                    </a:lnTo>
                    <a:lnTo>
                      <a:pt x="1342" y="837"/>
                    </a:lnTo>
                    <a:lnTo>
                      <a:pt x="1338" y="814"/>
                    </a:lnTo>
                    <a:lnTo>
                      <a:pt x="1335" y="790"/>
                    </a:lnTo>
                    <a:lnTo>
                      <a:pt x="1332" y="768"/>
                    </a:lnTo>
                    <a:lnTo>
                      <a:pt x="1327" y="744"/>
                    </a:lnTo>
                    <a:lnTo>
                      <a:pt x="1322" y="722"/>
                    </a:lnTo>
                    <a:lnTo>
                      <a:pt x="1315" y="701"/>
                    </a:lnTo>
                    <a:lnTo>
                      <a:pt x="1308" y="680"/>
                    </a:lnTo>
                    <a:lnTo>
                      <a:pt x="1301" y="659"/>
                    </a:lnTo>
                    <a:lnTo>
                      <a:pt x="1293" y="640"/>
                    </a:lnTo>
                    <a:lnTo>
                      <a:pt x="1284" y="621"/>
                    </a:lnTo>
                    <a:lnTo>
                      <a:pt x="1274" y="602"/>
                    </a:lnTo>
                    <a:lnTo>
                      <a:pt x="1263" y="584"/>
                    </a:lnTo>
                    <a:lnTo>
                      <a:pt x="1251" y="568"/>
                    </a:lnTo>
                    <a:lnTo>
                      <a:pt x="1239" y="551"/>
                    </a:lnTo>
                    <a:lnTo>
                      <a:pt x="1225" y="536"/>
                    </a:lnTo>
                    <a:lnTo>
                      <a:pt x="1210" y="522"/>
                    </a:lnTo>
                    <a:lnTo>
                      <a:pt x="1195" y="508"/>
                    </a:lnTo>
                    <a:lnTo>
                      <a:pt x="1178" y="496"/>
                    </a:lnTo>
                    <a:lnTo>
                      <a:pt x="1160" y="484"/>
                    </a:lnTo>
                    <a:lnTo>
                      <a:pt x="1143" y="474"/>
                    </a:lnTo>
                    <a:lnTo>
                      <a:pt x="1123" y="464"/>
                    </a:lnTo>
                    <a:lnTo>
                      <a:pt x="1102" y="457"/>
                    </a:lnTo>
                    <a:lnTo>
                      <a:pt x="1080" y="449"/>
                    </a:lnTo>
                    <a:lnTo>
                      <a:pt x="1058" y="443"/>
                    </a:lnTo>
                    <a:lnTo>
                      <a:pt x="1033" y="439"/>
                    </a:lnTo>
                    <a:lnTo>
                      <a:pt x="1008" y="434"/>
                    </a:lnTo>
                    <a:lnTo>
                      <a:pt x="982" y="433"/>
                    </a:lnTo>
                    <a:lnTo>
                      <a:pt x="954" y="432"/>
                    </a:lnTo>
                    <a:lnTo>
                      <a:pt x="926" y="433"/>
                    </a:lnTo>
                    <a:lnTo>
                      <a:pt x="899" y="436"/>
                    </a:lnTo>
                    <a:lnTo>
                      <a:pt x="873" y="439"/>
                    </a:lnTo>
                    <a:lnTo>
                      <a:pt x="849" y="444"/>
                    </a:lnTo>
                    <a:lnTo>
                      <a:pt x="827" y="451"/>
                    </a:lnTo>
                    <a:lnTo>
                      <a:pt x="805" y="459"/>
                    </a:lnTo>
                    <a:lnTo>
                      <a:pt x="784" y="468"/>
                    </a:lnTo>
                    <a:lnTo>
                      <a:pt x="765" y="479"/>
                    </a:lnTo>
                    <a:lnTo>
                      <a:pt x="746" y="490"/>
                    </a:lnTo>
                    <a:lnTo>
                      <a:pt x="729" y="503"/>
                    </a:lnTo>
                    <a:lnTo>
                      <a:pt x="713" y="516"/>
                    </a:lnTo>
                    <a:lnTo>
                      <a:pt x="698" y="532"/>
                    </a:lnTo>
                    <a:lnTo>
                      <a:pt x="684" y="547"/>
                    </a:lnTo>
                    <a:lnTo>
                      <a:pt x="671" y="564"/>
                    </a:lnTo>
                    <a:lnTo>
                      <a:pt x="659" y="581"/>
                    </a:lnTo>
                    <a:lnTo>
                      <a:pt x="648" y="599"/>
                    </a:lnTo>
                    <a:lnTo>
                      <a:pt x="637" y="619"/>
                    </a:lnTo>
                    <a:lnTo>
                      <a:pt x="628" y="637"/>
                    </a:lnTo>
                    <a:lnTo>
                      <a:pt x="619" y="658"/>
                    </a:lnTo>
                    <a:lnTo>
                      <a:pt x="612" y="679"/>
                    </a:lnTo>
                    <a:lnTo>
                      <a:pt x="605" y="700"/>
                    </a:lnTo>
                    <a:lnTo>
                      <a:pt x="598" y="722"/>
                    </a:lnTo>
                    <a:lnTo>
                      <a:pt x="594" y="745"/>
                    </a:lnTo>
                    <a:lnTo>
                      <a:pt x="588" y="768"/>
                    </a:lnTo>
                    <a:lnTo>
                      <a:pt x="585" y="792"/>
                    </a:lnTo>
                    <a:lnTo>
                      <a:pt x="581" y="815"/>
                    </a:lnTo>
                    <a:lnTo>
                      <a:pt x="578" y="838"/>
                    </a:lnTo>
                    <a:lnTo>
                      <a:pt x="576" y="862"/>
                    </a:lnTo>
                    <a:lnTo>
                      <a:pt x="573" y="911"/>
                    </a:lnTo>
                    <a:lnTo>
                      <a:pt x="572" y="9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6" name="Freeform 12"/>
              <p:cNvSpPr>
                <a:spLocks noEditPoints="1"/>
              </p:cNvSpPr>
              <p:nvPr/>
            </p:nvSpPr>
            <p:spPr bwMode="auto">
              <a:xfrm>
                <a:off x="10414861" y="822770"/>
                <a:ext cx="304800" cy="303212"/>
              </a:xfrm>
              <a:custGeom>
                <a:avLst/>
                <a:gdLst>
                  <a:gd name="T0" fmla="*/ 9 w 1917"/>
                  <a:gd name="T1" fmla="*/ 794 h 1910"/>
                  <a:gd name="T2" fmla="*/ 50 w 1917"/>
                  <a:gd name="T3" fmla="*/ 600 h 1910"/>
                  <a:gd name="T4" fmla="*/ 122 w 1917"/>
                  <a:gd name="T5" fmla="*/ 430 h 1910"/>
                  <a:gd name="T6" fmla="*/ 223 w 1917"/>
                  <a:gd name="T7" fmla="*/ 286 h 1910"/>
                  <a:gd name="T8" fmla="*/ 353 w 1917"/>
                  <a:gd name="T9" fmla="*/ 170 h 1910"/>
                  <a:gd name="T10" fmla="*/ 510 w 1917"/>
                  <a:gd name="T11" fmla="*/ 83 h 1910"/>
                  <a:gd name="T12" fmla="*/ 694 w 1917"/>
                  <a:gd name="T13" fmla="*/ 25 h 1910"/>
                  <a:gd name="T14" fmla="*/ 900 w 1917"/>
                  <a:gd name="T15" fmla="*/ 1 h 1910"/>
                  <a:gd name="T16" fmla="*/ 1117 w 1917"/>
                  <a:gd name="T17" fmla="*/ 9 h 1910"/>
                  <a:gd name="T18" fmla="*/ 1312 w 1917"/>
                  <a:gd name="T19" fmla="*/ 47 h 1910"/>
                  <a:gd name="T20" fmla="*/ 1483 w 1917"/>
                  <a:gd name="T21" fmla="*/ 117 h 1910"/>
                  <a:gd name="T22" fmla="*/ 1628 w 1917"/>
                  <a:gd name="T23" fmla="*/ 216 h 1910"/>
                  <a:gd name="T24" fmla="*/ 1745 w 1917"/>
                  <a:gd name="T25" fmla="*/ 343 h 1910"/>
                  <a:gd name="T26" fmla="*/ 1833 w 1917"/>
                  <a:gd name="T27" fmla="*/ 497 h 1910"/>
                  <a:gd name="T28" fmla="*/ 1891 w 1917"/>
                  <a:gd name="T29" fmla="*/ 678 h 1910"/>
                  <a:gd name="T30" fmla="*/ 1916 w 1917"/>
                  <a:gd name="T31" fmla="*/ 886 h 1910"/>
                  <a:gd name="T32" fmla="*/ 1908 w 1917"/>
                  <a:gd name="T33" fmla="*/ 1104 h 1910"/>
                  <a:gd name="T34" fmla="*/ 1871 w 1917"/>
                  <a:gd name="T35" fmla="*/ 1300 h 1910"/>
                  <a:gd name="T36" fmla="*/ 1802 w 1917"/>
                  <a:gd name="T37" fmla="*/ 1472 h 1910"/>
                  <a:gd name="T38" fmla="*/ 1706 w 1917"/>
                  <a:gd name="T39" fmla="*/ 1618 h 1910"/>
                  <a:gd name="T40" fmla="*/ 1580 w 1917"/>
                  <a:gd name="T41" fmla="*/ 1737 h 1910"/>
                  <a:gd name="T42" fmla="*/ 1426 w 1917"/>
                  <a:gd name="T43" fmla="*/ 1825 h 1910"/>
                  <a:gd name="T44" fmla="*/ 1244 w 1917"/>
                  <a:gd name="T45" fmla="*/ 1884 h 1910"/>
                  <a:gd name="T46" fmla="*/ 1035 w 1917"/>
                  <a:gd name="T47" fmla="*/ 1909 h 1910"/>
                  <a:gd name="T48" fmla="*/ 813 w 1917"/>
                  <a:gd name="T49" fmla="*/ 1901 h 1910"/>
                  <a:gd name="T50" fmla="*/ 614 w 1917"/>
                  <a:gd name="T51" fmla="*/ 1863 h 1910"/>
                  <a:gd name="T52" fmla="*/ 441 w 1917"/>
                  <a:gd name="T53" fmla="*/ 1794 h 1910"/>
                  <a:gd name="T54" fmla="*/ 294 w 1917"/>
                  <a:gd name="T55" fmla="*/ 1695 h 1910"/>
                  <a:gd name="T56" fmla="*/ 175 w 1917"/>
                  <a:gd name="T57" fmla="*/ 1568 h 1910"/>
                  <a:gd name="T58" fmla="*/ 85 w 1917"/>
                  <a:gd name="T59" fmla="*/ 1412 h 1910"/>
                  <a:gd name="T60" fmla="*/ 27 w 1917"/>
                  <a:gd name="T61" fmla="*/ 1226 h 1910"/>
                  <a:gd name="T62" fmla="*/ 1 w 1917"/>
                  <a:gd name="T63" fmla="*/ 1013 h 1910"/>
                  <a:gd name="T64" fmla="*/ 575 w 1917"/>
                  <a:gd name="T65" fmla="*/ 1056 h 1910"/>
                  <a:gd name="T66" fmla="*/ 589 w 1917"/>
                  <a:gd name="T67" fmla="*/ 1151 h 1910"/>
                  <a:gd name="T68" fmla="*/ 612 w 1917"/>
                  <a:gd name="T69" fmla="*/ 1240 h 1910"/>
                  <a:gd name="T70" fmla="*/ 648 w 1917"/>
                  <a:gd name="T71" fmla="*/ 1319 h 1910"/>
                  <a:gd name="T72" fmla="*/ 699 w 1917"/>
                  <a:gd name="T73" fmla="*/ 1386 h 1910"/>
                  <a:gd name="T74" fmla="*/ 767 w 1917"/>
                  <a:gd name="T75" fmla="*/ 1438 h 1910"/>
                  <a:gd name="T76" fmla="*/ 853 w 1917"/>
                  <a:gd name="T77" fmla="*/ 1471 h 1910"/>
                  <a:gd name="T78" fmla="*/ 959 w 1917"/>
                  <a:gd name="T79" fmla="*/ 1483 h 1910"/>
                  <a:gd name="T80" fmla="*/ 1071 w 1917"/>
                  <a:gd name="T81" fmla="*/ 1470 h 1910"/>
                  <a:gd name="T82" fmla="*/ 1160 w 1917"/>
                  <a:gd name="T83" fmla="*/ 1436 h 1910"/>
                  <a:gd name="T84" fmla="*/ 1227 w 1917"/>
                  <a:gd name="T85" fmla="*/ 1381 h 1910"/>
                  <a:gd name="T86" fmla="*/ 1277 w 1917"/>
                  <a:gd name="T87" fmla="*/ 1310 h 1910"/>
                  <a:gd name="T88" fmla="*/ 1311 w 1917"/>
                  <a:gd name="T89" fmla="*/ 1227 h 1910"/>
                  <a:gd name="T90" fmla="*/ 1332 w 1917"/>
                  <a:gd name="T91" fmla="*/ 1135 h 1910"/>
                  <a:gd name="T92" fmla="*/ 1342 w 1917"/>
                  <a:gd name="T93" fmla="*/ 1036 h 1910"/>
                  <a:gd name="T94" fmla="*/ 1344 w 1917"/>
                  <a:gd name="T95" fmla="*/ 884 h 1910"/>
                  <a:gd name="T96" fmla="*/ 1335 w 1917"/>
                  <a:gd name="T97" fmla="*/ 790 h 1910"/>
                  <a:gd name="T98" fmla="*/ 1315 w 1917"/>
                  <a:gd name="T99" fmla="*/ 701 h 1910"/>
                  <a:gd name="T100" fmla="*/ 1283 w 1917"/>
                  <a:gd name="T101" fmla="*/ 621 h 1910"/>
                  <a:gd name="T102" fmla="*/ 1238 w 1917"/>
                  <a:gd name="T103" fmla="*/ 551 h 1910"/>
                  <a:gd name="T104" fmla="*/ 1177 w 1917"/>
                  <a:gd name="T105" fmla="*/ 496 h 1910"/>
                  <a:gd name="T106" fmla="*/ 1101 w 1917"/>
                  <a:gd name="T107" fmla="*/ 457 h 1910"/>
                  <a:gd name="T108" fmla="*/ 1007 w 1917"/>
                  <a:gd name="T109" fmla="*/ 434 h 1910"/>
                  <a:gd name="T110" fmla="*/ 899 w 1917"/>
                  <a:gd name="T111" fmla="*/ 436 h 1910"/>
                  <a:gd name="T112" fmla="*/ 804 w 1917"/>
                  <a:gd name="T113" fmla="*/ 459 h 1910"/>
                  <a:gd name="T114" fmla="*/ 729 w 1917"/>
                  <a:gd name="T115" fmla="*/ 503 h 1910"/>
                  <a:gd name="T116" fmla="*/ 670 w 1917"/>
                  <a:gd name="T117" fmla="*/ 564 h 1910"/>
                  <a:gd name="T118" fmla="*/ 627 w 1917"/>
                  <a:gd name="T119" fmla="*/ 637 h 1910"/>
                  <a:gd name="T120" fmla="*/ 599 w 1917"/>
                  <a:gd name="T121" fmla="*/ 722 h 1910"/>
                  <a:gd name="T122" fmla="*/ 581 w 1917"/>
                  <a:gd name="T123" fmla="*/ 815 h 1910"/>
                  <a:gd name="T124" fmla="*/ 572 w 1917"/>
                  <a:gd name="T125" fmla="*/ 958 h 19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917" h="1910">
                    <a:moveTo>
                      <a:pt x="0" y="956"/>
                    </a:moveTo>
                    <a:lnTo>
                      <a:pt x="1" y="901"/>
                    </a:lnTo>
                    <a:lnTo>
                      <a:pt x="5" y="847"/>
                    </a:lnTo>
                    <a:lnTo>
                      <a:pt x="9" y="794"/>
                    </a:lnTo>
                    <a:lnTo>
                      <a:pt x="17" y="743"/>
                    </a:lnTo>
                    <a:lnTo>
                      <a:pt x="25" y="694"/>
                    </a:lnTo>
                    <a:lnTo>
                      <a:pt x="37" y="646"/>
                    </a:lnTo>
                    <a:lnTo>
                      <a:pt x="50" y="600"/>
                    </a:lnTo>
                    <a:lnTo>
                      <a:pt x="65" y="555"/>
                    </a:lnTo>
                    <a:lnTo>
                      <a:pt x="82" y="512"/>
                    </a:lnTo>
                    <a:lnTo>
                      <a:pt x="101" y="470"/>
                    </a:lnTo>
                    <a:lnTo>
                      <a:pt x="122" y="430"/>
                    </a:lnTo>
                    <a:lnTo>
                      <a:pt x="145" y="391"/>
                    </a:lnTo>
                    <a:lnTo>
                      <a:pt x="169" y="354"/>
                    </a:lnTo>
                    <a:lnTo>
                      <a:pt x="196" y="320"/>
                    </a:lnTo>
                    <a:lnTo>
                      <a:pt x="223" y="286"/>
                    </a:lnTo>
                    <a:lnTo>
                      <a:pt x="254" y="254"/>
                    </a:lnTo>
                    <a:lnTo>
                      <a:pt x="285" y="224"/>
                    </a:lnTo>
                    <a:lnTo>
                      <a:pt x="318" y="196"/>
                    </a:lnTo>
                    <a:lnTo>
                      <a:pt x="353" y="170"/>
                    </a:lnTo>
                    <a:lnTo>
                      <a:pt x="390" y="146"/>
                    </a:lnTo>
                    <a:lnTo>
                      <a:pt x="429" y="122"/>
                    </a:lnTo>
                    <a:lnTo>
                      <a:pt x="469" y="101"/>
                    </a:lnTo>
                    <a:lnTo>
                      <a:pt x="510" y="83"/>
                    </a:lnTo>
                    <a:lnTo>
                      <a:pt x="554" y="65"/>
                    </a:lnTo>
                    <a:lnTo>
                      <a:pt x="599" y="51"/>
                    </a:lnTo>
                    <a:lnTo>
                      <a:pt x="645" y="37"/>
                    </a:lnTo>
                    <a:lnTo>
                      <a:pt x="694" y="25"/>
                    </a:lnTo>
                    <a:lnTo>
                      <a:pt x="742" y="17"/>
                    </a:lnTo>
                    <a:lnTo>
                      <a:pt x="794" y="9"/>
                    </a:lnTo>
                    <a:lnTo>
                      <a:pt x="846" y="4"/>
                    </a:lnTo>
                    <a:lnTo>
                      <a:pt x="900" y="1"/>
                    </a:lnTo>
                    <a:lnTo>
                      <a:pt x="955" y="0"/>
                    </a:lnTo>
                    <a:lnTo>
                      <a:pt x="1011" y="1"/>
                    </a:lnTo>
                    <a:lnTo>
                      <a:pt x="1065" y="4"/>
                    </a:lnTo>
                    <a:lnTo>
                      <a:pt x="1117" y="9"/>
                    </a:lnTo>
                    <a:lnTo>
                      <a:pt x="1169" y="15"/>
                    </a:lnTo>
                    <a:lnTo>
                      <a:pt x="1218" y="24"/>
                    </a:lnTo>
                    <a:lnTo>
                      <a:pt x="1266" y="35"/>
                    </a:lnTo>
                    <a:lnTo>
                      <a:pt x="1312" y="47"/>
                    </a:lnTo>
                    <a:lnTo>
                      <a:pt x="1357" y="63"/>
                    </a:lnTo>
                    <a:lnTo>
                      <a:pt x="1402" y="78"/>
                    </a:lnTo>
                    <a:lnTo>
                      <a:pt x="1444" y="97"/>
                    </a:lnTo>
                    <a:lnTo>
                      <a:pt x="1483" y="117"/>
                    </a:lnTo>
                    <a:lnTo>
                      <a:pt x="1522" y="139"/>
                    </a:lnTo>
                    <a:lnTo>
                      <a:pt x="1559" y="163"/>
                    </a:lnTo>
                    <a:lnTo>
                      <a:pt x="1595" y="189"/>
                    </a:lnTo>
                    <a:lnTo>
                      <a:pt x="1628" y="216"/>
                    </a:lnTo>
                    <a:lnTo>
                      <a:pt x="1660" y="245"/>
                    </a:lnTo>
                    <a:lnTo>
                      <a:pt x="1691" y="276"/>
                    </a:lnTo>
                    <a:lnTo>
                      <a:pt x="1718" y="309"/>
                    </a:lnTo>
                    <a:lnTo>
                      <a:pt x="1745" y="343"/>
                    </a:lnTo>
                    <a:lnTo>
                      <a:pt x="1770" y="379"/>
                    </a:lnTo>
                    <a:lnTo>
                      <a:pt x="1794" y="417"/>
                    </a:lnTo>
                    <a:lnTo>
                      <a:pt x="1815" y="457"/>
                    </a:lnTo>
                    <a:lnTo>
                      <a:pt x="1833" y="497"/>
                    </a:lnTo>
                    <a:lnTo>
                      <a:pt x="1851" y="540"/>
                    </a:lnTo>
                    <a:lnTo>
                      <a:pt x="1866" y="584"/>
                    </a:lnTo>
                    <a:lnTo>
                      <a:pt x="1880" y="631"/>
                    </a:lnTo>
                    <a:lnTo>
                      <a:pt x="1891" y="678"/>
                    </a:lnTo>
                    <a:lnTo>
                      <a:pt x="1900" y="728"/>
                    </a:lnTo>
                    <a:lnTo>
                      <a:pt x="1907" y="779"/>
                    </a:lnTo>
                    <a:lnTo>
                      <a:pt x="1913" y="831"/>
                    </a:lnTo>
                    <a:lnTo>
                      <a:pt x="1916" y="886"/>
                    </a:lnTo>
                    <a:lnTo>
                      <a:pt x="1917" y="941"/>
                    </a:lnTo>
                    <a:lnTo>
                      <a:pt x="1916" y="997"/>
                    </a:lnTo>
                    <a:lnTo>
                      <a:pt x="1913" y="1051"/>
                    </a:lnTo>
                    <a:lnTo>
                      <a:pt x="1908" y="1104"/>
                    </a:lnTo>
                    <a:lnTo>
                      <a:pt x="1902" y="1155"/>
                    </a:lnTo>
                    <a:lnTo>
                      <a:pt x="1893" y="1204"/>
                    </a:lnTo>
                    <a:lnTo>
                      <a:pt x="1883" y="1253"/>
                    </a:lnTo>
                    <a:lnTo>
                      <a:pt x="1871" y="1300"/>
                    </a:lnTo>
                    <a:lnTo>
                      <a:pt x="1857" y="1345"/>
                    </a:lnTo>
                    <a:lnTo>
                      <a:pt x="1840" y="1389"/>
                    </a:lnTo>
                    <a:lnTo>
                      <a:pt x="1822" y="1431"/>
                    </a:lnTo>
                    <a:lnTo>
                      <a:pt x="1802" y="1472"/>
                    </a:lnTo>
                    <a:lnTo>
                      <a:pt x="1781" y="1511"/>
                    </a:lnTo>
                    <a:lnTo>
                      <a:pt x="1758" y="1548"/>
                    </a:lnTo>
                    <a:lnTo>
                      <a:pt x="1733" y="1584"/>
                    </a:lnTo>
                    <a:lnTo>
                      <a:pt x="1706" y="1618"/>
                    </a:lnTo>
                    <a:lnTo>
                      <a:pt x="1678" y="1651"/>
                    </a:lnTo>
                    <a:lnTo>
                      <a:pt x="1647" y="1681"/>
                    </a:lnTo>
                    <a:lnTo>
                      <a:pt x="1615" y="1709"/>
                    </a:lnTo>
                    <a:lnTo>
                      <a:pt x="1580" y="1737"/>
                    </a:lnTo>
                    <a:lnTo>
                      <a:pt x="1544" y="1761"/>
                    </a:lnTo>
                    <a:lnTo>
                      <a:pt x="1506" y="1784"/>
                    </a:lnTo>
                    <a:lnTo>
                      <a:pt x="1467" y="1806"/>
                    </a:lnTo>
                    <a:lnTo>
                      <a:pt x="1426" y="1825"/>
                    </a:lnTo>
                    <a:lnTo>
                      <a:pt x="1383" y="1843"/>
                    </a:lnTo>
                    <a:lnTo>
                      <a:pt x="1339" y="1858"/>
                    </a:lnTo>
                    <a:lnTo>
                      <a:pt x="1292" y="1873"/>
                    </a:lnTo>
                    <a:lnTo>
                      <a:pt x="1244" y="1884"/>
                    </a:lnTo>
                    <a:lnTo>
                      <a:pt x="1194" y="1893"/>
                    </a:lnTo>
                    <a:lnTo>
                      <a:pt x="1143" y="1900"/>
                    </a:lnTo>
                    <a:lnTo>
                      <a:pt x="1089" y="1906"/>
                    </a:lnTo>
                    <a:lnTo>
                      <a:pt x="1035" y="1909"/>
                    </a:lnTo>
                    <a:lnTo>
                      <a:pt x="977" y="1910"/>
                    </a:lnTo>
                    <a:lnTo>
                      <a:pt x="921" y="1909"/>
                    </a:lnTo>
                    <a:lnTo>
                      <a:pt x="867" y="1906"/>
                    </a:lnTo>
                    <a:lnTo>
                      <a:pt x="813" y="1901"/>
                    </a:lnTo>
                    <a:lnTo>
                      <a:pt x="761" y="1895"/>
                    </a:lnTo>
                    <a:lnTo>
                      <a:pt x="711" y="1886"/>
                    </a:lnTo>
                    <a:lnTo>
                      <a:pt x="662" y="1875"/>
                    </a:lnTo>
                    <a:lnTo>
                      <a:pt x="614" y="1863"/>
                    </a:lnTo>
                    <a:lnTo>
                      <a:pt x="569" y="1848"/>
                    </a:lnTo>
                    <a:lnTo>
                      <a:pt x="525" y="1832"/>
                    </a:lnTo>
                    <a:lnTo>
                      <a:pt x="482" y="1814"/>
                    </a:lnTo>
                    <a:lnTo>
                      <a:pt x="441" y="1794"/>
                    </a:lnTo>
                    <a:lnTo>
                      <a:pt x="401" y="1772"/>
                    </a:lnTo>
                    <a:lnTo>
                      <a:pt x="363" y="1749"/>
                    </a:lnTo>
                    <a:lnTo>
                      <a:pt x="328" y="1723"/>
                    </a:lnTo>
                    <a:lnTo>
                      <a:pt x="294" y="1695"/>
                    </a:lnTo>
                    <a:lnTo>
                      <a:pt x="261" y="1666"/>
                    </a:lnTo>
                    <a:lnTo>
                      <a:pt x="230" y="1635"/>
                    </a:lnTo>
                    <a:lnTo>
                      <a:pt x="201" y="1602"/>
                    </a:lnTo>
                    <a:lnTo>
                      <a:pt x="175" y="1568"/>
                    </a:lnTo>
                    <a:lnTo>
                      <a:pt x="149" y="1532"/>
                    </a:lnTo>
                    <a:lnTo>
                      <a:pt x="126" y="1493"/>
                    </a:lnTo>
                    <a:lnTo>
                      <a:pt x="104" y="1453"/>
                    </a:lnTo>
                    <a:lnTo>
                      <a:pt x="85" y="1412"/>
                    </a:lnTo>
                    <a:lnTo>
                      <a:pt x="67" y="1367"/>
                    </a:lnTo>
                    <a:lnTo>
                      <a:pt x="52" y="1322"/>
                    </a:lnTo>
                    <a:lnTo>
                      <a:pt x="38" y="1275"/>
                    </a:lnTo>
                    <a:lnTo>
                      <a:pt x="27" y="1226"/>
                    </a:lnTo>
                    <a:lnTo>
                      <a:pt x="17" y="1176"/>
                    </a:lnTo>
                    <a:lnTo>
                      <a:pt x="9" y="1124"/>
                    </a:lnTo>
                    <a:lnTo>
                      <a:pt x="5" y="1070"/>
                    </a:lnTo>
                    <a:lnTo>
                      <a:pt x="1" y="1013"/>
                    </a:lnTo>
                    <a:lnTo>
                      <a:pt x="0" y="956"/>
                    </a:lnTo>
                    <a:close/>
                    <a:moveTo>
                      <a:pt x="572" y="958"/>
                    </a:moveTo>
                    <a:lnTo>
                      <a:pt x="573" y="1008"/>
                    </a:lnTo>
                    <a:lnTo>
                      <a:pt x="575" y="1056"/>
                    </a:lnTo>
                    <a:lnTo>
                      <a:pt x="578" y="1081"/>
                    </a:lnTo>
                    <a:lnTo>
                      <a:pt x="581" y="1105"/>
                    </a:lnTo>
                    <a:lnTo>
                      <a:pt x="584" y="1128"/>
                    </a:lnTo>
                    <a:lnTo>
                      <a:pt x="589" y="1151"/>
                    </a:lnTo>
                    <a:lnTo>
                      <a:pt x="593" y="1174"/>
                    </a:lnTo>
                    <a:lnTo>
                      <a:pt x="599" y="1197"/>
                    </a:lnTo>
                    <a:lnTo>
                      <a:pt x="605" y="1219"/>
                    </a:lnTo>
                    <a:lnTo>
                      <a:pt x="612" y="1240"/>
                    </a:lnTo>
                    <a:lnTo>
                      <a:pt x="620" y="1260"/>
                    </a:lnTo>
                    <a:lnTo>
                      <a:pt x="628" y="1281"/>
                    </a:lnTo>
                    <a:lnTo>
                      <a:pt x="638" y="1300"/>
                    </a:lnTo>
                    <a:lnTo>
                      <a:pt x="648" y="1319"/>
                    </a:lnTo>
                    <a:lnTo>
                      <a:pt x="659" y="1338"/>
                    </a:lnTo>
                    <a:lnTo>
                      <a:pt x="672" y="1354"/>
                    </a:lnTo>
                    <a:lnTo>
                      <a:pt x="685" y="1371"/>
                    </a:lnTo>
                    <a:lnTo>
                      <a:pt x="699" y="1386"/>
                    </a:lnTo>
                    <a:lnTo>
                      <a:pt x="715" y="1401"/>
                    </a:lnTo>
                    <a:lnTo>
                      <a:pt x="731" y="1414"/>
                    </a:lnTo>
                    <a:lnTo>
                      <a:pt x="749" y="1427"/>
                    </a:lnTo>
                    <a:lnTo>
                      <a:pt x="767" y="1438"/>
                    </a:lnTo>
                    <a:lnTo>
                      <a:pt x="786" y="1448"/>
                    </a:lnTo>
                    <a:lnTo>
                      <a:pt x="807" y="1457"/>
                    </a:lnTo>
                    <a:lnTo>
                      <a:pt x="829" y="1464"/>
                    </a:lnTo>
                    <a:lnTo>
                      <a:pt x="853" y="1471"/>
                    </a:lnTo>
                    <a:lnTo>
                      <a:pt x="877" y="1477"/>
                    </a:lnTo>
                    <a:lnTo>
                      <a:pt x="903" y="1480"/>
                    </a:lnTo>
                    <a:lnTo>
                      <a:pt x="930" y="1482"/>
                    </a:lnTo>
                    <a:lnTo>
                      <a:pt x="959" y="1483"/>
                    </a:lnTo>
                    <a:lnTo>
                      <a:pt x="990" y="1482"/>
                    </a:lnTo>
                    <a:lnTo>
                      <a:pt x="1018" y="1480"/>
                    </a:lnTo>
                    <a:lnTo>
                      <a:pt x="1045" y="1476"/>
                    </a:lnTo>
                    <a:lnTo>
                      <a:pt x="1071" y="1470"/>
                    </a:lnTo>
                    <a:lnTo>
                      <a:pt x="1095" y="1463"/>
                    </a:lnTo>
                    <a:lnTo>
                      <a:pt x="1118" y="1456"/>
                    </a:lnTo>
                    <a:lnTo>
                      <a:pt x="1139" y="1446"/>
                    </a:lnTo>
                    <a:lnTo>
                      <a:pt x="1160" y="1436"/>
                    </a:lnTo>
                    <a:lnTo>
                      <a:pt x="1178" y="1424"/>
                    </a:lnTo>
                    <a:lnTo>
                      <a:pt x="1195" y="1410"/>
                    </a:lnTo>
                    <a:lnTo>
                      <a:pt x="1212" y="1396"/>
                    </a:lnTo>
                    <a:lnTo>
                      <a:pt x="1227" y="1381"/>
                    </a:lnTo>
                    <a:lnTo>
                      <a:pt x="1241" y="1365"/>
                    </a:lnTo>
                    <a:lnTo>
                      <a:pt x="1254" y="1348"/>
                    </a:lnTo>
                    <a:lnTo>
                      <a:pt x="1266" y="1330"/>
                    </a:lnTo>
                    <a:lnTo>
                      <a:pt x="1277" y="1310"/>
                    </a:lnTo>
                    <a:lnTo>
                      <a:pt x="1287" y="1291"/>
                    </a:lnTo>
                    <a:lnTo>
                      <a:pt x="1296" y="1270"/>
                    </a:lnTo>
                    <a:lnTo>
                      <a:pt x="1303" y="1249"/>
                    </a:lnTo>
                    <a:lnTo>
                      <a:pt x="1311" y="1227"/>
                    </a:lnTo>
                    <a:lnTo>
                      <a:pt x="1317" y="1205"/>
                    </a:lnTo>
                    <a:lnTo>
                      <a:pt x="1322" y="1182"/>
                    </a:lnTo>
                    <a:lnTo>
                      <a:pt x="1328" y="1158"/>
                    </a:lnTo>
                    <a:lnTo>
                      <a:pt x="1332" y="1135"/>
                    </a:lnTo>
                    <a:lnTo>
                      <a:pt x="1335" y="1110"/>
                    </a:lnTo>
                    <a:lnTo>
                      <a:pt x="1339" y="1085"/>
                    </a:lnTo>
                    <a:lnTo>
                      <a:pt x="1341" y="1061"/>
                    </a:lnTo>
                    <a:lnTo>
                      <a:pt x="1342" y="1036"/>
                    </a:lnTo>
                    <a:lnTo>
                      <a:pt x="1344" y="985"/>
                    </a:lnTo>
                    <a:lnTo>
                      <a:pt x="1345" y="934"/>
                    </a:lnTo>
                    <a:lnTo>
                      <a:pt x="1345" y="909"/>
                    </a:lnTo>
                    <a:lnTo>
                      <a:pt x="1344" y="884"/>
                    </a:lnTo>
                    <a:lnTo>
                      <a:pt x="1343" y="861"/>
                    </a:lnTo>
                    <a:lnTo>
                      <a:pt x="1341" y="837"/>
                    </a:lnTo>
                    <a:lnTo>
                      <a:pt x="1339" y="814"/>
                    </a:lnTo>
                    <a:lnTo>
                      <a:pt x="1335" y="790"/>
                    </a:lnTo>
                    <a:lnTo>
                      <a:pt x="1331" y="768"/>
                    </a:lnTo>
                    <a:lnTo>
                      <a:pt x="1326" y="744"/>
                    </a:lnTo>
                    <a:lnTo>
                      <a:pt x="1321" y="722"/>
                    </a:lnTo>
                    <a:lnTo>
                      <a:pt x="1315" y="701"/>
                    </a:lnTo>
                    <a:lnTo>
                      <a:pt x="1309" y="680"/>
                    </a:lnTo>
                    <a:lnTo>
                      <a:pt x="1301" y="659"/>
                    </a:lnTo>
                    <a:lnTo>
                      <a:pt x="1292" y="640"/>
                    </a:lnTo>
                    <a:lnTo>
                      <a:pt x="1283" y="621"/>
                    </a:lnTo>
                    <a:lnTo>
                      <a:pt x="1273" y="602"/>
                    </a:lnTo>
                    <a:lnTo>
                      <a:pt x="1262" y="584"/>
                    </a:lnTo>
                    <a:lnTo>
                      <a:pt x="1250" y="568"/>
                    </a:lnTo>
                    <a:lnTo>
                      <a:pt x="1238" y="551"/>
                    </a:lnTo>
                    <a:lnTo>
                      <a:pt x="1225" y="536"/>
                    </a:lnTo>
                    <a:lnTo>
                      <a:pt x="1209" y="522"/>
                    </a:lnTo>
                    <a:lnTo>
                      <a:pt x="1194" y="508"/>
                    </a:lnTo>
                    <a:lnTo>
                      <a:pt x="1177" y="496"/>
                    </a:lnTo>
                    <a:lnTo>
                      <a:pt x="1161" y="484"/>
                    </a:lnTo>
                    <a:lnTo>
                      <a:pt x="1142" y="474"/>
                    </a:lnTo>
                    <a:lnTo>
                      <a:pt x="1122" y="464"/>
                    </a:lnTo>
                    <a:lnTo>
                      <a:pt x="1101" y="457"/>
                    </a:lnTo>
                    <a:lnTo>
                      <a:pt x="1080" y="449"/>
                    </a:lnTo>
                    <a:lnTo>
                      <a:pt x="1057" y="443"/>
                    </a:lnTo>
                    <a:lnTo>
                      <a:pt x="1033" y="439"/>
                    </a:lnTo>
                    <a:lnTo>
                      <a:pt x="1007" y="434"/>
                    </a:lnTo>
                    <a:lnTo>
                      <a:pt x="982" y="433"/>
                    </a:lnTo>
                    <a:lnTo>
                      <a:pt x="954" y="432"/>
                    </a:lnTo>
                    <a:lnTo>
                      <a:pt x="926" y="433"/>
                    </a:lnTo>
                    <a:lnTo>
                      <a:pt x="899" y="436"/>
                    </a:lnTo>
                    <a:lnTo>
                      <a:pt x="874" y="439"/>
                    </a:lnTo>
                    <a:lnTo>
                      <a:pt x="849" y="444"/>
                    </a:lnTo>
                    <a:lnTo>
                      <a:pt x="826" y="451"/>
                    </a:lnTo>
                    <a:lnTo>
                      <a:pt x="804" y="459"/>
                    </a:lnTo>
                    <a:lnTo>
                      <a:pt x="783" y="468"/>
                    </a:lnTo>
                    <a:lnTo>
                      <a:pt x="764" y="479"/>
                    </a:lnTo>
                    <a:lnTo>
                      <a:pt x="746" y="490"/>
                    </a:lnTo>
                    <a:lnTo>
                      <a:pt x="729" y="503"/>
                    </a:lnTo>
                    <a:lnTo>
                      <a:pt x="712" y="516"/>
                    </a:lnTo>
                    <a:lnTo>
                      <a:pt x="698" y="532"/>
                    </a:lnTo>
                    <a:lnTo>
                      <a:pt x="684" y="547"/>
                    </a:lnTo>
                    <a:lnTo>
                      <a:pt x="670" y="564"/>
                    </a:lnTo>
                    <a:lnTo>
                      <a:pt x="658" y="581"/>
                    </a:lnTo>
                    <a:lnTo>
                      <a:pt x="647" y="599"/>
                    </a:lnTo>
                    <a:lnTo>
                      <a:pt x="637" y="619"/>
                    </a:lnTo>
                    <a:lnTo>
                      <a:pt x="627" y="637"/>
                    </a:lnTo>
                    <a:lnTo>
                      <a:pt x="620" y="658"/>
                    </a:lnTo>
                    <a:lnTo>
                      <a:pt x="612" y="679"/>
                    </a:lnTo>
                    <a:lnTo>
                      <a:pt x="604" y="700"/>
                    </a:lnTo>
                    <a:lnTo>
                      <a:pt x="599" y="722"/>
                    </a:lnTo>
                    <a:lnTo>
                      <a:pt x="593" y="745"/>
                    </a:lnTo>
                    <a:lnTo>
                      <a:pt x="589" y="768"/>
                    </a:lnTo>
                    <a:lnTo>
                      <a:pt x="584" y="792"/>
                    </a:lnTo>
                    <a:lnTo>
                      <a:pt x="581" y="815"/>
                    </a:lnTo>
                    <a:lnTo>
                      <a:pt x="578" y="838"/>
                    </a:lnTo>
                    <a:lnTo>
                      <a:pt x="575" y="862"/>
                    </a:lnTo>
                    <a:lnTo>
                      <a:pt x="573" y="911"/>
                    </a:lnTo>
                    <a:lnTo>
                      <a:pt x="572" y="9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7" name="Freeform 13"/>
              <p:cNvSpPr>
                <a:spLocks noEditPoints="1"/>
              </p:cNvSpPr>
              <p:nvPr/>
            </p:nvSpPr>
            <p:spPr bwMode="auto">
              <a:xfrm>
                <a:off x="10081486" y="822770"/>
                <a:ext cx="303212" cy="303212"/>
              </a:xfrm>
              <a:custGeom>
                <a:avLst/>
                <a:gdLst>
                  <a:gd name="T0" fmla="*/ 17 w 1918"/>
                  <a:gd name="T1" fmla="*/ 743 h 1910"/>
                  <a:gd name="T2" fmla="*/ 83 w 1918"/>
                  <a:gd name="T3" fmla="*/ 512 h 1910"/>
                  <a:gd name="T4" fmla="*/ 197 w 1918"/>
                  <a:gd name="T5" fmla="*/ 320 h 1910"/>
                  <a:gd name="T6" fmla="*/ 355 w 1918"/>
                  <a:gd name="T7" fmla="*/ 170 h 1910"/>
                  <a:gd name="T8" fmla="*/ 555 w 1918"/>
                  <a:gd name="T9" fmla="*/ 65 h 1910"/>
                  <a:gd name="T10" fmla="*/ 794 w 1918"/>
                  <a:gd name="T11" fmla="*/ 9 h 1910"/>
                  <a:gd name="T12" fmla="*/ 1065 w 1918"/>
                  <a:gd name="T13" fmla="*/ 4 h 1910"/>
                  <a:gd name="T14" fmla="*/ 1313 w 1918"/>
                  <a:gd name="T15" fmla="*/ 47 h 1910"/>
                  <a:gd name="T16" fmla="*/ 1523 w 1918"/>
                  <a:gd name="T17" fmla="*/ 139 h 1910"/>
                  <a:gd name="T18" fmla="*/ 1691 w 1918"/>
                  <a:gd name="T19" fmla="*/ 276 h 1910"/>
                  <a:gd name="T20" fmla="*/ 1815 w 1918"/>
                  <a:gd name="T21" fmla="*/ 457 h 1910"/>
                  <a:gd name="T22" fmla="*/ 1892 w 1918"/>
                  <a:gd name="T23" fmla="*/ 678 h 1910"/>
                  <a:gd name="T24" fmla="*/ 1918 w 1918"/>
                  <a:gd name="T25" fmla="*/ 941 h 1910"/>
                  <a:gd name="T26" fmla="*/ 1908 w 1918"/>
                  <a:gd name="T27" fmla="*/ 1133 h 1910"/>
                  <a:gd name="T28" fmla="*/ 1874 w 1918"/>
                  <a:gd name="T29" fmla="*/ 1300 h 1910"/>
                  <a:gd name="T30" fmla="*/ 1821 w 1918"/>
                  <a:gd name="T31" fmla="*/ 1446 h 1910"/>
                  <a:gd name="T32" fmla="*/ 1739 w 1918"/>
                  <a:gd name="T33" fmla="*/ 1582 h 1910"/>
                  <a:gd name="T34" fmla="*/ 1634 w 1918"/>
                  <a:gd name="T35" fmla="*/ 1695 h 1910"/>
                  <a:gd name="T36" fmla="*/ 1512 w 1918"/>
                  <a:gd name="T37" fmla="*/ 1782 h 1910"/>
                  <a:gd name="T38" fmla="*/ 1378 w 1918"/>
                  <a:gd name="T39" fmla="*/ 1846 h 1910"/>
                  <a:gd name="T40" fmla="*/ 1231 w 1918"/>
                  <a:gd name="T41" fmla="*/ 1887 h 1910"/>
                  <a:gd name="T42" fmla="*/ 1075 w 1918"/>
                  <a:gd name="T43" fmla="*/ 1907 h 1910"/>
                  <a:gd name="T44" fmla="*/ 903 w 1918"/>
                  <a:gd name="T45" fmla="*/ 1909 h 1910"/>
                  <a:gd name="T46" fmla="*/ 726 w 1918"/>
                  <a:gd name="T47" fmla="*/ 1891 h 1910"/>
                  <a:gd name="T48" fmla="*/ 570 w 1918"/>
                  <a:gd name="T49" fmla="*/ 1854 h 1910"/>
                  <a:gd name="T50" fmla="*/ 430 w 1918"/>
                  <a:gd name="T51" fmla="*/ 1795 h 1910"/>
                  <a:gd name="T52" fmla="*/ 295 w 1918"/>
                  <a:gd name="T53" fmla="*/ 1702 h 1910"/>
                  <a:gd name="T54" fmla="*/ 188 w 1918"/>
                  <a:gd name="T55" fmla="*/ 1587 h 1910"/>
                  <a:gd name="T56" fmla="*/ 106 w 1918"/>
                  <a:gd name="T57" fmla="*/ 1453 h 1910"/>
                  <a:gd name="T58" fmla="*/ 50 w 1918"/>
                  <a:gd name="T59" fmla="*/ 1307 h 1910"/>
                  <a:gd name="T60" fmla="*/ 15 w 1918"/>
                  <a:gd name="T61" fmla="*/ 1151 h 1910"/>
                  <a:gd name="T62" fmla="*/ 1 w 1918"/>
                  <a:gd name="T63" fmla="*/ 989 h 1910"/>
                  <a:gd name="T64" fmla="*/ 579 w 1918"/>
                  <a:gd name="T65" fmla="*/ 1081 h 1910"/>
                  <a:gd name="T66" fmla="*/ 600 w 1918"/>
                  <a:gd name="T67" fmla="*/ 1197 h 1910"/>
                  <a:gd name="T68" fmla="*/ 639 w 1918"/>
                  <a:gd name="T69" fmla="*/ 1300 h 1910"/>
                  <a:gd name="T70" fmla="*/ 701 w 1918"/>
                  <a:gd name="T71" fmla="*/ 1386 h 1910"/>
                  <a:gd name="T72" fmla="*/ 788 w 1918"/>
                  <a:gd name="T73" fmla="*/ 1448 h 1910"/>
                  <a:gd name="T74" fmla="*/ 904 w 1918"/>
                  <a:gd name="T75" fmla="*/ 1480 h 1910"/>
                  <a:gd name="T76" fmla="*/ 1046 w 1918"/>
                  <a:gd name="T77" fmla="*/ 1476 h 1910"/>
                  <a:gd name="T78" fmla="*/ 1160 w 1918"/>
                  <a:gd name="T79" fmla="*/ 1436 h 1910"/>
                  <a:gd name="T80" fmla="*/ 1242 w 1918"/>
                  <a:gd name="T81" fmla="*/ 1365 h 1910"/>
                  <a:gd name="T82" fmla="*/ 1296 w 1918"/>
                  <a:gd name="T83" fmla="*/ 1270 h 1910"/>
                  <a:gd name="T84" fmla="*/ 1328 w 1918"/>
                  <a:gd name="T85" fmla="*/ 1158 h 1910"/>
                  <a:gd name="T86" fmla="*/ 1343 w 1918"/>
                  <a:gd name="T87" fmla="*/ 1036 h 1910"/>
                  <a:gd name="T88" fmla="*/ 1343 w 1918"/>
                  <a:gd name="T89" fmla="*/ 861 h 1910"/>
                  <a:gd name="T90" fmla="*/ 1328 w 1918"/>
                  <a:gd name="T91" fmla="*/ 744 h 1910"/>
                  <a:gd name="T92" fmla="*/ 1294 w 1918"/>
                  <a:gd name="T93" fmla="*/ 640 h 1910"/>
                  <a:gd name="T94" fmla="*/ 1238 w 1918"/>
                  <a:gd name="T95" fmla="*/ 551 h 1910"/>
                  <a:gd name="T96" fmla="*/ 1161 w 1918"/>
                  <a:gd name="T97" fmla="*/ 484 h 1910"/>
                  <a:gd name="T98" fmla="*/ 1058 w 1918"/>
                  <a:gd name="T99" fmla="*/ 443 h 1910"/>
                  <a:gd name="T100" fmla="*/ 927 w 1918"/>
                  <a:gd name="T101" fmla="*/ 433 h 1910"/>
                  <a:gd name="T102" fmla="*/ 805 w 1918"/>
                  <a:gd name="T103" fmla="*/ 459 h 1910"/>
                  <a:gd name="T104" fmla="*/ 714 w 1918"/>
                  <a:gd name="T105" fmla="*/ 516 h 1910"/>
                  <a:gd name="T106" fmla="*/ 649 w 1918"/>
                  <a:gd name="T107" fmla="*/ 599 h 1910"/>
                  <a:gd name="T108" fmla="*/ 606 w 1918"/>
                  <a:gd name="T109" fmla="*/ 700 h 1910"/>
                  <a:gd name="T110" fmla="*/ 581 w 1918"/>
                  <a:gd name="T111" fmla="*/ 815 h 19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1918" h="1910">
                    <a:moveTo>
                      <a:pt x="0" y="956"/>
                    </a:moveTo>
                    <a:lnTo>
                      <a:pt x="1" y="901"/>
                    </a:lnTo>
                    <a:lnTo>
                      <a:pt x="5" y="847"/>
                    </a:lnTo>
                    <a:lnTo>
                      <a:pt x="10" y="794"/>
                    </a:lnTo>
                    <a:lnTo>
                      <a:pt x="17" y="743"/>
                    </a:lnTo>
                    <a:lnTo>
                      <a:pt x="27" y="694"/>
                    </a:lnTo>
                    <a:lnTo>
                      <a:pt x="38" y="646"/>
                    </a:lnTo>
                    <a:lnTo>
                      <a:pt x="51" y="600"/>
                    </a:lnTo>
                    <a:lnTo>
                      <a:pt x="66" y="555"/>
                    </a:lnTo>
                    <a:lnTo>
                      <a:pt x="83" y="512"/>
                    </a:lnTo>
                    <a:lnTo>
                      <a:pt x="102" y="470"/>
                    </a:lnTo>
                    <a:lnTo>
                      <a:pt x="123" y="430"/>
                    </a:lnTo>
                    <a:lnTo>
                      <a:pt x="145" y="391"/>
                    </a:lnTo>
                    <a:lnTo>
                      <a:pt x="170" y="354"/>
                    </a:lnTo>
                    <a:lnTo>
                      <a:pt x="197" y="320"/>
                    </a:lnTo>
                    <a:lnTo>
                      <a:pt x="225" y="286"/>
                    </a:lnTo>
                    <a:lnTo>
                      <a:pt x="254" y="254"/>
                    </a:lnTo>
                    <a:lnTo>
                      <a:pt x="286" y="224"/>
                    </a:lnTo>
                    <a:lnTo>
                      <a:pt x="320" y="196"/>
                    </a:lnTo>
                    <a:lnTo>
                      <a:pt x="355" y="170"/>
                    </a:lnTo>
                    <a:lnTo>
                      <a:pt x="391" y="146"/>
                    </a:lnTo>
                    <a:lnTo>
                      <a:pt x="430" y="122"/>
                    </a:lnTo>
                    <a:lnTo>
                      <a:pt x="470" y="101"/>
                    </a:lnTo>
                    <a:lnTo>
                      <a:pt x="512" y="83"/>
                    </a:lnTo>
                    <a:lnTo>
                      <a:pt x="555" y="65"/>
                    </a:lnTo>
                    <a:lnTo>
                      <a:pt x="600" y="51"/>
                    </a:lnTo>
                    <a:lnTo>
                      <a:pt x="646" y="37"/>
                    </a:lnTo>
                    <a:lnTo>
                      <a:pt x="694" y="25"/>
                    </a:lnTo>
                    <a:lnTo>
                      <a:pt x="744" y="17"/>
                    </a:lnTo>
                    <a:lnTo>
                      <a:pt x="794" y="9"/>
                    </a:lnTo>
                    <a:lnTo>
                      <a:pt x="847" y="4"/>
                    </a:lnTo>
                    <a:lnTo>
                      <a:pt x="900" y="1"/>
                    </a:lnTo>
                    <a:lnTo>
                      <a:pt x="956" y="0"/>
                    </a:lnTo>
                    <a:lnTo>
                      <a:pt x="1011" y="1"/>
                    </a:lnTo>
                    <a:lnTo>
                      <a:pt x="1065" y="4"/>
                    </a:lnTo>
                    <a:lnTo>
                      <a:pt x="1118" y="9"/>
                    </a:lnTo>
                    <a:lnTo>
                      <a:pt x="1169" y="15"/>
                    </a:lnTo>
                    <a:lnTo>
                      <a:pt x="1218" y="24"/>
                    </a:lnTo>
                    <a:lnTo>
                      <a:pt x="1267" y="35"/>
                    </a:lnTo>
                    <a:lnTo>
                      <a:pt x="1313" y="47"/>
                    </a:lnTo>
                    <a:lnTo>
                      <a:pt x="1359" y="63"/>
                    </a:lnTo>
                    <a:lnTo>
                      <a:pt x="1402" y="78"/>
                    </a:lnTo>
                    <a:lnTo>
                      <a:pt x="1444" y="97"/>
                    </a:lnTo>
                    <a:lnTo>
                      <a:pt x="1485" y="117"/>
                    </a:lnTo>
                    <a:lnTo>
                      <a:pt x="1523" y="139"/>
                    </a:lnTo>
                    <a:lnTo>
                      <a:pt x="1560" y="163"/>
                    </a:lnTo>
                    <a:lnTo>
                      <a:pt x="1595" y="189"/>
                    </a:lnTo>
                    <a:lnTo>
                      <a:pt x="1629" y="216"/>
                    </a:lnTo>
                    <a:lnTo>
                      <a:pt x="1661" y="245"/>
                    </a:lnTo>
                    <a:lnTo>
                      <a:pt x="1691" y="276"/>
                    </a:lnTo>
                    <a:lnTo>
                      <a:pt x="1720" y="309"/>
                    </a:lnTo>
                    <a:lnTo>
                      <a:pt x="1746" y="343"/>
                    </a:lnTo>
                    <a:lnTo>
                      <a:pt x="1771" y="379"/>
                    </a:lnTo>
                    <a:lnTo>
                      <a:pt x="1794" y="417"/>
                    </a:lnTo>
                    <a:lnTo>
                      <a:pt x="1815" y="457"/>
                    </a:lnTo>
                    <a:lnTo>
                      <a:pt x="1835" y="497"/>
                    </a:lnTo>
                    <a:lnTo>
                      <a:pt x="1851" y="540"/>
                    </a:lnTo>
                    <a:lnTo>
                      <a:pt x="1867" y="584"/>
                    </a:lnTo>
                    <a:lnTo>
                      <a:pt x="1880" y="631"/>
                    </a:lnTo>
                    <a:lnTo>
                      <a:pt x="1892" y="678"/>
                    </a:lnTo>
                    <a:lnTo>
                      <a:pt x="1901" y="728"/>
                    </a:lnTo>
                    <a:lnTo>
                      <a:pt x="1909" y="779"/>
                    </a:lnTo>
                    <a:lnTo>
                      <a:pt x="1913" y="831"/>
                    </a:lnTo>
                    <a:lnTo>
                      <a:pt x="1916" y="886"/>
                    </a:lnTo>
                    <a:lnTo>
                      <a:pt x="1918" y="941"/>
                    </a:lnTo>
                    <a:lnTo>
                      <a:pt x="1918" y="981"/>
                    </a:lnTo>
                    <a:lnTo>
                      <a:pt x="1916" y="1020"/>
                    </a:lnTo>
                    <a:lnTo>
                      <a:pt x="1914" y="1059"/>
                    </a:lnTo>
                    <a:lnTo>
                      <a:pt x="1911" y="1096"/>
                    </a:lnTo>
                    <a:lnTo>
                      <a:pt x="1908" y="1133"/>
                    </a:lnTo>
                    <a:lnTo>
                      <a:pt x="1902" y="1168"/>
                    </a:lnTo>
                    <a:lnTo>
                      <a:pt x="1897" y="1202"/>
                    </a:lnTo>
                    <a:lnTo>
                      <a:pt x="1890" y="1236"/>
                    </a:lnTo>
                    <a:lnTo>
                      <a:pt x="1883" y="1268"/>
                    </a:lnTo>
                    <a:lnTo>
                      <a:pt x="1874" y="1300"/>
                    </a:lnTo>
                    <a:lnTo>
                      <a:pt x="1866" y="1331"/>
                    </a:lnTo>
                    <a:lnTo>
                      <a:pt x="1856" y="1361"/>
                    </a:lnTo>
                    <a:lnTo>
                      <a:pt x="1846" y="1391"/>
                    </a:lnTo>
                    <a:lnTo>
                      <a:pt x="1834" y="1418"/>
                    </a:lnTo>
                    <a:lnTo>
                      <a:pt x="1821" y="1446"/>
                    </a:lnTo>
                    <a:lnTo>
                      <a:pt x="1808" y="1472"/>
                    </a:lnTo>
                    <a:lnTo>
                      <a:pt x="1793" y="1502"/>
                    </a:lnTo>
                    <a:lnTo>
                      <a:pt x="1775" y="1530"/>
                    </a:lnTo>
                    <a:lnTo>
                      <a:pt x="1757" y="1557"/>
                    </a:lnTo>
                    <a:lnTo>
                      <a:pt x="1739" y="1582"/>
                    </a:lnTo>
                    <a:lnTo>
                      <a:pt x="1719" y="1607"/>
                    </a:lnTo>
                    <a:lnTo>
                      <a:pt x="1699" y="1631"/>
                    </a:lnTo>
                    <a:lnTo>
                      <a:pt x="1678" y="1653"/>
                    </a:lnTo>
                    <a:lnTo>
                      <a:pt x="1657" y="1675"/>
                    </a:lnTo>
                    <a:lnTo>
                      <a:pt x="1634" y="1695"/>
                    </a:lnTo>
                    <a:lnTo>
                      <a:pt x="1612" y="1715"/>
                    </a:lnTo>
                    <a:lnTo>
                      <a:pt x="1587" y="1734"/>
                    </a:lnTo>
                    <a:lnTo>
                      <a:pt x="1563" y="1751"/>
                    </a:lnTo>
                    <a:lnTo>
                      <a:pt x="1539" y="1767"/>
                    </a:lnTo>
                    <a:lnTo>
                      <a:pt x="1512" y="1782"/>
                    </a:lnTo>
                    <a:lnTo>
                      <a:pt x="1487" y="1798"/>
                    </a:lnTo>
                    <a:lnTo>
                      <a:pt x="1460" y="1811"/>
                    </a:lnTo>
                    <a:lnTo>
                      <a:pt x="1433" y="1823"/>
                    </a:lnTo>
                    <a:lnTo>
                      <a:pt x="1405" y="1835"/>
                    </a:lnTo>
                    <a:lnTo>
                      <a:pt x="1378" y="1846"/>
                    </a:lnTo>
                    <a:lnTo>
                      <a:pt x="1349" y="1856"/>
                    </a:lnTo>
                    <a:lnTo>
                      <a:pt x="1320" y="1865"/>
                    </a:lnTo>
                    <a:lnTo>
                      <a:pt x="1290" y="1873"/>
                    </a:lnTo>
                    <a:lnTo>
                      <a:pt x="1260" y="1880"/>
                    </a:lnTo>
                    <a:lnTo>
                      <a:pt x="1231" y="1887"/>
                    </a:lnTo>
                    <a:lnTo>
                      <a:pt x="1200" y="1892"/>
                    </a:lnTo>
                    <a:lnTo>
                      <a:pt x="1169" y="1897"/>
                    </a:lnTo>
                    <a:lnTo>
                      <a:pt x="1138" y="1901"/>
                    </a:lnTo>
                    <a:lnTo>
                      <a:pt x="1107" y="1904"/>
                    </a:lnTo>
                    <a:lnTo>
                      <a:pt x="1075" y="1907"/>
                    </a:lnTo>
                    <a:lnTo>
                      <a:pt x="1043" y="1909"/>
                    </a:lnTo>
                    <a:lnTo>
                      <a:pt x="1011" y="1910"/>
                    </a:lnTo>
                    <a:lnTo>
                      <a:pt x="979" y="1910"/>
                    </a:lnTo>
                    <a:lnTo>
                      <a:pt x="940" y="1910"/>
                    </a:lnTo>
                    <a:lnTo>
                      <a:pt x="903" y="1909"/>
                    </a:lnTo>
                    <a:lnTo>
                      <a:pt x="865" y="1907"/>
                    </a:lnTo>
                    <a:lnTo>
                      <a:pt x="830" y="1903"/>
                    </a:lnTo>
                    <a:lnTo>
                      <a:pt x="794" y="1900"/>
                    </a:lnTo>
                    <a:lnTo>
                      <a:pt x="759" y="1896"/>
                    </a:lnTo>
                    <a:lnTo>
                      <a:pt x="726" y="1891"/>
                    </a:lnTo>
                    <a:lnTo>
                      <a:pt x="693" y="1885"/>
                    </a:lnTo>
                    <a:lnTo>
                      <a:pt x="661" y="1879"/>
                    </a:lnTo>
                    <a:lnTo>
                      <a:pt x="630" y="1871"/>
                    </a:lnTo>
                    <a:lnTo>
                      <a:pt x="600" y="1863"/>
                    </a:lnTo>
                    <a:lnTo>
                      <a:pt x="570" y="1854"/>
                    </a:lnTo>
                    <a:lnTo>
                      <a:pt x="542" y="1845"/>
                    </a:lnTo>
                    <a:lnTo>
                      <a:pt x="514" y="1834"/>
                    </a:lnTo>
                    <a:lnTo>
                      <a:pt x="486" y="1823"/>
                    </a:lnTo>
                    <a:lnTo>
                      <a:pt x="461" y="1811"/>
                    </a:lnTo>
                    <a:lnTo>
                      <a:pt x="430" y="1795"/>
                    </a:lnTo>
                    <a:lnTo>
                      <a:pt x="401" y="1779"/>
                    </a:lnTo>
                    <a:lnTo>
                      <a:pt x="373" y="1761"/>
                    </a:lnTo>
                    <a:lnTo>
                      <a:pt x="346" y="1742"/>
                    </a:lnTo>
                    <a:lnTo>
                      <a:pt x="321" y="1723"/>
                    </a:lnTo>
                    <a:lnTo>
                      <a:pt x="295" y="1702"/>
                    </a:lnTo>
                    <a:lnTo>
                      <a:pt x="272" y="1681"/>
                    </a:lnTo>
                    <a:lnTo>
                      <a:pt x="250" y="1659"/>
                    </a:lnTo>
                    <a:lnTo>
                      <a:pt x="228" y="1635"/>
                    </a:lnTo>
                    <a:lnTo>
                      <a:pt x="208" y="1611"/>
                    </a:lnTo>
                    <a:lnTo>
                      <a:pt x="188" y="1587"/>
                    </a:lnTo>
                    <a:lnTo>
                      <a:pt x="170" y="1562"/>
                    </a:lnTo>
                    <a:lnTo>
                      <a:pt x="153" y="1535"/>
                    </a:lnTo>
                    <a:lnTo>
                      <a:pt x="136" y="1509"/>
                    </a:lnTo>
                    <a:lnTo>
                      <a:pt x="121" y="1482"/>
                    </a:lnTo>
                    <a:lnTo>
                      <a:pt x="106" y="1453"/>
                    </a:lnTo>
                    <a:lnTo>
                      <a:pt x="93" y="1426"/>
                    </a:lnTo>
                    <a:lnTo>
                      <a:pt x="81" y="1396"/>
                    </a:lnTo>
                    <a:lnTo>
                      <a:pt x="70" y="1367"/>
                    </a:lnTo>
                    <a:lnTo>
                      <a:pt x="59" y="1338"/>
                    </a:lnTo>
                    <a:lnTo>
                      <a:pt x="50" y="1307"/>
                    </a:lnTo>
                    <a:lnTo>
                      <a:pt x="41" y="1277"/>
                    </a:lnTo>
                    <a:lnTo>
                      <a:pt x="33" y="1245"/>
                    </a:lnTo>
                    <a:lnTo>
                      <a:pt x="26" y="1214"/>
                    </a:lnTo>
                    <a:lnTo>
                      <a:pt x="20" y="1182"/>
                    </a:lnTo>
                    <a:lnTo>
                      <a:pt x="15" y="1151"/>
                    </a:lnTo>
                    <a:lnTo>
                      <a:pt x="10" y="1118"/>
                    </a:lnTo>
                    <a:lnTo>
                      <a:pt x="7" y="1086"/>
                    </a:lnTo>
                    <a:lnTo>
                      <a:pt x="4" y="1054"/>
                    </a:lnTo>
                    <a:lnTo>
                      <a:pt x="3" y="1021"/>
                    </a:lnTo>
                    <a:lnTo>
                      <a:pt x="1" y="989"/>
                    </a:lnTo>
                    <a:lnTo>
                      <a:pt x="0" y="956"/>
                    </a:lnTo>
                    <a:close/>
                    <a:moveTo>
                      <a:pt x="572" y="958"/>
                    </a:moveTo>
                    <a:lnTo>
                      <a:pt x="574" y="1008"/>
                    </a:lnTo>
                    <a:lnTo>
                      <a:pt x="577" y="1056"/>
                    </a:lnTo>
                    <a:lnTo>
                      <a:pt x="579" y="1081"/>
                    </a:lnTo>
                    <a:lnTo>
                      <a:pt x="581" y="1105"/>
                    </a:lnTo>
                    <a:lnTo>
                      <a:pt x="586" y="1128"/>
                    </a:lnTo>
                    <a:lnTo>
                      <a:pt x="589" y="1151"/>
                    </a:lnTo>
                    <a:lnTo>
                      <a:pt x="595" y="1174"/>
                    </a:lnTo>
                    <a:lnTo>
                      <a:pt x="600" y="1197"/>
                    </a:lnTo>
                    <a:lnTo>
                      <a:pt x="606" y="1219"/>
                    </a:lnTo>
                    <a:lnTo>
                      <a:pt x="613" y="1240"/>
                    </a:lnTo>
                    <a:lnTo>
                      <a:pt x="621" y="1260"/>
                    </a:lnTo>
                    <a:lnTo>
                      <a:pt x="630" y="1281"/>
                    </a:lnTo>
                    <a:lnTo>
                      <a:pt x="639" y="1300"/>
                    </a:lnTo>
                    <a:lnTo>
                      <a:pt x="650" y="1319"/>
                    </a:lnTo>
                    <a:lnTo>
                      <a:pt x="661" y="1338"/>
                    </a:lnTo>
                    <a:lnTo>
                      <a:pt x="673" y="1354"/>
                    </a:lnTo>
                    <a:lnTo>
                      <a:pt x="686" y="1371"/>
                    </a:lnTo>
                    <a:lnTo>
                      <a:pt x="701" y="1386"/>
                    </a:lnTo>
                    <a:lnTo>
                      <a:pt x="716" y="1401"/>
                    </a:lnTo>
                    <a:lnTo>
                      <a:pt x="731" y="1414"/>
                    </a:lnTo>
                    <a:lnTo>
                      <a:pt x="749" y="1427"/>
                    </a:lnTo>
                    <a:lnTo>
                      <a:pt x="768" y="1438"/>
                    </a:lnTo>
                    <a:lnTo>
                      <a:pt x="788" y="1448"/>
                    </a:lnTo>
                    <a:lnTo>
                      <a:pt x="809" y="1457"/>
                    </a:lnTo>
                    <a:lnTo>
                      <a:pt x="831" y="1464"/>
                    </a:lnTo>
                    <a:lnTo>
                      <a:pt x="854" y="1471"/>
                    </a:lnTo>
                    <a:lnTo>
                      <a:pt x="878" y="1477"/>
                    </a:lnTo>
                    <a:lnTo>
                      <a:pt x="904" y="1480"/>
                    </a:lnTo>
                    <a:lnTo>
                      <a:pt x="931" y="1482"/>
                    </a:lnTo>
                    <a:lnTo>
                      <a:pt x="960" y="1483"/>
                    </a:lnTo>
                    <a:lnTo>
                      <a:pt x="990" y="1482"/>
                    </a:lnTo>
                    <a:lnTo>
                      <a:pt x="1019" y="1480"/>
                    </a:lnTo>
                    <a:lnTo>
                      <a:pt x="1046" y="1476"/>
                    </a:lnTo>
                    <a:lnTo>
                      <a:pt x="1072" y="1470"/>
                    </a:lnTo>
                    <a:lnTo>
                      <a:pt x="1096" y="1463"/>
                    </a:lnTo>
                    <a:lnTo>
                      <a:pt x="1119" y="1456"/>
                    </a:lnTo>
                    <a:lnTo>
                      <a:pt x="1140" y="1446"/>
                    </a:lnTo>
                    <a:lnTo>
                      <a:pt x="1160" y="1436"/>
                    </a:lnTo>
                    <a:lnTo>
                      <a:pt x="1179" y="1424"/>
                    </a:lnTo>
                    <a:lnTo>
                      <a:pt x="1196" y="1410"/>
                    </a:lnTo>
                    <a:lnTo>
                      <a:pt x="1213" y="1396"/>
                    </a:lnTo>
                    <a:lnTo>
                      <a:pt x="1227" y="1381"/>
                    </a:lnTo>
                    <a:lnTo>
                      <a:pt x="1242" y="1365"/>
                    </a:lnTo>
                    <a:lnTo>
                      <a:pt x="1255" y="1348"/>
                    </a:lnTo>
                    <a:lnTo>
                      <a:pt x="1267" y="1330"/>
                    </a:lnTo>
                    <a:lnTo>
                      <a:pt x="1277" y="1310"/>
                    </a:lnTo>
                    <a:lnTo>
                      <a:pt x="1287" y="1291"/>
                    </a:lnTo>
                    <a:lnTo>
                      <a:pt x="1296" y="1270"/>
                    </a:lnTo>
                    <a:lnTo>
                      <a:pt x="1305" y="1249"/>
                    </a:lnTo>
                    <a:lnTo>
                      <a:pt x="1311" y="1227"/>
                    </a:lnTo>
                    <a:lnTo>
                      <a:pt x="1318" y="1205"/>
                    </a:lnTo>
                    <a:lnTo>
                      <a:pt x="1323" y="1182"/>
                    </a:lnTo>
                    <a:lnTo>
                      <a:pt x="1328" y="1158"/>
                    </a:lnTo>
                    <a:lnTo>
                      <a:pt x="1332" y="1135"/>
                    </a:lnTo>
                    <a:lnTo>
                      <a:pt x="1336" y="1110"/>
                    </a:lnTo>
                    <a:lnTo>
                      <a:pt x="1339" y="1085"/>
                    </a:lnTo>
                    <a:lnTo>
                      <a:pt x="1341" y="1061"/>
                    </a:lnTo>
                    <a:lnTo>
                      <a:pt x="1343" y="1036"/>
                    </a:lnTo>
                    <a:lnTo>
                      <a:pt x="1345" y="985"/>
                    </a:lnTo>
                    <a:lnTo>
                      <a:pt x="1347" y="934"/>
                    </a:lnTo>
                    <a:lnTo>
                      <a:pt x="1345" y="909"/>
                    </a:lnTo>
                    <a:lnTo>
                      <a:pt x="1345" y="884"/>
                    </a:lnTo>
                    <a:lnTo>
                      <a:pt x="1343" y="861"/>
                    </a:lnTo>
                    <a:lnTo>
                      <a:pt x="1342" y="837"/>
                    </a:lnTo>
                    <a:lnTo>
                      <a:pt x="1339" y="814"/>
                    </a:lnTo>
                    <a:lnTo>
                      <a:pt x="1336" y="790"/>
                    </a:lnTo>
                    <a:lnTo>
                      <a:pt x="1332" y="768"/>
                    </a:lnTo>
                    <a:lnTo>
                      <a:pt x="1328" y="744"/>
                    </a:lnTo>
                    <a:lnTo>
                      <a:pt x="1322" y="722"/>
                    </a:lnTo>
                    <a:lnTo>
                      <a:pt x="1316" y="701"/>
                    </a:lnTo>
                    <a:lnTo>
                      <a:pt x="1309" y="680"/>
                    </a:lnTo>
                    <a:lnTo>
                      <a:pt x="1301" y="659"/>
                    </a:lnTo>
                    <a:lnTo>
                      <a:pt x="1294" y="640"/>
                    </a:lnTo>
                    <a:lnTo>
                      <a:pt x="1284" y="621"/>
                    </a:lnTo>
                    <a:lnTo>
                      <a:pt x="1274" y="602"/>
                    </a:lnTo>
                    <a:lnTo>
                      <a:pt x="1264" y="584"/>
                    </a:lnTo>
                    <a:lnTo>
                      <a:pt x="1252" y="568"/>
                    </a:lnTo>
                    <a:lnTo>
                      <a:pt x="1238" y="551"/>
                    </a:lnTo>
                    <a:lnTo>
                      <a:pt x="1225" y="536"/>
                    </a:lnTo>
                    <a:lnTo>
                      <a:pt x="1211" y="522"/>
                    </a:lnTo>
                    <a:lnTo>
                      <a:pt x="1195" y="508"/>
                    </a:lnTo>
                    <a:lnTo>
                      <a:pt x="1179" y="496"/>
                    </a:lnTo>
                    <a:lnTo>
                      <a:pt x="1161" y="484"/>
                    </a:lnTo>
                    <a:lnTo>
                      <a:pt x="1142" y="474"/>
                    </a:lnTo>
                    <a:lnTo>
                      <a:pt x="1124" y="464"/>
                    </a:lnTo>
                    <a:lnTo>
                      <a:pt x="1103" y="457"/>
                    </a:lnTo>
                    <a:lnTo>
                      <a:pt x="1080" y="449"/>
                    </a:lnTo>
                    <a:lnTo>
                      <a:pt x="1058" y="443"/>
                    </a:lnTo>
                    <a:lnTo>
                      <a:pt x="1034" y="439"/>
                    </a:lnTo>
                    <a:lnTo>
                      <a:pt x="1009" y="434"/>
                    </a:lnTo>
                    <a:lnTo>
                      <a:pt x="982" y="433"/>
                    </a:lnTo>
                    <a:lnTo>
                      <a:pt x="955" y="432"/>
                    </a:lnTo>
                    <a:lnTo>
                      <a:pt x="927" y="433"/>
                    </a:lnTo>
                    <a:lnTo>
                      <a:pt x="899" y="436"/>
                    </a:lnTo>
                    <a:lnTo>
                      <a:pt x="874" y="439"/>
                    </a:lnTo>
                    <a:lnTo>
                      <a:pt x="850" y="444"/>
                    </a:lnTo>
                    <a:lnTo>
                      <a:pt x="826" y="451"/>
                    </a:lnTo>
                    <a:lnTo>
                      <a:pt x="805" y="459"/>
                    </a:lnTo>
                    <a:lnTo>
                      <a:pt x="784" y="468"/>
                    </a:lnTo>
                    <a:lnTo>
                      <a:pt x="765" y="479"/>
                    </a:lnTo>
                    <a:lnTo>
                      <a:pt x="747" y="490"/>
                    </a:lnTo>
                    <a:lnTo>
                      <a:pt x="729" y="503"/>
                    </a:lnTo>
                    <a:lnTo>
                      <a:pt x="714" y="516"/>
                    </a:lnTo>
                    <a:lnTo>
                      <a:pt x="698" y="532"/>
                    </a:lnTo>
                    <a:lnTo>
                      <a:pt x="684" y="547"/>
                    </a:lnTo>
                    <a:lnTo>
                      <a:pt x="672" y="564"/>
                    </a:lnTo>
                    <a:lnTo>
                      <a:pt x="660" y="581"/>
                    </a:lnTo>
                    <a:lnTo>
                      <a:pt x="649" y="599"/>
                    </a:lnTo>
                    <a:lnTo>
                      <a:pt x="638" y="619"/>
                    </a:lnTo>
                    <a:lnTo>
                      <a:pt x="629" y="637"/>
                    </a:lnTo>
                    <a:lnTo>
                      <a:pt x="620" y="658"/>
                    </a:lnTo>
                    <a:lnTo>
                      <a:pt x="612" y="679"/>
                    </a:lnTo>
                    <a:lnTo>
                      <a:pt x="606" y="700"/>
                    </a:lnTo>
                    <a:lnTo>
                      <a:pt x="599" y="722"/>
                    </a:lnTo>
                    <a:lnTo>
                      <a:pt x="593" y="745"/>
                    </a:lnTo>
                    <a:lnTo>
                      <a:pt x="589" y="768"/>
                    </a:lnTo>
                    <a:lnTo>
                      <a:pt x="585" y="792"/>
                    </a:lnTo>
                    <a:lnTo>
                      <a:pt x="581" y="815"/>
                    </a:lnTo>
                    <a:lnTo>
                      <a:pt x="579" y="838"/>
                    </a:lnTo>
                    <a:lnTo>
                      <a:pt x="577" y="862"/>
                    </a:lnTo>
                    <a:lnTo>
                      <a:pt x="574" y="911"/>
                    </a:lnTo>
                    <a:lnTo>
                      <a:pt x="572" y="9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</p:grpSp>
      </p:grpSp>
      <p:pic>
        <p:nvPicPr>
          <p:cNvPr id="28" name="图片 27"/>
          <p:cNvPicPr>
            <a:picLocks noChangeAspect="1"/>
          </p:cNvPicPr>
          <p:nvPr userDrawn="1"/>
        </p:nvPicPr>
        <p:blipFill rotWithShape="1">
          <a:blip r:embed="rId3" cstate="print">
            <a:alphaModFix amt="50000"/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589" b="1785"/>
          <a:stretch>
            <a:fillRect/>
          </a:stretch>
        </p:blipFill>
        <p:spPr>
          <a:xfrm>
            <a:off x="0" y="6249875"/>
            <a:ext cx="12192000" cy="591578"/>
          </a:xfrm>
          <a:prstGeom prst="rect">
            <a:avLst/>
          </a:prstGeom>
        </p:spPr>
      </p:pic>
      <p:grpSp>
        <p:nvGrpSpPr>
          <p:cNvPr id="29" name="组合 28"/>
          <p:cNvGrpSpPr/>
          <p:nvPr userDrawn="1"/>
        </p:nvGrpSpPr>
        <p:grpSpPr>
          <a:xfrm>
            <a:off x="239369" y="3062058"/>
            <a:ext cx="140178" cy="140177"/>
            <a:chOff x="1371600" y="1481357"/>
            <a:chExt cx="747830" cy="747830"/>
          </a:xfrm>
        </p:grpSpPr>
        <p:pic>
          <p:nvPicPr>
            <p:cNvPr id="30" name="图片 29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32444" y="1526688"/>
              <a:ext cx="657168" cy="657168"/>
            </a:xfrm>
            <a:prstGeom prst="rect">
              <a:avLst/>
            </a:prstGeom>
          </p:spPr>
        </p:pic>
        <p:sp>
          <p:nvSpPr>
            <p:cNvPr id="31" name="椭圆 30"/>
            <p:cNvSpPr/>
            <p:nvPr/>
          </p:nvSpPr>
          <p:spPr>
            <a:xfrm>
              <a:off x="1371600" y="1481357"/>
              <a:ext cx="747830" cy="74783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2" name="组合 31"/>
          <p:cNvGrpSpPr/>
          <p:nvPr userDrawn="1"/>
        </p:nvGrpSpPr>
        <p:grpSpPr>
          <a:xfrm>
            <a:off x="239369" y="3458155"/>
            <a:ext cx="140178" cy="140177"/>
            <a:chOff x="2511842" y="1481357"/>
            <a:chExt cx="747830" cy="747830"/>
          </a:xfrm>
        </p:grpSpPr>
        <p:pic>
          <p:nvPicPr>
            <p:cNvPr id="33" name="图片 32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57173" y="1526688"/>
              <a:ext cx="657168" cy="657168"/>
            </a:xfrm>
            <a:prstGeom prst="rect">
              <a:avLst/>
            </a:prstGeom>
          </p:spPr>
        </p:pic>
        <p:sp>
          <p:nvSpPr>
            <p:cNvPr id="34" name="椭圆 33"/>
            <p:cNvSpPr/>
            <p:nvPr/>
          </p:nvSpPr>
          <p:spPr>
            <a:xfrm>
              <a:off x="2511842" y="1481357"/>
              <a:ext cx="747830" cy="74783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5" name="组合 34"/>
          <p:cNvGrpSpPr/>
          <p:nvPr userDrawn="1"/>
        </p:nvGrpSpPr>
        <p:grpSpPr>
          <a:xfrm>
            <a:off x="239369" y="3844865"/>
            <a:ext cx="140178" cy="140177"/>
            <a:chOff x="3537400" y="1481357"/>
            <a:chExt cx="747830" cy="747830"/>
          </a:xfrm>
        </p:grpSpPr>
        <p:pic>
          <p:nvPicPr>
            <p:cNvPr id="36" name="图片 35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00412" y="1509091"/>
              <a:ext cx="657168" cy="657168"/>
            </a:xfrm>
            <a:prstGeom prst="rect">
              <a:avLst/>
            </a:prstGeom>
          </p:spPr>
        </p:pic>
        <p:sp>
          <p:nvSpPr>
            <p:cNvPr id="37" name="椭圆 36"/>
            <p:cNvSpPr/>
            <p:nvPr/>
          </p:nvSpPr>
          <p:spPr>
            <a:xfrm>
              <a:off x="3537400" y="1481357"/>
              <a:ext cx="747830" cy="74783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8" name="组合 37"/>
          <p:cNvGrpSpPr/>
          <p:nvPr userDrawn="1"/>
        </p:nvGrpSpPr>
        <p:grpSpPr>
          <a:xfrm>
            <a:off x="239369" y="5043058"/>
            <a:ext cx="140178" cy="140177"/>
            <a:chOff x="4596152" y="1481357"/>
            <a:chExt cx="747830" cy="747830"/>
          </a:xfrm>
        </p:grpSpPr>
        <p:pic>
          <p:nvPicPr>
            <p:cNvPr id="39" name="图片 38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41482" y="1526698"/>
              <a:ext cx="657169" cy="657169"/>
            </a:xfrm>
            <a:prstGeom prst="rect">
              <a:avLst/>
            </a:prstGeom>
          </p:spPr>
        </p:pic>
        <p:sp>
          <p:nvSpPr>
            <p:cNvPr id="40" name="椭圆 39"/>
            <p:cNvSpPr/>
            <p:nvPr/>
          </p:nvSpPr>
          <p:spPr>
            <a:xfrm>
              <a:off x="4596152" y="1481357"/>
              <a:ext cx="747830" cy="74783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1" name="组合 40"/>
          <p:cNvGrpSpPr/>
          <p:nvPr userDrawn="1"/>
        </p:nvGrpSpPr>
        <p:grpSpPr>
          <a:xfrm>
            <a:off x="182500" y="848105"/>
            <a:ext cx="253916" cy="1567687"/>
            <a:chOff x="278586" y="1234440"/>
            <a:chExt cx="253916" cy="1567687"/>
          </a:xfrm>
        </p:grpSpPr>
        <p:sp>
          <p:nvSpPr>
            <p:cNvPr id="42" name="文本框 41"/>
            <p:cNvSpPr txBox="1"/>
            <p:nvPr userDrawn="1"/>
          </p:nvSpPr>
          <p:spPr>
            <a:xfrm rot="16200000">
              <a:off x="-39450" y="1867967"/>
              <a:ext cx="88998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50" dirty="0">
                  <a:solidFill>
                    <a:schemeClr val="bg1"/>
                  </a:solidFill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rPr>
                <a:t>zvalley.com</a:t>
              </a:r>
              <a:endParaRPr lang="zh-CN" altLang="en-US" sz="1050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  <p:cxnSp>
          <p:nvCxnSpPr>
            <p:cNvPr id="43" name="直接连接符 42"/>
            <p:cNvCxnSpPr/>
            <p:nvPr userDrawn="1"/>
          </p:nvCxnSpPr>
          <p:spPr>
            <a:xfrm>
              <a:off x="405543" y="123444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 userDrawn="1"/>
          </p:nvCxnSpPr>
          <p:spPr>
            <a:xfrm>
              <a:off x="405543" y="246126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组合 44"/>
          <p:cNvGrpSpPr/>
          <p:nvPr userDrawn="1"/>
        </p:nvGrpSpPr>
        <p:grpSpPr>
          <a:xfrm rot="10800000">
            <a:off x="11807681" y="4259214"/>
            <a:ext cx="253916" cy="1567687"/>
            <a:chOff x="278586" y="1234440"/>
            <a:chExt cx="253916" cy="1567687"/>
          </a:xfrm>
        </p:grpSpPr>
        <p:sp>
          <p:nvSpPr>
            <p:cNvPr id="46" name="文本框 45"/>
            <p:cNvSpPr txBox="1"/>
            <p:nvPr userDrawn="1"/>
          </p:nvSpPr>
          <p:spPr>
            <a:xfrm rot="16200000">
              <a:off x="-39450" y="1867967"/>
              <a:ext cx="88998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50" dirty="0">
                  <a:solidFill>
                    <a:schemeClr val="bg1"/>
                  </a:solidFill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rPr>
                <a:t>zvalley.com</a:t>
              </a:r>
              <a:endParaRPr lang="zh-CN" altLang="en-US" sz="1050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  <p:cxnSp>
          <p:nvCxnSpPr>
            <p:cNvPr id="47" name="直接连接符 46"/>
            <p:cNvCxnSpPr/>
            <p:nvPr userDrawn="1"/>
          </p:nvCxnSpPr>
          <p:spPr>
            <a:xfrm>
              <a:off x="405543" y="123444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 userDrawn="1"/>
          </p:nvCxnSpPr>
          <p:spPr>
            <a:xfrm>
              <a:off x="405543" y="246126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组合 48"/>
          <p:cNvGrpSpPr/>
          <p:nvPr userDrawn="1"/>
        </p:nvGrpSpPr>
        <p:grpSpPr>
          <a:xfrm>
            <a:off x="11803834" y="1342697"/>
            <a:ext cx="258696" cy="2428608"/>
            <a:chOff x="11440496" y="2009775"/>
            <a:chExt cx="258696" cy="2428608"/>
          </a:xfrm>
        </p:grpSpPr>
        <p:grpSp>
          <p:nvGrpSpPr>
            <p:cNvPr id="50" name="组合 49"/>
            <p:cNvGrpSpPr/>
            <p:nvPr/>
          </p:nvGrpSpPr>
          <p:grpSpPr>
            <a:xfrm>
              <a:off x="11440496" y="2009775"/>
              <a:ext cx="258696" cy="258694"/>
              <a:chOff x="6188684" y="1481357"/>
              <a:chExt cx="747830" cy="747830"/>
            </a:xfrm>
          </p:grpSpPr>
          <p:pic>
            <p:nvPicPr>
              <p:cNvPr id="60" name="图片 59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90852" y="1526688"/>
                <a:ext cx="657168" cy="657168"/>
              </a:xfrm>
              <a:prstGeom prst="rect">
                <a:avLst/>
              </a:prstGeom>
            </p:spPr>
          </p:pic>
          <p:sp>
            <p:nvSpPr>
              <p:cNvPr id="61" name="椭圆 60"/>
              <p:cNvSpPr/>
              <p:nvPr/>
            </p:nvSpPr>
            <p:spPr>
              <a:xfrm>
                <a:off x="6188684" y="1481357"/>
                <a:ext cx="747830" cy="747830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1" name="组合 50"/>
            <p:cNvGrpSpPr/>
            <p:nvPr/>
          </p:nvGrpSpPr>
          <p:grpSpPr>
            <a:xfrm>
              <a:off x="11440496" y="2733079"/>
              <a:ext cx="258696" cy="258694"/>
              <a:chOff x="7033386" y="1481357"/>
              <a:chExt cx="747830" cy="747830"/>
            </a:xfrm>
          </p:grpSpPr>
          <p:pic>
            <p:nvPicPr>
              <p:cNvPr id="58" name="图片 57"/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68823" y="1535565"/>
                <a:ext cx="657168" cy="657168"/>
              </a:xfrm>
              <a:prstGeom prst="rect">
                <a:avLst/>
              </a:prstGeom>
            </p:spPr>
          </p:pic>
          <p:sp>
            <p:nvSpPr>
              <p:cNvPr id="59" name="椭圆 58"/>
              <p:cNvSpPr/>
              <p:nvPr/>
            </p:nvSpPr>
            <p:spPr>
              <a:xfrm>
                <a:off x="7033386" y="1481357"/>
                <a:ext cx="747830" cy="747830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2" name="组合 51"/>
            <p:cNvGrpSpPr/>
            <p:nvPr/>
          </p:nvGrpSpPr>
          <p:grpSpPr>
            <a:xfrm>
              <a:off x="11440496" y="3456384"/>
              <a:ext cx="258696" cy="258694"/>
              <a:chOff x="7878088" y="1481357"/>
              <a:chExt cx="747830" cy="747830"/>
            </a:xfrm>
          </p:grpSpPr>
          <p:pic>
            <p:nvPicPr>
              <p:cNvPr id="56" name="图片 55"/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23419" y="1535565"/>
                <a:ext cx="657168" cy="657168"/>
              </a:xfrm>
              <a:prstGeom prst="rect">
                <a:avLst/>
              </a:prstGeom>
            </p:spPr>
          </p:pic>
          <p:sp>
            <p:nvSpPr>
              <p:cNvPr id="57" name="椭圆 56"/>
              <p:cNvSpPr/>
              <p:nvPr/>
            </p:nvSpPr>
            <p:spPr>
              <a:xfrm>
                <a:off x="7878088" y="1481357"/>
                <a:ext cx="747830" cy="747830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3" name="组合 52"/>
            <p:cNvGrpSpPr/>
            <p:nvPr/>
          </p:nvGrpSpPr>
          <p:grpSpPr>
            <a:xfrm>
              <a:off x="11440496" y="4179689"/>
              <a:ext cx="258696" cy="258694"/>
              <a:chOff x="8722790" y="1481357"/>
              <a:chExt cx="747830" cy="747830"/>
            </a:xfrm>
          </p:grpSpPr>
          <p:pic>
            <p:nvPicPr>
              <p:cNvPr id="54" name="图片 53"/>
              <p:cNvPicPr>
                <a:picLocks noChangeAspect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68121" y="1535565"/>
                <a:ext cx="657168" cy="657168"/>
              </a:xfrm>
              <a:prstGeom prst="rect">
                <a:avLst/>
              </a:prstGeom>
            </p:spPr>
          </p:pic>
          <p:sp>
            <p:nvSpPr>
              <p:cNvPr id="55" name="椭圆 54"/>
              <p:cNvSpPr/>
              <p:nvPr/>
            </p:nvSpPr>
            <p:spPr>
              <a:xfrm>
                <a:off x="8722790" y="1481357"/>
                <a:ext cx="747830" cy="747830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586" y="-101600"/>
            <a:ext cx="12230100" cy="6981030"/>
          </a:xfrm>
          <a:prstGeom prst="rect">
            <a:avLst/>
          </a:prstGeom>
        </p:spPr>
      </p:pic>
      <p:grpSp>
        <p:nvGrpSpPr>
          <p:cNvPr id="6" name="组合 5"/>
          <p:cNvGrpSpPr/>
          <p:nvPr userDrawn="1"/>
        </p:nvGrpSpPr>
        <p:grpSpPr>
          <a:xfrm>
            <a:off x="267630" y="184359"/>
            <a:ext cx="1060177" cy="136635"/>
            <a:chOff x="577355" y="1781145"/>
            <a:chExt cx="1552777" cy="200121"/>
          </a:xfrm>
        </p:grpSpPr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1645020" y="1784288"/>
              <a:ext cx="59722" cy="19383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468997" y="1784288"/>
              <a:ext cx="152973" cy="193834"/>
            </a:xfrm>
            <a:custGeom>
              <a:avLst/>
              <a:gdLst>
                <a:gd name="T0" fmla="*/ 0 w 1465"/>
                <a:gd name="T1" fmla="*/ 0 h 1848"/>
                <a:gd name="T2" fmla="*/ 572 w 1465"/>
                <a:gd name="T3" fmla="*/ 0 h 1848"/>
                <a:gd name="T4" fmla="*/ 572 w 1465"/>
                <a:gd name="T5" fmla="*/ 1393 h 1848"/>
                <a:gd name="T6" fmla="*/ 1465 w 1465"/>
                <a:gd name="T7" fmla="*/ 1393 h 1848"/>
                <a:gd name="T8" fmla="*/ 1465 w 1465"/>
                <a:gd name="T9" fmla="*/ 1848 h 1848"/>
                <a:gd name="T10" fmla="*/ 0 w 1465"/>
                <a:gd name="T11" fmla="*/ 1848 h 1848"/>
                <a:gd name="T12" fmla="*/ 0 w 1465"/>
                <a:gd name="T13" fmla="*/ 0 h 1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65" h="1848">
                  <a:moveTo>
                    <a:pt x="0" y="0"/>
                  </a:moveTo>
                  <a:lnTo>
                    <a:pt x="572" y="0"/>
                  </a:lnTo>
                  <a:lnTo>
                    <a:pt x="572" y="1393"/>
                  </a:lnTo>
                  <a:lnTo>
                    <a:pt x="1465" y="1393"/>
                  </a:lnTo>
                  <a:lnTo>
                    <a:pt x="1465" y="1848"/>
                  </a:lnTo>
                  <a:lnTo>
                    <a:pt x="0" y="18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220678" y="1784288"/>
              <a:ext cx="217934" cy="193834"/>
            </a:xfrm>
            <a:custGeom>
              <a:avLst/>
              <a:gdLst>
                <a:gd name="T0" fmla="*/ 0 w 2081"/>
                <a:gd name="T1" fmla="*/ 0 h 1848"/>
                <a:gd name="T2" fmla="*/ 752 w 2081"/>
                <a:gd name="T3" fmla="*/ 0 h 1848"/>
                <a:gd name="T4" fmla="*/ 1043 w 2081"/>
                <a:gd name="T5" fmla="*/ 1125 h 1848"/>
                <a:gd name="T6" fmla="*/ 1332 w 2081"/>
                <a:gd name="T7" fmla="*/ 0 h 1848"/>
                <a:gd name="T8" fmla="*/ 2081 w 2081"/>
                <a:gd name="T9" fmla="*/ 0 h 1848"/>
                <a:gd name="T10" fmla="*/ 2081 w 2081"/>
                <a:gd name="T11" fmla="*/ 1848 h 1848"/>
                <a:gd name="T12" fmla="*/ 1615 w 2081"/>
                <a:gd name="T13" fmla="*/ 1848 h 1848"/>
                <a:gd name="T14" fmla="*/ 1615 w 2081"/>
                <a:gd name="T15" fmla="*/ 439 h 1848"/>
                <a:gd name="T16" fmla="*/ 1253 w 2081"/>
                <a:gd name="T17" fmla="*/ 1848 h 1848"/>
                <a:gd name="T18" fmla="*/ 830 w 2081"/>
                <a:gd name="T19" fmla="*/ 1848 h 1848"/>
                <a:gd name="T20" fmla="*/ 469 w 2081"/>
                <a:gd name="T21" fmla="*/ 439 h 1848"/>
                <a:gd name="T22" fmla="*/ 469 w 2081"/>
                <a:gd name="T23" fmla="*/ 1848 h 1848"/>
                <a:gd name="T24" fmla="*/ 0 w 2081"/>
                <a:gd name="T25" fmla="*/ 1848 h 1848"/>
                <a:gd name="T26" fmla="*/ 0 w 2081"/>
                <a:gd name="T27" fmla="*/ 0 h 1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81" h="1848">
                  <a:moveTo>
                    <a:pt x="0" y="0"/>
                  </a:moveTo>
                  <a:lnTo>
                    <a:pt x="752" y="0"/>
                  </a:lnTo>
                  <a:lnTo>
                    <a:pt x="1043" y="1125"/>
                  </a:lnTo>
                  <a:lnTo>
                    <a:pt x="1332" y="0"/>
                  </a:lnTo>
                  <a:lnTo>
                    <a:pt x="2081" y="0"/>
                  </a:lnTo>
                  <a:lnTo>
                    <a:pt x="2081" y="1848"/>
                  </a:lnTo>
                  <a:lnTo>
                    <a:pt x="1615" y="1848"/>
                  </a:lnTo>
                  <a:lnTo>
                    <a:pt x="1615" y="439"/>
                  </a:lnTo>
                  <a:lnTo>
                    <a:pt x="1253" y="1848"/>
                  </a:lnTo>
                  <a:lnTo>
                    <a:pt x="830" y="1848"/>
                  </a:lnTo>
                  <a:lnTo>
                    <a:pt x="469" y="439"/>
                  </a:lnTo>
                  <a:lnTo>
                    <a:pt x="469" y="1848"/>
                  </a:lnTo>
                  <a:lnTo>
                    <a:pt x="0" y="18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944679" y="1784288"/>
              <a:ext cx="185453" cy="193834"/>
            </a:xfrm>
            <a:custGeom>
              <a:avLst/>
              <a:gdLst>
                <a:gd name="T0" fmla="*/ 0 w 1773"/>
                <a:gd name="T1" fmla="*/ 0 h 1846"/>
                <a:gd name="T2" fmla="*/ 541 w 1773"/>
                <a:gd name="T3" fmla="*/ 0 h 1846"/>
                <a:gd name="T4" fmla="*/ 1233 w 1773"/>
                <a:gd name="T5" fmla="*/ 995 h 1846"/>
                <a:gd name="T6" fmla="*/ 1233 w 1773"/>
                <a:gd name="T7" fmla="*/ 0 h 1846"/>
                <a:gd name="T8" fmla="*/ 1773 w 1773"/>
                <a:gd name="T9" fmla="*/ 0 h 1846"/>
                <a:gd name="T10" fmla="*/ 1773 w 1773"/>
                <a:gd name="T11" fmla="*/ 1846 h 1846"/>
                <a:gd name="T12" fmla="*/ 1233 w 1773"/>
                <a:gd name="T13" fmla="*/ 1846 h 1846"/>
                <a:gd name="T14" fmla="*/ 1233 w 1773"/>
                <a:gd name="T15" fmla="*/ 1845 h 1846"/>
                <a:gd name="T16" fmla="*/ 541 w 1773"/>
                <a:gd name="T17" fmla="*/ 850 h 1846"/>
                <a:gd name="T18" fmla="*/ 541 w 1773"/>
                <a:gd name="T19" fmla="*/ 1846 h 1846"/>
                <a:gd name="T20" fmla="*/ 0 w 1773"/>
                <a:gd name="T21" fmla="*/ 1846 h 1846"/>
                <a:gd name="T22" fmla="*/ 0 w 1773"/>
                <a:gd name="T23" fmla="*/ 0 h 18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73" h="1846">
                  <a:moveTo>
                    <a:pt x="0" y="0"/>
                  </a:moveTo>
                  <a:lnTo>
                    <a:pt x="541" y="0"/>
                  </a:lnTo>
                  <a:lnTo>
                    <a:pt x="1233" y="995"/>
                  </a:lnTo>
                  <a:lnTo>
                    <a:pt x="1233" y="0"/>
                  </a:lnTo>
                  <a:lnTo>
                    <a:pt x="1773" y="0"/>
                  </a:lnTo>
                  <a:lnTo>
                    <a:pt x="1773" y="1846"/>
                  </a:lnTo>
                  <a:lnTo>
                    <a:pt x="1233" y="1846"/>
                  </a:lnTo>
                  <a:lnTo>
                    <a:pt x="1233" y="1845"/>
                  </a:lnTo>
                  <a:lnTo>
                    <a:pt x="541" y="850"/>
                  </a:lnTo>
                  <a:lnTo>
                    <a:pt x="541" y="1846"/>
                  </a:lnTo>
                  <a:lnTo>
                    <a:pt x="0" y="18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577355" y="1785336"/>
              <a:ext cx="183357" cy="191739"/>
            </a:xfrm>
            <a:custGeom>
              <a:avLst/>
              <a:gdLst>
                <a:gd name="T0" fmla="*/ 0 w 1755"/>
                <a:gd name="T1" fmla="*/ 0 h 1840"/>
                <a:gd name="T2" fmla="*/ 1755 w 1755"/>
                <a:gd name="T3" fmla="*/ 0 h 1840"/>
                <a:gd name="T4" fmla="*/ 1755 w 1755"/>
                <a:gd name="T5" fmla="*/ 380 h 1840"/>
                <a:gd name="T6" fmla="*/ 1755 w 1755"/>
                <a:gd name="T7" fmla="*/ 380 h 1840"/>
                <a:gd name="T8" fmla="*/ 1755 w 1755"/>
                <a:gd name="T9" fmla="*/ 380 h 1840"/>
                <a:gd name="T10" fmla="*/ 1755 w 1755"/>
                <a:gd name="T11" fmla="*/ 380 h 1840"/>
                <a:gd name="T12" fmla="*/ 1755 w 1755"/>
                <a:gd name="T13" fmla="*/ 380 h 1840"/>
                <a:gd name="T14" fmla="*/ 686 w 1755"/>
                <a:gd name="T15" fmla="*/ 1460 h 1840"/>
                <a:gd name="T16" fmla="*/ 1755 w 1755"/>
                <a:gd name="T17" fmla="*/ 1460 h 1840"/>
                <a:gd name="T18" fmla="*/ 1755 w 1755"/>
                <a:gd name="T19" fmla="*/ 1840 h 1840"/>
                <a:gd name="T20" fmla="*/ 0 w 1755"/>
                <a:gd name="T21" fmla="*/ 1840 h 1840"/>
                <a:gd name="T22" fmla="*/ 0 w 1755"/>
                <a:gd name="T23" fmla="*/ 1464 h 1840"/>
                <a:gd name="T24" fmla="*/ 1067 w 1755"/>
                <a:gd name="T25" fmla="*/ 380 h 1840"/>
                <a:gd name="T26" fmla="*/ 0 w 1755"/>
                <a:gd name="T27" fmla="*/ 380 h 1840"/>
                <a:gd name="T28" fmla="*/ 0 w 1755"/>
                <a:gd name="T29" fmla="*/ 0 h 18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755" h="1840">
                  <a:moveTo>
                    <a:pt x="0" y="0"/>
                  </a:moveTo>
                  <a:lnTo>
                    <a:pt x="1755" y="0"/>
                  </a:lnTo>
                  <a:lnTo>
                    <a:pt x="1755" y="380"/>
                  </a:lnTo>
                  <a:lnTo>
                    <a:pt x="1755" y="380"/>
                  </a:lnTo>
                  <a:lnTo>
                    <a:pt x="1755" y="380"/>
                  </a:lnTo>
                  <a:lnTo>
                    <a:pt x="1755" y="380"/>
                  </a:lnTo>
                  <a:lnTo>
                    <a:pt x="1755" y="380"/>
                  </a:lnTo>
                  <a:lnTo>
                    <a:pt x="686" y="1460"/>
                  </a:lnTo>
                  <a:lnTo>
                    <a:pt x="1755" y="1460"/>
                  </a:lnTo>
                  <a:lnTo>
                    <a:pt x="1755" y="1840"/>
                  </a:lnTo>
                  <a:lnTo>
                    <a:pt x="0" y="1840"/>
                  </a:lnTo>
                  <a:lnTo>
                    <a:pt x="0" y="1464"/>
                  </a:lnTo>
                  <a:lnTo>
                    <a:pt x="1067" y="380"/>
                  </a:lnTo>
                  <a:lnTo>
                    <a:pt x="0" y="3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3" name="Freeform 11"/>
            <p:cNvSpPr>
              <a:spLocks noEditPoints="1"/>
            </p:cNvSpPr>
            <p:nvPr/>
          </p:nvSpPr>
          <p:spPr bwMode="auto">
            <a:xfrm>
              <a:off x="1723602" y="1781145"/>
              <a:ext cx="201169" cy="200121"/>
            </a:xfrm>
            <a:custGeom>
              <a:avLst/>
              <a:gdLst>
                <a:gd name="T0" fmla="*/ 10 w 1917"/>
                <a:gd name="T1" fmla="*/ 794 h 1910"/>
                <a:gd name="T2" fmla="*/ 51 w 1917"/>
                <a:gd name="T3" fmla="*/ 600 h 1910"/>
                <a:gd name="T4" fmla="*/ 122 w 1917"/>
                <a:gd name="T5" fmla="*/ 430 h 1910"/>
                <a:gd name="T6" fmla="*/ 224 w 1917"/>
                <a:gd name="T7" fmla="*/ 286 h 1910"/>
                <a:gd name="T8" fmla="*/ 354 w 1917"/>
                <a:gd name="T9" fmla="*/ 170 h 1910"/>
                <a:gd name="T10" fmla="*/ 511 w 1917"/>
                <a:gd name="T11" fmla="*/ 83 h 1910"/>
                <a:gd name="T12" fmla="*/ 693 w 1917"/>
                <a:gd name="T13" fmla="*/ 25 h 1910"/>
                <a:gd name="T14" fmla="*/ 900 w 1917"/>
                <a:gd name="T15" fmla="*/ 1 h 1910"/>
                <a:gd name="T16" fmla="*/ 1117 w 1917"/>
                <a:gd name="T17" fmla="*/ 9 h 1910"/>
                <a:gd name="T18" fmla="*/ 1313 w 1917"/>
                <a:gd name="T19" fmla="*/ 47 h 1910"/>
                <a:gd name="T20" fmla="*/ 1484 w 1917"/>
                <a:gd name="T21" fmla="*/ 117 h 1910"/>
                <a:gd name="T22" fmla="*/ 1629 w 1917"/>
                <a:gd name="T23" fmla="*/ 216 h 1910"/>
                <a:gd name="T24" fmla="*/ 1746 w 1917"/>
                <a:gd name="T25" fmla="*/ 343 h 1910"/>
                <a:gd name="T26" fmla="*/ 1834 w 1917"/>
                <a:gd name="T27" fmla="*/ 497 h 1910"/>
                <a:gd name="T28" fmla="*/ 1892 w 1917"/>
                <a:gd name="T29" fmla="*/ 678 h 1910"/>
                <a:gd name="T30" fmla="*/ 1916 w 1917"/>
                <a:gd name="T31" fmla="*/ 886 h 1910"/>
                <a:gd name="T32" fmla="*/ 1909 w 1917"/>
                <a:gd name="T33" fmla="*/ 1104 h 1910"/>
                <a:gd name="T34" fmla="*/ 1871 w 1917"/>
                <a:gd name="T35" fmla="*/ 1300 h 1910"/>
                <a:gd name="T36" fmla="*/ 1803 w 1917"/>
                <a:gd name="T37" fmla="*/ 1472 h 1910"/>
                <a:gd name="T38" fmla="*/ 1706 w 1917"/>
                <a:gd name="T39" fmla="*/ 1618 h 1910"/>
                <a:gd name="T40" fmla="*/ 1581 w 1917"/>
                <a:gd name="T41" fmla="*/ 1737 h 1910"/>
                <a:gd name="T42" fmla="*/ 1427 w 1917"/>
                <a:gd name="T43" fmla="*/ 1825 h 1910"/>
                <a:gd name="T44" fmla="*/ 1244 w 1917"/>
                <a:gd name="T45" fmla="*/ 1884 h 1910"/>
                <a:gd name="T46" fmla="*/ 1035 w 1917"/>
                <a:gd name="T47" fmla="*/ 1909 h 1910"/>
                <a:gd name="T48" fmla="*/ 818 w 1917"/>
                <a:gd name="T49" fmla="*/ 1901 h 1910"/>
                <a:gd name="T50" fmla="*/ 622 w 1917"/>
                <a:gd name="T51" fmla="*/ 1864 h 1910"/>
                <a:gd name="T52" fmla="*/ 448 w 1917"/>
                <a:gd name="T53" fmla="*/ 1796 h 1910"/>
                <a:gd name="T54" fmla="*/ 300 w 1917"/>
                <a:gd name="T55" fmla="*/ 1699 h 1910"/>
                <a:gd name="T56" fmla="*/ 180 w 1917"/>
                <a:gd name="T57" fmla="*/ 1573 h 1910"/>
                <a:gd name="T58" fmla="*/ 88 w 1917"/>
                <a:gd name="T59" fmla="*/ 1416 h 1910"/>
                <a:gd name="T60" fmla="*/ 28 w 1917"/>
                <a:gd name="T61" fmla="*/ 1231 h 1910"/>
                <a:gd name="T62" fmla="*/ 1 w 1917"/>
                <a:gd name="T63" fmla="*/ 1015 h 1910"/>
                <a:gd name="T64" fmla="*/ 576 w 1917"/>
                <a:gd name="T65" fmla="*/ 1056 h 1910"/>
                <a:gd name="T66" fmla="*/ 588 w 1917"/>
                <a:gd name="T67" fmla="*/ 1151 h 1910"/>
                <a:gd name="T68" fmla="*/ 613 w 1917"/>
                <a:gd name="T69" fmla="*/ 1240 h 1910"/>
                <a:gd name="T70" fmla="*/ 649 w 1917"/>
                <a:gd name="T71" fmla="*/ 1319 h 1910"/>
                <a:gd name="T72" fmla="*/ 700 w 1917"/>
                <a:gd name="T73" fmla="*/ 1386 h 1910"/>
                <a:gd name="T74" fmla="*/ 767 w 1917"/>
                <a:gd name="T75" fmla="*/ 1438 h 1910"/>
                <a:gd name="T76" fmla="*/ 853 w 1917"/>
                <a:gd name="T77" fmla="*/ 1471 h 1910"/>
                <a:gd name="T78" fmla="*/ 959 w 1917"/>
                <a:gd name="T79" fmla="*/ 1483 h 1910"/>
                <a:gd name="T80" fmla="*/ 1071 w 1917"/>
                <a:gd name="T81" fmla="*/ 1470 h 1910"/>
                <a:gd name="T82" fmla="*/ 1159 w 1917"/>
                <a:gd name="T83" fmla="*/ 1436 h 1910"/>
                <a:gd name="T84" fmla="*/ 1228 w 1917"/>
                <a:gd name="T85" fmla="*/ 1381 h 1910"/>
                <a:gd name="T86" fmla="*/ 1278 w 1917"/>
                <a:gd name="T87" fmla="*/ 1310 h 1910"/>
                <a:gd name="T88" fmla="*/ 1311 w 1917"/>
                <a:gd name="T89" fmla="*/ 1227 h 1910"/>
                <a:gd name="T90" fmla="*/ 1332 w 1917"/>
                <a:gd name="T91" fmla="*/ 1135 h 1910"/>
                <a:gd name="T92" fmla="*/ 1343 w 1917"/>
                <a:gd name="T93" fmla="*/ 1036 h 1910"/>
                <a:gd name="T94" fmla="*/ 1345 w 1917"/>
                <a:gd name="T95" fmla="*/ 884 h 1910"/>
                <a:gd name="T96" fmla="*/ 1335 w 1917"/>
                <a:gd name="T97" fmla="*/ 790 h 1910"/>
                <a:gd name="T98" fmla="*/ 1315 w 1917"/>
                <a:gd name="T99" fmla="*/ 701 h 1910"/>
                <a:gd name="T100" fmla="*/ 1284 w 1917"/>
                <a:gd name="T101" fmla="*/ 621 h 1910"/>
                <a:gd name="T102" fmla="*/ 1239 w 1917"/>
                <a:gd name="T103" fmla="*/ 551 h 1910"/>
                <a:gd name="T104" fmla="*/ 1178 w 1917"/>
                <a:gd name="T105" fmla="*/ 496 h 1910"/>
                <a:gd name="T106" fmla="*/ 1102 w 1917"/>
                <a:gd name="T107" fmla="*/ 457 h 1910"/>
                <a:gd name="T108" fmla="*/ 1008 w 1917"/>
                <a:gd name="T109" fmla="*/ 434 h 1910"/>
                <a:gd name="T110" fmla="*/ 899 w 1917"/>
                <a:gd name="T111" fmla="*/ 436 h 1910"/>
                <a:gd name="T112" fmla="*/ 805 w 1917"/>
                <a:gd name="T113" fmla="*/ 459 h 1910"/>
                <a:gd name="T114" fmla="*/ 729 w 1917"/>
                <a:gd name="T115" fmla="*/ 503 h 1910"/>
                <a:gd name="T116" fmla="*/ 671 w 1917"/>
                <a:gd name="T117" fmla="*/ 564 h 1910"/>
                <a:gd name="T118" fmla="*/ 628 w 1917"/>
                <a:gd name="T119" fmla="*/ 637 h 1910"/>
                <a:gd name="T120" fmla="*/ 598 w 1917"/>
                <a:gd name="T121" fmla="*/ 722 h 1910"/>
                <a:gd name="T122" fmla="*/ 581 w 1917"/>
                <a:gd name="T123" fmla="*/ 815 h 1910"/>
                <a:gd name="T124" fmla="*/ 572 w 1917"/>
                <a:gd name="T125" fmla="*/ 958 h 1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917" h="1910">
                  <a:moveTo>
                    <a:pt x="0" y="956"/>
                  </a:moveTo>
                  <a:lnTo>
                    <a:pt x="1" y="901"/>
                  </a:lnTo>
                  <a:lnTo>
                    <a:pt x="4" y="847"/>
                  </a:lnTo>
                  <a:lnTo>
                    <a:pt x="10" y="794"/>
                  </a:lnTo>
                  <a:lnTo>
                    <a:pt x="16" y="743"/>
                  </a:lnTo>
                  <a:lnTo>
                    <a:pt x="26" y="694"/>
                  </a:lnTo>
                  <a:lnTo>
                    <a:pt x="37" y="646"/>
                  </a:lnTo>
                  <a:lnTo>
                    <a:pt x="51" y="600"/>
                  </a:lnTo>
                  <a:lnTo>
                    <a:pt x="66" y="555"/>
                  </a:lnTo>
                  <a:lnTo>
                    <a:pt x="83" y="512"/>
                  </a:lnTo>
                  <a:lnTo>
                    <a:pt x="101" y="470"/>
                  </a:lnTo>
                  <a:lnTo>
                    <a:pt x="122" y="430"/>
                  </a:lnTo>
                  <a:lnTo>
                    <a:pt x="146" y="391"/>
                  </a:lnTo>
                  <a:lnTo>
                    <a:pt x="170" y="354"/>
                  </a:lnTo>
                  <a:lnTo>
                    <a:pt x="196" y="320"/>
                  </a:lnTo>
                  <a:lnTo>
                    <a:pt x="224" y="286"/>
                  </a:lnTo>
                  <a:lnTo>
                    <a:pt x="254" y="254"/>
                  </a:lnTo>
                  <a:lnTo>
                    <a:pt x="286" y="224"/>
                  </a:lnTo>
                  <a:lnTo>
                    <a:pt x="319" y="196"/>
                  </a:lnTo>
                  <a:lnTo>
                    <a:pt x="354" y="170"/>
                  </a:lnTo>
                  <a:lnTo>
                    <a:pt x="391" y="146"/>
                  </a:lnTo>
                  <a:lnTo>
                    <a:pt x="429" y="122"/>
                  </a:lnTo>
                  <a:lnTo>
                    <a:pt x="469" y="101"/>
                  </a:lnTo>
                  <a:lnTo>
                    <a:pt x="511" y="83"/>
                  </a:lnTo>
                  <a:lnTo>
                    <a:pt x="554" y="65"/>
                  </a:lnTo>
                  <a:lnTo>
                    <a:pt x="599" y="51"/>
                  </a:lnTo>
                  <a:lnTo>
                    <a:pt x="646" y="37"/>
                  </a:lnTo>
                  <a:lnTo>
                    <a:pt x="693" y="25"/>
                  </a:lnTo>
                  <a:lnTo>
                    <a:pt x="743" y="17"/>
                  </a:lnTo>
                  <a:lnTo>
                    <a:pt x="794" y="9"/>
                  </a:lnTo>
                  <a:lnTo>
                    <a:pt x="847" y="4"/>
                  </a:lnTo>
                  <a:lnTo>
                    <a:pt x="900" y="1"/>
                  </a:lnTo>
                  <a:lnTo>
                    <a:pt x="956" y="0"/>
                  </a:lnTo>
                  <a:lnTo>
                    <a:pt x="1011" y="1"/>
                  </a:lnTo>
                  <a:lnTo>
                    <a:pt x="1064" y="4"/>
                  </a:lnTo>
                  <a:lnTo>
                    <a:pt x="1117" y="9"/>
                  </a:lnTo>
                  <a:lnTo>
                    <a:pt x="1168" y="15"/>
                  </a:lnTo>
                  <a:lnTo>
                    <a:pt x="1218" y="24"/>
                  </a:lnTo>
                  <a:lnTo>
                    <a:pt x="1266" y="35"/>
                  </a:lnTo>
                  <a:lnTo>
                    <a:pt x="1313" y="47"/>
                  </a:lnTo>
                  <a:lnTo>
                    <a:pt x="1358" y="63"/>
                  </a:lnTo>
                  <a:lnTo>
                    <a:pt x="1401" y="78"/>
                  </a:lnTo>
                  <a:lnTo>
                    <a:pt x="1443" y="97"/>
                  </a:lnTo>
                  <a:lnTo>
                    <a:pt x="1484" y="117"/>
                  </a:lnTo>
                  <a:lnTo>
                    <a:pt x="1523" y="139"/>
                  </a:lnTo>
                  <a:lnTo>
                    <a:pt x="1559" y="163"/>
                  </a:lnTo>
                  <a:lnTo>
                    <a:pt x="1594" y="189"/>
                  </a:lnTo>
                  <a:lnTo>
                    <a:pt x="1629" y="216"/>
                  </a:lnTo>
                  <a:lnTo>
                    <a:pt x="1661" y="245"/>
                  </a:lnTo>
                  <a:lnTo>
                    <a:pt x="1691" y="276"/>
                  </a:lnTo>
                  <a:lnTo>
                    <a:pt x="1719" y="309"/>
                  </a:lnTo>
                  <a:lnTo>
                    <a:pt x="1746" y="343"/>
                  </a:lnTo>
                  <a:lnTo>
                    <a:pt x="1771" y="379"/>
                  </a:lnTo>
                  <a:lnTo>
                    <a:pt x="1793" y="417"/>
                  </a:lnTo>
                  <a:lnTo>
                    <a:pt x="1814" y="457"/>
                  </a:lnTo>
                  <a:lnTo>
                    <a:pt x="1834" y="497"/>
                  </a:lnTo>
                  <a:lnTo>
                    <a:pt x="1851" y="540"/>
                  </a:lnTo>
                  <a:lnTo>
                    <a:pt x="1866" y="584"/>
                  </a:lnTo>
                  <a:lnTo>
                    <a:pt x="1879" y="631"/>
                  </a:lnTo>
                  <a:lnTo>
                    <a:pt x="1892" y="678"/>
                  </a:lnTo>
                  <a:lnTo>
                    <a:pt x="1900" y="728"/>
                  </a:lnTo>
                  <a:lnTo>
                    <a:pt x="1908" y="779"/>
                  </a:lnTo>
                  <a:lnTo>
                    <a:pt x="1914" y="831"/>
                  </a:lnTo>
                  <a:lnTo>
                    <a:pt x="1916" y="886"/>
                  </a:lnTo>
                  <a:lnTo>
                    <a:pt x="1917" y="941"/>
                  </a:lnTo>
                  <a:lnTo>
                    <a:pt x="1917" y="997"/>
                  </a:lnTo>
                  <a:lnTo>
                    <a:pt x="1914" y="1051"/>
                  </a:lnTo>
                  <a:lnTo>
                    <a:pt x="1909" y="1104"/>
                  </a:lnTo>
                  <a:lnTo>
                    <a:pt x="1903" y="1155"/>
                  </a:lnTo>
                  <a:lnTo>
                    <a:pt x="1894" y="1204"/>
                  </a:lnTo>
                  <a:lnTo>
                    <a:pt x="1883" y="1253"/>
                  </a:lnTo>
                  <a:lnTo>
                    <a:pt x="1871" y="1300"/>
                  </a:lnTo>
                  <a:lnTo>
                    <a:pt x="1857" y="1345"/>
                  </a:lnTo>
                  <a:lnTo>
                    <a:pt x="1841" y="1389"/>
                  </a:lnTo>
                  <a:lnTo>
                    <a:pt x="1823" y="1431"/>
                  </a:lnTo>
                  <a:lnTo>
                    <a:pt x="1803" y="1472"/>
                  </a:lnTo>
                  <a:lnTo>
                    <a:pt x="1782" y="1511"/>
                  </a:lnTo>
                  <a:lnTo>
                    <a:pt x="1759" y="1548"/>
                  </a:lnTo>
                  <a:lnTo>
                    <a:pt x="1734" y="1584"/>
                  </a:lnTo>
                  <a:lnTo>
                    <a:pt x="1706" y="1618"/>
                  </a:lnTo>
                  <a:lnTo>
                    <a:pt x="1677" y="1651"/>
                  </a:lnTo>
                  <a:lnTo>
                    <a:pt x="1647" y="1681"/>
                  </a:lnTo>
                  <a:lnTo>
                    <a:pt x="1614" y="1709"/>
                  </a:lnTo>
                  <a:lnTo>
                    <a:pt x="1581" y="1737"/>
                  </a:lnTo>
                  <a:lnTo>
                    <a:pt x="1545" y="1761"/>
                  </a:lnTo>
                  <a:lnTo>
                    <a:pt x="1507" y="1784"/>
                  </a:lnTo>
                  <a:lnTo>
                    <a:pt x="1467" y="1806"/>
                  </a:lnTo>
                  <a:lnTo>
                    <a:pt x="1427" y="1825"/>
                  </a:lnTo>
                  <a:lnTo>
                    <a:pt x="1384" y="1843"/>
                  </a:lnTo>
                  <a:lnTo>
                    <a:pt x="1339" y="1858"/>
                  </a:lnTo>
                  <a:lnTo>
                    <a:pt x="1293" y="1873"/>
                  </a:lnTo>
                  <a:lnTo>
                    <a:pt x="1244" y="1884"/>
                  </a:lnTo>
                  <a:lnTo>
                    <a:pt x="1195" y="1893"/>
                  </a:lnTo>
                  <a:lnTo>
                    <a:pt x="1143" y="1900"/>
                  </a:lnTo>
                  <a:lnTo>
                    <a:pt x="1090" y="1906"/>
                  </a:lnTo>
                  <a:lnTo>
                    <a:pt x="1035" y="1909"/>
                  </a:lnTo>
                  <a:lnTo>
                    <a:pt x="978" y="1910"/>
                  </a:lnTo>
                  <a:lnTo>
                    <a:pt x="924" y="1909"/>
                  </a:lnTo>
                  <a:lnTo>
                    <a:pt x="870" y="1907"/>
                  </a:lnTo>
                  <a:lnTo>
                    <a:pt x="818" y="1901"/>
                  </a:lnTo>
                  <a:lnTo>
                    <a:pt x="766" y="1895"/>
                  </a:lnTo>
                  <a:lnTo>
                    <a:pt x="716" y="1887"/>
                  </a:lnTo>
                  <a:lnTo>
                    <a:pt x="669" y="1876"/>
                  </a:lnTo>
                  <a:lnTo>
                    <a:pt x="622" y="1864"/>
                  </a:lnTo>
                  <a:lnTo>
                    <a:pt x="576" y="1850"/>
                  </a:lnTo>
                  <a:lnTo>
                    <a:pt x="532" y="1834"/>
                  </a:lnTo>
                  <a:lnTo>
                    <a:pt x="490" y="1816"/>
                  </a:lnTo>
                  <a:lnTo>
                    <a:pt x="448" y="1796"/>
                  </a:lnTo>
                  <a:lnTo>
                    <a:pt x="409" y="1775"/>
                  </a:lnTo>
                  <a:lnTo>
                    <a:pt x="371" y="1752"/>
                  </a:lnTo>
                  <a:lnTo>
                    <a:pt x="335" y="1727"/>
                  </a:lnTo>
                  <a:lnTo>
                    <a:pt x="300" y="1699"/>
                  </a:lnTo>
                  <a:lnTo>
                    <a:pt x="268" y="1671"/>
                  </a:lnTo>
                  <a:lnTo>
                    <a:pt x="236" y="1640"/>
                  </a:lnTo>
                  <a:lnTo>
                    <a:pt x="207" y="1608"/>
                  </a:lnTo>
                  <a:lnTo>
                    <a:pt x="180" y="1573"/>
                  </a:lnTo>
                  <a:lnTo>
                    <a:pt x="154" y="1536"/>
                  </a:lnTo>
                  <a:lnTo>
                    <a:pt x="130" y="1499"/>
                  </a:lnTo>
                  <a:lnTo>
                    <a:pt x="108" y="1458"/>
                  </a:lnTo>
                  <a:lnTo>
                    <a:pt x="88" y="1416"/>
                  </a:lnTo>
                  <a:lnTo>
                    <a:pt x="70" y="1373"/>
                  </a:lnTo>
                  <a:lnTo>
                    <a:pt x="54" y="1327"/>
                  </a:lnTo>
                  <a:lnTo>
                    <a:pt x="40" y="1279"/>
                  </a:lnTo>
                  <a:lnTo>
                    <a:pt x="28" y="1231"/>
                  </a:lnTo>
                  <a:lnTo>
                    <a:pt x="19" y="1179"/>
                  </a:lnTo>
                  <a:lnTo>
                    <a:pt x="11" y="1126"/>
                  </a:lnTo>
                  <a:lnTo>
                    <a:pt x="5" y="1071"/>
                  </a:lnTo>
                  <a:lnTo>
                    <a:pt x="1" y="1015"/>
                  </a:lnTo>
                  <a:lnTo>
                    <a:pt x="0" y="956"/>
                  </a:lnTo>
                  <a:close/>
                  <a:moveTo>
                    <a:pt x="572" y="958"/>
                  </a:moveTo>
                  <a:lnTo>
                    <a:pt x="573" y="1008"/>
                  </a:lnTo>
                  <a:lnTo>
                    <a:pt x="576" y="1056"/>
                  </a:lnTo>
                  <a:lnTo>
                    <a:pt x="578" y="1081"/>
                  </a:lnTo>
                  <a:lnTo>
                    <a:pt x="582" y="1105"/>
                  </a:lnTo>
                  <a:lnTo>
                    <a:pt x="585" y="1128"/>
                  </a:lnTo>
                  <a:lnTo>
                    <a:pt x="588" y="1151"/>
                  </a:lnTo>
                  <a:lnTo>
                    <a:pt x="594" y="1174"/>
                  </a:lnTo>
                  <a:lnTo>
                    <a:pt x="599" y="1197"/>
                  </a:lnTo>
                  <a:lnTo>
                    <a:pt x="606" y="1219"/>
                  </a:lnTo>
                  <a:lnTo>
                    <a:pt x="613" y="1240"/>
                  </a:lnTo>
                  <a:lnTo>
                    <a:pt x="620" y="1260"/>
                  </a:lnTo>
                  <a:lnTo>
                    <a:pt x="629" y="1281"/>
                  </a:lnTo>
                  <a:lnTo>
                    <a:pt x="638" y="1300"/>
                  </a:lnTo>
                  <a:lnTo>
                    <a:pt x="649" y="1319"/>
                  </a:lnTo>
                  <a:lnTo>
                    <a:pt x="660" y="1338"/>
                  </a:lnTo>
                  <a:lnTo>
                    <a:pt x="672" y="1354"/>
                  </a:lnTo>
                  <a:lnTo>
                    <a:pt x="686" y="1371"/>
                  </a:lnTo>
                  <a:lnTo>
                    <a:pt x="700" y="1386"/>
                  </a:lnTo>
                  <a:lnTo>
                    <a:pt x="715" y="1401"/>
                  </a:lnTo>
                  <a:lnTo>
                    <a:pt x="732" y="1414"/>
                  </a:lnTo>
                  <a:lnTo>
                    <a:pt x="749" y="1427"/>
                  </a:lnTo>
                  <a:lnTo>
                    <a:pt x="767" y="1438"/>
                  </a:lnTo>
                  <a:lnTo>
                    <a:pt x="787" y="1448"/>
                  </a:lnTo>
                  <a:lnTo>
                    <a:pt x="808" y="1457"/>
                  </a:lnTo>
                  <a:lnTo>
                    <a:pt x="830" y="1464"/>
                  </a:lnTo>
                  <a:lnTo>
                    <a:pt x="853" y="1471"/>
                  </a:lnTo>
                  <a:lnTo>
                    <a:pt x="878" y="1477"/>
                  </a:lnTo>
                  <a:lnTo>
                    <a:pt x="904" y="1480"/>
                  </a:lnTo>
                  <a:lnTo>
                    <a:pt x="931" y="1482"/>
                  </a:lnTo>
                  <a:lnTo>
                    <a:pt x="959" y="1483"/>
                  </a:lnTo>
                  <a:lnTo>
                    <a:pt x="989" y="1482"/>
                  </a:lnTo>
                  <a:lnTo>
                    <a:pt x="1018" y="1480"/>
                  </a:lnTo>
                  <a:lnTo>
                    <a:pt x="1046" y="1476"/>
                  </a:lnTo>
                  <a:lnTo>
                    <a:pt x="1071" y="1470"/>
                  </a:lnTo>
                  <a:lnTo>
                    <a:pt x="1095" y="1463"/>
                  </a:lnTo>
                  <a:lnTo>
                    <a:pt x="1118" y="1456"/>
                  </a:lnTo>
                  <a:lnTo>
                    <a:pt x="1139" y="1446"/>
                  </a:lnTo>
                  <a:lnTo>
                    <a:pt x="1159" y="1436"/>
                  </a:lnTo>
                  <a:lnTo>
                    <a:pt x="1178" y="1424"/>
                  </a:lnTo>
                  <a:lnTo>
                    <a:pt x="1196" y="1410"/>
                  </a:lnTo>
                  <a:lnTo>
                    <a:pt x="1212" y="1396"/>
                  </a:lnTo>
                  <a:lnTo>
                    <a:pt x="1228" y="1381"/>
                  </a:lnTo>
                  <a:lnTo>
                    <a:pt x="1241" y="1365"/>
                  </a:lnTo>
                  <a:lnTo>
                    <a:pt x="1254" y="1348"/>
                  </a:lnTo>
                  <a:lnTo>
                    <a:pt x="1266" y="1330"/>
                  </a:lnTo>
                  <a:lnTo>
                    <a:pt x="1278" y="1310"/>
                  </a:lnTo>
                  <a:lnTo>
                    <a:pt x="1286" y="1291"/>
                  </a:lnTo>
                  <a:lnTo>
                    <a:pt x="1296" y="1270"/>
                  </a:lnTo>
                  <a:lnTo>
                    <a:pt x="1304" y="1249"/>
                  </a:lnTo>
                  <a:lnTo>
                    <a:pt x="1311" y="1227"/>
                  </a:lnTo>
                  <a:lnTo>
                    <a:pt x="1317" y="1205"/>
                  </a:lnTo>
                  <a:lnTo>
                    <a:pt x="1323" y="1182"/>
                  </a:lnTo>
                  <a:lnTo>
                    <a:pt x="1328" y="1158"/>
                  </a:lnTo>
                  <a:lnTo>
                    <a:pt x="1332" y="1135"/>
                  </a:lnTo>
                  <a:lnTo>
                    <a:pt x="1336" y="1110"/>
                  </a:lnTo>
                  <a:lnTo>
                    <a:pt x="1338" y="1085"/>
                  </a:lnTo>
                  <a:lnTo>
                    <a:pt x="1340" y="1061"/>
                  </a:lnTo>
                  <a:lnTo>
                    <a:pt x="1343" y="1036"/>
                  </a:lnTo>
                  <a:lnTo>
                    <a:pt x="1345" y="985"/>
                  </a:lnTo>
                  <a:lnTo>
                    <a:pt x="1346" y="934"/>
                  </a:lnTo>
                  <a:lnTo>
                    <a:pt x="1346" y="909"/>
                  </a:lnTo>
                  <a:lnTo>
                    <a:pt x="1345" y="884"/>
                  </a:lnTo>
                  <a:lnTo>
                    <a:pt x="1344" y="861"/>
                  </a:lnTo>
                  <a:lnTo>
                    <a:pt x="1342" y="837"/>
                  </a:lnTo>
                  <a:lnTo>
                    <a:pt x="1338" y="814"/>
                  </a:lnTo>
                  <a:lnTo>
                    <a:pt x="1335" y="790"/>
                  </a:lnTo>
                  <a:lnTo>
                    <a:pt x="1332" y="768"/>
                  </a:lnTo>
                  <a:lnTo>
                    <a:pt x="1327" y="744"/>
                  </a:lnTo>
                  <a:lnTo>
                    <a:pt x="1322" y="722"/>
                  </a:lnTo>
                  <a:lnTo>
                    <a:pt x="1315" y="701"/>
                  </a:lnTo>
                  <a:lnTo>
                    <a:pt x="1308" y="680"/>
                  </a:lnTo>
                  <a:lnTo>
                    <a:pt x="1301" y="659"/>
                  </a:lnTo>
                  <a:lnTo>
                    <a:pt x="1293" y="640"/>
                  </a:lnTo>
                  <a:lnTo>
                    <a:pt x="1284" y="621"/>
                  </a:lnTo>
                  <a:lnTo>
                    <a:pt x="1274" y="602"/>
                  </a:lnTo>
                  <a:lnTo>
                    <a:pt x="1263" y="584"/>
                  </a:lnTo>
                  <a:lnTo>
                    <a:pt x="1251" y="568"/>
                  </a:lnTo>
                  <a:lnTo>
                    <a:pt x="1239" y="551"/>
                  </a:lnTo>
                  <a:lnTo>
                    <a:pt x="1225" y="536"/>
                  </a:lnTo>
                  <a:lnTo>
                    <a:pt x="1210" y="522"/>
                  </a:lnTo>
                  <a:lnTo>
                    <a:pt x="1195" y="508"/>
                  </a:lnTo>
                  <a:lnTo>
                    <a:pt x="1178" y="496"/>
                  </a:lnTo>
                  <a:lnTo>
                    <a:pt x="1160" y="484"/>
                  </a:lnTo>
                  <a:lnTo>
                    <a:pt x="1143" y="474"/>
                  </a:lnTo>
                  <a:lnTo>
                    <a:pt x="1123" y="464"/>
                  </a:lnTo>
                  <a:lnTo>
                    <a:pt x="1102" y="457"/>
                  </a:lnTo>
                  <a:lnTo>
                    <a:pt x="1080" y="449"/>
                  </a:lnTo>
                  <a:lnTo>
                    <a:pt x="1058" y="443"/>
                  </a:lnTo>
                  <a:lnTo>
                    <a:pt x="1033" y="439"/>
                  </a:lnTo>
                  <a:lnTo>
                    <a:pt x="1008" y="434"/>
                  </a:lnTo>
                  <a:lnTo>
                    <a:pt x="982" y="433"/>
                  </a:lnTo>
                  <a:lnTo>
                    <a:pt x="954" y="432"/>
                  </a:lnTo>
                  <a:lnTo>
                    <a:pt x="926" y="433"/>
                  </a:lnTo>
                  <a:lnTo>
                    <a:pt x="899" y="436"/>
                  </a:lnTo>
                  <a:lnTo>
                    <a:pt x="873" y="439"/>
                  </a:lnTo>
                  <a:lnTo>
                    <a:pt x="849" y="444"/>
                  </a:lnTo>
                  <a:lnTo>
                    <a:pt x="827" y="451"/>
                  </a:lnTo>
                  <a:lnTo>
                    <a:pt x="805" y="459"/>
                  </a:lnTo>
                  <a:lnTo>
                    <a:pt x="784" y="468"/>
                  </a:lnTo>
                  <a:lnTo>
                    <a:pt x="765" y="479"/>
                  </a:lnTo>
                  <a:lnTo>
                    <a:pt x="746" y="490"/>
                  </a:lnTo>
                  <a:lnTo>
                    <a:pt x="729" y="503"/>
                  </a:lnTo>
                  <a:lnTo>
                    <a:pt x="713" y="516"/>
                  </a:lnTo>
                  <a:lnTo>
                    <a:pt x="698" y="532"/>
                  </a:lnTo>
                  <a:lnTo>
                    <a:pt x="684" y="547"/>
                  </a:lnTo>
                  <a:lnTo>
                    <a:pt x="671" y="564"/>
                  </a:lnTo>
                  <a:lnTo>
                    <a:pt x="659" y="581"/>
                  </a:lnTo>
                  <a:lnTo>
                    <a:pt x="648" y="599"/>
                  </a:lnTo>
                  <a:lnTo>
                    <a:pt x="637" y="619"/>
                  </a:lnTo>
                  <a:lnTo>
                    <a:pt x="628" y="637"/>
                  </a:lnTo>
                  <a:lnTo>
                    <a:pt x="619" y="658"/>
                  </a:lnTo>
                  <a:lnTo>
                    <a:pt x="612" y="679"/>
                  </a:lnTo>
                  <a:lnTo>
                    <a:pt x="605" y="700"/>
                  </a:lnTo>
                  <a:lnTo>
                    <a:pt x="598" y="722"/>
                  </a:lnTo>
                  <a:lnTo>
                    <a:pt x="594" y="745"/>
                  </a:lnTo>
                  <a:lnTo>
                    <a:pt x="588" y="768"/>
                  </a:lnTo>
                  <a:lnTo>
                    <a:pt x="585" y="792"/>
                  </a:lnTo>
                  <a:lnTo>
                    <a:pt x="581" y="815"/>
                  </a:lnTo>
                  <a:lnTo>
                    <a:pt x="578" y="838"/>
                  </a:lnTo>
                  <a:lnTo>
                    <a:pt x="576" y="862"/>
                  </a:lnTo>
                  <a:lnTo>
                    <a:pt x="573" y="911"/>
                  </a:lnTo>
                  <a:lnTo>
                    <a:pt x="572" y="9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4" name="Freeform 12"/>
            <p:cNvSpPr>
              <a:spLocks noEditPoints="1"/>
            </p:cNvSpPr>
            <p:nvPr/>
          </p:nvSpPr>
          <p:spPr bwMode="auto">
            <a:xfrm>
              <a:off x="1000649" y="1781145"/>
              <a:ext cx="201169" cy="200121"/>
            </a:xfrm>
            <a:custGeom>
              <a:avLst/>
              <a:gdLst>
                <a:gd name="T0" fmla="*/ 9 w 1917"/>
                <a:gd name="T1" fmla="*/ 794 h 1910"/>
                <a:gd name="T2" fmla="*/ 50 w 1917"/>
                <a:gd name="T3" fmla="*/ 600 h 1910"/>
                <a:gd name="T4" fmla="*/ 122 w 1917"/>
                <a:gd name="T5" fmla="*/ 430 h 1910"/>
                <a:gd name="T6" fmla="*/ 223 w 1917"/>
                <a:gd name="T7" fmla="*/ 286 h 1910"/>
                <a:gd name="T8" fmla="*/ 353 w 1917"/>
                <a:gd name="T9" fmla="*/ 170 h 1910"/>
                <a:gd name="T10" fmla="*/ 510 w 1917"/>
                <a:gd name="T11" fmla="*/ 83 h 1910"/>
                <a:gd name="T12" fmla="*/ 694 w 1917"/>
                <a:gd name="T13" fmla="*/ 25 h 1910"/>
                <a:gd name="T14" fmla="*/ 900 w 1917"/>
                <a:gd name="T15" fmla="*/ 1 h 1910"/>
                <a:gd name="T16" fmla="*/ 1117 w 1917"/>
                <a:gd name="T17" fmla="*/ 9 h 1910"/>
                <a:gd name="T18" fmla="*/ 1312 w 1917"/>
                <a:gd name="T19" fmla="*/ 47 h 1910"/>
                <a:gd name="T20" fmla="*/ 1483 w 1917"/>
                <a:gd name="T21" fmla="*/ 117 h 1910"/>
                <a:gd name="T22" fmla="*/ 1628 w 1917"/>
                <a:gd name="T23" fmla="*/ 216 h 1910"/>
                <a:gd name="T24" fmla="*/ 1745 w 1917"/>
                <a:gd name="T25" fmla="*/ 343 h 1910"/>
                <a:gd name="T26" fmla="*/ 1833 w 1917"/>
                <a:gd name="T27" fmla="*/ 497 h 1910"/>
                <a:gd name="T28" fmla="*/ 1891 w 1917"/>
                <a:gd name="T29" fmla="*/ 678 h 1910"/>
                <a:gd name="T30" fmla="*/ 1916 w 1917"/>
                <a:gd name="T31" fmla="*/ 886 h 1910"/>
                <a:gd name="T32" fmla="*/ 1908 w 1917"/>
                <a:gd name="T33" fmla="*/ 1104 h 1910"/>
                <a:gd name="T34" fmla="*/ 1871 w 1917"/>
                <a:gd name="T35" fmla="*/ 1300 h 1910"/>
                <a:gd name="T36" fmla="*/ 1802 w 1917"/>
                <a:gd name="T37" fmla="*/ 1472 h 1910"/>
                <a:gd name="T38" fmla="*/ 1706 w 1917"/>
                <a:gd name="T39" fmla="*/ 1618 h 1910"/>
                <a:gd name="T40" fmla="*/ 1580 w 1917"/>
                <a:gd name="T41" fmla="*/ 1737 h 1910"/>
                <a:gd name="T42" fmla="*/ 1426 w 1917"/>
                <a:gd name="T43" fmla="*/ 1825 h 1910"/>
                <a:gd name="T44" fmla="*/ 1244 w 1917"/>
                <a:gd name="T45" fmla="*/ 1884 h 1910"/>
                <a:gd name="T46" fmla="*/ 1035 w 1917"/>
                <a:gd name="T47" fmla="*/ 1909 h 1910"/>
                <a:gd name="T48" fmla="*/ 813 w 1917"/>
                <a:gd name="T49" fmla="*/ 1901 h 1910"/>
                <a:gd name="T50" fmla="*/ 614 w 1917"/>
                <a:gd name="T51" fmla="*/ 1863 h 1910"/>
                <a:gd name="T52" fmla="*/ 441 w 1917"/>
                <a:gd name="T53" fmla="*/ 1794 h 1910"/>
                <a:gd name="T54" fmla="*/ 294 w 1917"/>
                <a:gd name="T55" fmla="*/ 1695 h 1910"/>
                <a:gd name="T56" fmla="*/ 175 w 1917"/>
                <a:gd name="T57" fmla="*/ 1568 h 1910"/>
                <a:gd name="T58" fmla="*/ 85 w 1917"/>
                <a:gd name="T59" fmla="*/ 1412 h 1910"/>
                <a:gd name="T60" fmla="*/ 27 w 1917"/>
                <a:gd name="T61" fmla="*/ 1226 h 1910"/>
                <a:gd name="T62" fmla="*/ 1 w 1917"/>
                <a:gd name="T63" fmla="*/ 1013 h 1910"/>
                <a:gd name="T64" fmla="*/ 575 w 1917"/>
                <a:gd name="T65" fmla="*/ 1056 h 1910"/>
                <a:gd name="T66" fmla="*/ 589 w 1917"/>
                <a:gd name="T67" fmla="*/ 1151 h 1910"/>
                <a:gd name="T68" fmla="*/ 612 w 1917"/>
                <a:gd name="T69" fmla="*/ 1240 h 1910"/>
                <a:gd name="T70" fmla="*/ 648 w 1917"/>
                <a:gd name="T71" fmla="*/ 1319 h 1910"/>
                <a:gd name="T72" fmla="*/ 699 w 1917"/>
                <a:gd name="T73" fmla="*/ 1386 h 1910"/>
                <a:gd name="T74" fmla="*/ 767 w 1917"/>
                <a:gd name="T75" fmla="*/ 1438 h 1910"/>
                <a:gd name="T76" fmla="*/ 853 w 1917"/>
                <a:gd name="T77" fmla="*/ 1471 h 1910"/>
                <a:gd name="T78" fmla="*/ 959 w 1917"/>
                <a:gd name="T79" fmla="*/ 1483 h 1910"/>
                <a:gd name="T80" fmla="*/ 1071 w 1917"/>
                <a:gd name="T81" fmla="*/ 1470 h 1910"/>
                <a:gd name="T82" fmla="*/ 1160 w 1917"/>
                <a:gd name="T83" fmla="*/ 1436 h 1910"/>
                <a:gd name="T84" fmla="*/ 1227 w 1917"/>
                <a:gd name="T85" fmla="*/ 1381 h 1910"/>
                <a:gd name="T86" fmla="*/ 1277 w 1917"/>
                <a:gd name="T87" fmla="*/ 1310 h 1910"/>
                <a:gd name="T88" fmla="*/ 1311 w 1917"/>
                <a:gd name="T89" fmla="*/ 1227 h 1910"/>
                <a:gd name="T90" fmla="*/ 1332 w 1917"/>
                <a:gd name="T91" fmla="*/ 1135 h 1910"/>
                <a:gd name="T92" fmla="*/ 1342 w 1917"/>
                <a:gd name="T93" fmla="*/ 1036 h 1910"/>
                <a:gd name="T94" fmla="*/ 1344 w 1917"/>
                <a:gd name="T95" fmla="*/ 884 h 1910"/>
                <a:gd name="T96" fmla="*/ 1335 w 1917"/>
                <a:gd name="T97" fmla="*/ 790 h 1910"/>
                <a:gd name="T98" fmla="*/ 1315 w 1917"/>
                <a:gd name="T99" fmla="*/ 701 h 1910"/>
                <a:gd name="T100" fmla="*/ 1283 w 1917"/>
                <a:gd name="T101" fmla="*/ 621 h 1910"/>
                <a:gd name="T102" fmla="*/ 1238 w 1917"/>
                <a:gd name="T103" fmla="*/ 551 h 1910"/>
                <a:gd name="T104" fmla="*/ 1177 w 1917"/>
                <a:gd name="T105" fmla="*/ 496 h 1910"/>
                <a:gd name="T106" fmla="*/ 1101 w 1917"/>
                <a:gd name="T107" fmla="*/ 457 h 1910"/>
                <a:gd name="T108" fmla="*/ 1007 w 1917"/>
                <a:gd name="T109" fmla="*/ 434 h 1910"/>
                <a:gd name="T110" fmla="*/ 899 w 1917"/>
                <a:gd name="T111" fmla="*/ 436 h 1910"/>
                <a:gd name="T112" fmla="*/ 804 w 1917"/>
                <a:gd name="T113" fmla="*/ 459 h 1910"/>
                <a:gd name="T114" fmla="*/ 729 w 1917"/>
                <a:gd name="T115" fmla="*/ 503 h 1910"/>
                <a:gd name="T116" fmla="*/ 670 w 1917"/>
                <a:gd name="T117" fmla="*/ 564 h 1910"/>
                <a:gd name="T118" fmla="*/ 627 w 1917"/>
                <a:gd name="T119" fmla="*/ 637 h 1910"/>
                <a:gd name="T120" fmla="*/ 599 w 1917"/>
                <a:gd name="T121" fmla="*/ 722 h 1910"/>
                <a:gd name="T122" fmla="*/ 581 w 1917"/>
                <a:gd name="T123" fmla="*/ 815 h 1910"/>
                <a:gd name="T124" fmla="*/ 572 w 1917"/>
                <a:gd name="T125" fmla="*/ 958 h 1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917" h="1910">
                  <a:moveTo>
                    <a:pt x="0" y="956"/>
                  </a:moveTo>
                  <a:lnTo>
                    <a:pt x="1" y="901"/>
                  </a:lnTo>
                  <a:lnTo>
                    <a:pt x="5" y="847"/>
                  </a:lnTo>
                  <a:lnTo>
                    <a:pt x="9" y="794"/>
                  </a:lnTo>
                  <a:lnTo>
                    <a:pt x="17" y="743"/>
                  </a:lnTo>
                  <a:lnTo>
                    <a:pt x="25" y="694"/>
                  </a:lnTo>
                  <a:lnTo>
                    <a:pt x="37" y="646"/>
                  </a:lnTo>
                  <a:lnTo>
                    <a:pt x="50" y="600"/>
                  </a:lnTo>
                  <a:lnTo>
                    <a:pt x="65" y="555"/>
                  </a:lnTo>
                  <a:lnTo>
                    <a:pt x="82" y="512"/>
                  </a:lnTo>
                  <a:lnTo>
                    <a:pt x="101" y="470"/>
                  </a:lnTo>
                  <a:lnTo>
                    <a:pt x="122" y="430"/>
                  </a:lnTo>
                  <a:lnTo>
                    <a:pt x="145" y="391"/>
                  </a:lnTo>
                  <a:lnTo>
                    <a:pt x="169" y="354"/>
                  </a:lnTo>
                  <a:lnTo>
                    <a:pt x="196" y="320"/>
                  </a:lnTo>
                  <a:lnTo>
                    <a:pt x="223" y="286"/>
                  </a:lnTo>
                  <a:lnTo>
                    <a:pt x="254" y="254"/>
                  </a:lnTo>
                  <a:lnTo>
                    <a:pt x="285" y="224"/>
                  </a:lnTo>
                  <a:lnTo>
                    <a:pt x="318" y="196"/>
                  </a:lnTo>
                  <a:lnTo>
                    <a:pt x="353" y="170"/>
                  </a:lnTo>
                  <a:lnTo>
                    <a:pt x="390" y="146"/>
                  </a:lnTo>
                  <a:lnTo>
                    <a:pt x="429" y="122"/>
                  </a:lnTo>
                  <a:lnTo>
                    <a:pt x="469" y="101"/>
                  </a:lnTo>
                  <a:lnTo>
                    <a:pt x="510" y="83"/>
                  </a:lnTo>
                  <a:lnTo>
                    <a:pt x="554" y="65"/>
                  </a:lnTo>
                  <a:lnTo>
                    <a:pt x="599" y="51"/>
                  </a:lnTo>
                  <a:lnTo>
                    <a:pt x="645" y="37"/>
                  </a:lnTo>
                  <a:lnTo>
                    <a:pt x="694" y="25"/>
                  </a:lnTo>
                  <a:lnTo>
                    <a:pt x="742" y="17"/>
                  </a:lnTo>
                  <a:lnTo>
                    <a:pt x="794" y="9"/>
                  </a:lnTo>
                  <a:lnTo>
                    <a:pt x="846" y="4"/>
                  </a:lnTo>
                  <a:lnTo>
                    <a:pt x="900" y="1"/>
                  </a:lnTo>
                  <a:lnTo>
                    <a:pt x="955" y="0"/>
                  </a:lnTo>
                  <a:lnTo>
                    <a:pt x="1011" y="1"/>
                  </a:lnTo>
                  <a:lnTo>
                    <a:pt x="1065" y="4"/>
                  </a:lnTo>
                  <a:lnTo>
                    <a:pt x="1117" y="9"/>
                  </a:lnTo>
                  <a:lnTo>
                    <a:pt x="1169" y="15"/>
                  </a:lnTo>
                  <a:lnTo>
                    <a:pt x="1218" y="24"/>
                  </a:lnTo>
                  <a:lnTo>
                    <a:pt x="1266" y="35"/>
                  </a:lnTo>
                  <a:lnTo>
                    <a:pt x="1312" y="47"/>
                  </a:lnTo>
                  <a:lnTo>
                    <a:pt x="1357" y="63"/>
                  </a:lnTo>
                  <a:lnTo>
                    <a:pt x="1402" y="78"/>
                  </a:lnTo>
                  <a:lnTo>
                    <a:pt x="1444" y="97"/>
                  </a:lnTo>
                  <a:lnTo>
                    <a:pt x="1483" y="117"/>
                  </a:lnTo>
                  <a:lnTo>
                    <a:pt x="1522" y="139"/>
                  </a:lnTo>
                  <a:lnTo>
                    <a:pt x="1559" y="163"/>
                  </a:lnTo>
                  <a:lnTo>
                    <a:pt x="1595" y="189"/>
                  </a:lnTo>
                  <a:lnTo>
                    <a:pt x="1628" y="216"/>
                  </a:lnTo>
                  <a:lnTo>
                    <a:pt x="1660" y="245"/>
                  </a:lnTo>
                  <a:lnTo>
                    <a:pt x="1691" y="276"/>
                  </a:lnTo>
                  <a:lnTo>
                    <a:pt x="1718" y="309"/>
                  </a:lnTo>
                  <a:lnTo>
                    <a:pt x="1745" y="343"/>
                  </a:lnTo>
                  <a:lnTo>
                    <a:pt x="1770" y="379"/>
                  </a:lnTo>
                  <a:lnTo>
                    <a:pt x="1794" y="417"/>
                  </a:lnTo>
                  <a:lnTo>
                    <a:pt x="1815" y="457"/>
                  </a:lnTo>
                  <a:lnTo>
                    <a:pt x="1833" y="497"/>
                  </a:lnTo>
                  <a:lnTo>
                    <a:pt x="1851" y="540"/>
                  </a:lnTo>
                  <a:lnTo>
                    <a:pt x="1866" y="584"/>
                  </a:lnTo>
                  <a:lnTo>
                    <a:pt x="1880" y="631"/>
                  </a:lnTo>
                  <a:lnTo>
                    <a:pt x="1891" y="678"/>
                  </a:lnTo>
                  <a:lnTo>
                    <a:pt x="1900" y="728"/>
                  </a:lnTo>
                  <a:lnTo>
                    <a:pt x="1907" y="779"/>
                  </a:lnTo>
                  <a:lnTo>
                    <a:pt x="1913" y="831"/>
                  </a:lnTo>
                  <a:lnTo>
                    <a:pt x="1916" y="886"/>
                  </a:lnTo>
                  <a:lnTo>
                    <a:pt x="1917" y="941"/>
                  </a:lnTo>
                  <a:lnTo>
                    <a:pt x="1916" y="997"/>
                  </a:lnTo>
                  <a:lnTo>
                    <a:pt x="1913" y="1051"/>
                  </a:lnTo>
                  <a:lnTo>
                    <a:pt x="1908" y="1104"/>
                  </a:lnTo>
                  <a:lnTo>
                    <a:pt x="1902" y="1155"/>
                  </a:lnTo>
                  <a:lnTo>
                    <a:pt x="1893" y="1204"/>
                  </a:lnTo>
                  <a:lnTo>
                    <a:pt x="1883" y="1253"/>
                  </a:lnTo>
                  <a:lnTo>
                    <a:pt x="1871" y="1300"/>
                  </a:lnTo>
                  <a:lnTo>
                    <a:pt x="1857" y="1345"/>
                  </a:lnTo>
                  <a:lnTo>
                    <a:pt x="1840" y="1389"/>
                  </a:lnTo>
                  <a:lnTo>
                    <a:pt x="1822" y="1431"/>
                  </a:lnTo>
                  <a:lnTo>
                    <a:pt x="1802" y="1472"/>
                  </a:lnTo>
                  <a:lnTo>
                    <a:pt x="1781" y="1511"/>
                  </a:lnTo>
                  <a:lnTo>
                    <a:pt x="1758" y="1548"/>
                  </a:lnTo>
                  <a:lnTo>
                    <a:pt x="1733" y="1584"/>
                  </a:lnTo>
                  <a:lnTo>
                    <a:pt x="1706" y="1618"/>
                  </a:lnTo>
                  <a:lnTo>
                    <a:pt x="1678" y="1651"/>
                  </a:lnTo>
                  <a:lnTo>
                    <a:pt x="1647" y="1681"/>
                  </a:lnTo>
                  <a:lnTo>
                    <a:pt x="1615" y="1709"/>
                  </a:lnTo>
                  <a:lnTo>
                    <a:pt x="1580" y="1737"/>
                  </a:lnTo>
                  <a:lnTo>
                    <a:pt x="1544" y="1761"/>
                  </a:lnTo>
                  <a:lnTo>
                    <a:pt x="1506" y="1784"/>
                  </a:lnTo>
                  <a:lnTo>
                    <a:pt x="1467" y="1806"/>
                  </a:lnTo>
                  <a:lnTo>
                    <a:pt x="1426" y="1825"/>
                  </a:lnTo>
                  <a:lnTo>
                    <a:pt x="1383" y="1843"/>
                  </a:lnTo>
                  <a:lnTo>
                    <a:pt x="1339" y="1858"/>
                  </a:lnTo>
                  <a:lnTo>
                    <a:pt x="1292" y="1873"/>
                  </a:lnTo>
                  <a:lnTo>
                    <a:pt x="1244" y="1884"/>
                  </a:lnTo>
                  <a:lnTo>
                    <a:pt x="1194" y="1893"/>
                  </a:lnTo>
                  <a:lnTo>
                    <a:pt x="1143" y="1900"/>
                  </a:lnTo>
                  <a:lnTo>
                    <a:pt x="1089" y="1906"/>
                  </a:lnTo>
                  <a:lnTo>
                    <a:pt x="1035" y="1909"/>
                  </a:lnTo>
                  <a:lnTo>
                    <a:pt x="977" y="1910"/>
                  </a:lnTo>
                  <a:lnTo>
                    <a:pt x="921" y="1909"/>
                  </a:lnTo>
                  <a:lnTo>
                    <a:pt x="867" y="1906"/>
                  </a:lnTo>
                  <a:lnTo>
                    <a:pt x="813" y="1901"/>
                  </a:lnTo>
                  <a:lnTo>
                    <a:pt x="761" y="1895"/>
                  </a:lnTo>
                  <a:lnTo>
                    <a:pt x="711" y="1886"/>
                  </a:lnTo>
                  <a:lnTo>
                    <a:pt x="662" y="1875"/>
                  </a:lnTo>
                  <a:lnTo>
                    <a:pt x="614" y="1863"/>
                  </a:lnTo>
                  <a:lnTo>
                    <a:pt x="569" y="1848"/>
                  </a:lnTo>
                  <a:lnTo>
                    <a:pt x="525" y="1832"/>
                  </a:lnTo>
                  <a:lnTo>
                    <a:pt x="482" y="1814"/>
                  </a:lnTo>
                  <a:lnTo>
                    <a:pt x="441" y="1794"/>
                  </a:lnTo>
                  <a:lnTo>
                    <a:pt x="401" y="1772"/>
                  </a:lnTo>
                  <a:lnTo>
                    <a:pt x="363" y="1749"/>
                  </a:lnTo>
                  <a:lnTo>
                    <a:pt x="328" y="1723"/>
                  </a:lnTo>
                  <a:lnTo>
                    <a:pt x="294" y="1695"/>
                  </a:lnTo>
                  <a:lnTo>
                    <a:pt x="261" y="1666"/>
                  </a:lnTo>
                  <a:lnTo>
                    <a:pt x="230" y="1635"/>
                  </a:lnTo>
                  <a:lnTo>
                    <a:pt x="201" y="1602"/>
                  </a:lnTo>
                  <a:lnTo>
                    <a:pt x="175" y="1568"/>
                  </a:lnTo>
                  <a:lnTo>
                    <a:pt x="149" y="1532"/>
                  </a:lnTo>
                  <a:lnTo>
                    <a:pt x="126" y="1493"/>
                  </a:lnTo>
                  <a:lnTo>
                    <a:pt x="104" y="1453"/>
                  </a:lnTo>
                  <a:lnTo>
                    <a:pt x="85" y="1412"/>
                  </a:lnTo>
                  <a:lnTo>
                    <a:pt x="67" y="1367"/>
                  </a:lnTo>
                  <a:lnTo>
                    <a:pt x="52" y="1322"/>
                  </a:lnTo>
                  <a:lnTo>
                    <a:pt x="38" y="1275"/>
                  </a:lnTo>
                  <a:lnTo>
                    <a:pt x="27" y="1226"/>
                  </a:lnTo>
                  <a:lnTo>
                    <a:pt x="17" y="1176"/>
                  </a:lnTo>
                  <a:lnTo>
                    <a:pt x="9" y="1124"/>
                  </a:lnTo>
                  <a:lnTo>
                    <a:pt x="5" y="1070"/>
                  </a:lnTo>
                  <a:lnTo>
                    <a:pt x="1" y="1013"/>
                  </a:lnTo>
                  <a:lnTo>
                    <a:pt x="0" y="956"/>
                  </a:lnTo>
                  <a:close/>
                  <a:moveTo>
                    <a:pt x="572" y="958"/>
                  </a:moveTo>
                  <a:lnTo>
                    <a:pt x="573" y="1008"/>
                  </a:lnTo>
                  <a:lnTo>
                    <a:pt x="575" y="1056"/>
                  </a:lnTo>
                  <a:lnTo>
                    <a:pt x="578" y="1081"/>
                  </a:lnTo>
                  <a:lnTo>
                    <a:pt x="581" y="1105"/>
                  </a:lnTo>
                  <a:lnTo>
                    <a:pt x="584" y="1128"/>
                  </a:lnTo>
                  <a:lnTo>
                    <a:pt x="589" y="1151"/>
                  </a:lnTo>
                  <a:lnTo>
                    <a:pt x="593" y="1174"/>
                  </a:lnTo>
                  <a:lnTo>
                    <a:pt x="599" y="1197"/>
                  </a:lnTo>
                  <a:lnTo>
                    <a:pt x="605" y="1219"/>
                  </a:lnTo>
                  <a:lnTo>
                    <a:pt x="612" y="1240"/>
                  </a:lnTo>
                  <a:lnTo>
                    <a:pt x="620" y="1260"/>
                  </a:lnTo>
                  <a:lnTo>
                    <a:pt x="628" y="1281"/>
                  </a:lnTo>
                  <a:lnTo>
                    <a:pt x="638" y="1300"/>
                  </a:lnTo>
                  <a:lnTo>
                    <a:pt x="648" y="1319"/>
                  </a:lnTo>
                  <a:lnTo>
                    <a:pt x="659" y="1338"/>
                  </a:lnTo>
                  <a:lnTo>
                    <a:pt x="672" y="1354"/>
                  </a:lnTo>
                  <a:lnTo>
                    <a:pt x="685" y="1371"/>
                  </a:lnTo>
                  <a:lnTo>
                    <a:pt x="699" y="1386"/>
                  </a:lnTo>
                  <a:lnTo>
                    <a:pt x="715" y="1401"/>
                  </a:lnTo>
                  <a:lnTo>
                    <a:pt x="731" y="1414"/>
                  </a:lnTo>
                  <a:lnTo>
                    <a:pt x="749" y="1427"/>
                  </a:lnTo>
                  <a:lnTo>
                    <a:pt x="767" y="1438"/>
                  </a:lnTo>
                  <a:lnTo>
                    <a:pt x="786" y="1448"/>
                  </a:lnTo>
                  <a:lnTo>
                    <a:pt x="807" y="1457"/>
                  </a:lnTo>
                  <a:lnTo>
                    <a:pt x="829" y="1464"/>
                  </a:lnTo>
                  <a:lnTo>
                    <a:pt x="853" y="1471"/>
                  </a:lnTo>
                  <a:lnTo>
                    <a:pt x="877" y="1477"/>
                  </a:lnTo>
                  <a:lnTo>
                    <a:pt x="903" y="1480"/>
                  </a:lnTo>
                  <a:lnTo>
                    <a:pt x="930" y="1482"/>
                  </a:lnTo>
                  <a:lnTo>
                    <a:pt x="959" y="1483"/>
                  </a:lnTo>
                  <a:lnTo>
                    <a:pt x="990" y="1482"/>
                  </a:lnTo>
                  <a:lnTo>
                    <a:pt x="1018" y="1480"/>
                  </a:lnTo>
                  <a:lnTo>
                    <a:pt x="1045" y="1476"/>
                  </a:lnTo>
                  <a:lnTo>
                    <a:pt x="1071" y="1470"/>
                  </a:lnTo>
                  <a:lnTo>
                    <a:pt x="1095" y="1463"/>
                  </a:lnTo>
                  <a:lnTo>
                    <a:pt x="1118" y="1456"/>
                  </a:lnTo>
                  <a:lnTo>
                    <a:pt x="1139" y="1446"/>
                  </a:lnTo>
                  <a:lnTo>
                    <a:pt x="1160" y="1436"/>
                  </a:lnTo>
                  <a:lnTo>
                    <a:pt x="1178" y="1424"/>
                  </a:lnTo>
                  <a:lnTo>
                    <a:pt x="1195" y="1410"/>
                  </a:lnTo>
                  <a:lnTo>
                    <a:pt x="1212" y="1396"/>
                  </a:lnTo>
                  <a:lnTo>
                    <a:pt x="1227" y="1381"/>
                  </a:lnTo>
                  <a:lnTo>
                    <a:pt x="1241" y="1365"/>
                  </a:lnTo>
                  <a:lnTo>
                    <a:pt x="1254" y="1348"/>
                  </a:lnTo>
                  <a:lnTo>
                    <a:pt x="1266" y="1330"/>
                  </a:lnTo>
                  <a:lnTo>
                    <a:pt x="1277" y="1310"/>
                  </a:lnTo>
                  <a:lnTo>
                    <a:pt x="1287" y="1291"/>
                  </a:lnTo>
                  <a:lnTo>
                    <a:pt x="1296" y="1270"/>
                  </a:lnTo>
                  <a:lnTo>
                    <a:pt x="1303" y="1249"/>
                  </a:lnTo>
                  <a:lnTo>
                    <a:pt x="1311" y="1227"/>
                  </a:lnTo>
                  <a:lnTo>
                    <a:pt x="1317" y="1205"/>
                  </a:lnTo>
                  <a:lnTo>
                    <a:pt x="1322" y="1182"/>
                  </a:lnTo>
                  <a:lnTo>
                    <a:pt x="1328" y="1158"/>
                  </a:lnTo>
                  <a:lnTo>
                    <a:pt x="1332" y="1135"/>
                  </a:lnTo>
                  <a:lnTo>
                    <a:pt x="1335" y="1110"/>
                  </a:lnTo>
                  <a:lnTo>
                    <a:pt x="1339" y="1085"/>
                  </a:lnTo>
                  <a:lnTo>
                    <a:pt x="1341" y="1061"/>
                  </a:lnTo>
                  <a:lnTo>
                    <a:pt x="1342" y="1036"/>
                  </a:lnTo>
                  <a:lnTo>
                    <a:pt x="1344" y="985"/>
                  </a:lnTo>
                  <a:lnTo>
                    <a:pt x="1345" y="934"/>
                  </a:lnTo>
                  <a:lnTo>
                    <a:pt x="1345" y="909"/>
                  </a:lnTo>
                  <a:lnTo>
                    <a:pt x="1344" y="884"/>
                  </a:lnTo>
                  <a:lnTo>
                    <a:pt x="1343" y="861"/>
                  </a:lnTo>
                  <a:lnTo>
                    <a:pt x="1341" y="837"/>
                  </a:lnTo>
                  <a:lnTo>
                    <a:pt x="1339" y="814"/>
                  </a:lnTo>
                  <a:lnTo>
                    <a:pt x="1335" y="790"/>
                  </a:lnTo>
                  <a:lnTo>
                    <a:pt x="1331" y="768"/>
                  </a:lnTo>
                  <a:lnTo>
                    <a:pt x="1326" y="744"/>
                  </a:lnTo>
                  <a:lnTo>
                    <a:pt x="1321" y="722"/>
                  </a:lnTo>
                  <a:lnTo>
                    <a:pt x="1315" y="701"/>
                  </a:lnTo>
                  <a:lnTo>
                    <a:pt x="1309" y="680"/>
                  </a:lnTo>
                  <a:lnTo>
                    <a:pt x="1301" y="659"/>
                  </a:lnTo>
                  <a:lnTo>
                    <a:pt x="1292" y="640"/>
                  </a:lnTo>
                  <a:lnTo>
                    <a:pt x="1283" y="621"/>
                  </a:lnTo>
                  <a:lnTo>
                    <a:pt x="1273" y="602"/>
                  </a:lnTo>
                  <a:lnTo>
                    <a:pt x="1262" y="584"/>
                  </a:lnTo>
                  <a:lnTo>
                    <a:pt x="1250" y="568"/>
                  </a:lnTo>
                  <a:lnTo>
                    <a:pt x="1238" y="551"/>
                  </a:lnTo>
                  <a:lnTo>
                    <a:pt x="1225" y="536"/>
                  </a:lnTo>
                  <a:lnTo>
                    <a:pt x="1209" y="522"/>
                  </a:lnTo>
                  <a:lnTo>
                    <a:pt x="1194" y="508"/>
                  </a:lnTo>
                  <a:lnTo>
                    <a:pt x="1177" y="496"/>
                  </a:lnTo>
                  <a:lnTo>
                    <a:pt x="1161" y="484"/>
                  </a:lnTo>
                  <a:lnTo>
                    <a:pt x="1142" y="474"/>
                  </a:lnTo>
                  <a:lnTo>
                    <a:pt x="1122" y="464"/>
                  </a:lnTo>
                  <a:lnTo>
                    <a:pt x="1101" y="457"/>
                  </a:lnTo>
                  <a:lnTo>
                    <a:pt x="1080" y="449"/>
                  </a:lnTo>
                  <a:lnTo>
                    <a:pt x="1057" y="443"/>
                  </a:lnTo>
                  <a:lnTo>
                    <a:pt x="1033" y="439"/>
                  </a:lnTo>
                  <a:lnTo>
                    <a:pt x="1007" y="434"/>
                  </a:lnTo>
                  <a:lnTo>
                    <a:pt x="982" y="433"/>
                  </a:lnTo>
                  <a:lnTo>
                    <a:pt x="954" y="432"/>
                  </a:lnTo>
                  <a:lnTo>
                    <a:pt x="926" y="433"/>
                  </a:lnTo>
                  <a:lnTo>
                    <a:pt x="899" y="436"/>
                  </a:lnTo>
                  <a:lnTo>
                    <a:pt x="874" y="439"/>
                  </a:lnTo>
                  <a:lnTo>
                    <a:pt x="849" y="444"/>
                  </a:lnTo>
                  <a:lnTo>
                    <a:pt x="826" y="451"/>
                  </a:lnTo>
                  <a:lnTo>
                    <a:pt x="804" y="459"/>
                  </a:lnTo>
                  <a:lnTo>
                    <a:pt x="783" y="468"/>
                  </a:lnTo>
                  <a:lnTo>
                    <a:pt x="764" y="479"/>
                  </a:lnTo>
                  <a:lnTo>
                    <a:pt x="746" y="490"/>
                  </a:lnTo>
                  <a:lnTo>
                    <a:pt x="729" y="503"/>
                  </a:lnTo>
                  <a:lnTo>
                    <a:pt x="712" y="516"/>
                  </a:lnTo>
                  <a:lnTo>
                    <a:pt x="698" y="532"/>
                  </a:lnTo>
                  <a:lnTo>
                    <a:pt x="684" y="547"/>
                  </a:lnTo>
                  <a:lnTo>
                    <a:pt x="670" y="564"/>
                  </a:lnTo>
                  <a:lnTo>
                    <a:pt x="658" y="581"/>
                  </a:lnTo>
                  <a:lnTo>
                    <a:pt x="647" y="599"/>
                  </a:lnTo>
                  <a:lnTo>
                    <a:pt x="637" y="619"/>
                  </a:lnTo>
                  <a:lnTo>
                    <a:pt x="627" y="637"/>
                  </a:lnTo>
                  <a:lnTo>
                    <a:pt x="620" y="658"/>
                  </a:lnTo>
                  <a:lnTo>
                    <a:pt x="612" y="679"/>
                  </a:lnTo>
                  <a:lnTo>
                    <a:pt x="604" y="700"/>
                  </a:lnTo>
                  <a:lnTo>
                    <a:pt x="599" y="722"/>
                  </a:lnTo>
                  <a:lnTo>
                    <a:pt x="593" y="745"/>
                  </a:lnTo>
                  <a:lnTo>
                    <a:pt x="589" y="768"/>
                  </a:lnTo>
                  <a:lnTo>
                    <a:pt x="584" y="792"/>
                  </a:lnTo>
                  <a:lnTo>
                    <a:pt x="581" y="815"/>
                  </a:lnTo>
                  <a:lnTo>
                    <a:pt x="578" y="838"/>
                  </a:lnTo>
                  <a:lnTo>
                    <a:pt x="575" y="862"/>
                  </a:lnTo>
                  <a:lnTo>
                    <a:pt x="573" y="911"/>
                  </a:lnTo>
                  <a:lnTo>
                    <a:pt x="572" y="9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5" name="Freeform 13"/>
            <p:cNvSpPr>
              <a:spLocks noEditPoints="1"/>
            </p:cNvSpPr>
            <p:nvPr/>
          </p:nvSpPr>
          <p:spPr bwMode="auto">
            <a:xfrm>
              <a:off x="780620" y="1781145"/>
              <a:ext cx="200121" cy="200121"/>
            </a:xfrm>
            <a:custGeom>
              <a:avLst/>
              <a:gdLst>
                <a:gd name="T0" fmla="*/ 17 w 1918"/>
                <a:gd name="T1" fmla="*/ 743 h 1910"/>
                <a:gd name="T2" fmla="*/ 83 w 1918"/>
                <a:gd name="T3" fmla="*/ 512 h 1910"/>
                <a:gd name="T4" fmla="*/ 197 w 1918"/>
                <a:gd name="T5" fmla="*/ 320 h 1910"/>
                <a:gd name="T6" fmla="*/ 355 w 1918"/>
                <a:gd name="T7" fmla="*/ 170 h 1910"/>
                <a:gd name="T8" fmla="*/ 555 w 1918"/>
                <a:gd name="T9" fmla="*/ 65 h 1910"/>
                <a:gd name="T10" fmla="*/ 794 w 1918"/>
                <a:gd name="T11" fmla="*/ 9 h 1910"/>
                <a:gd name="T12" fmla="*/ 1065 w 1918"/>
                <a:gd name="T13" fmla="*/ 4 h 1910"/>
                <a:gd name="T14" fmla="*/ 1313 w 1918"/>
                <a:gd name="T15" fmla="*/ 47 h 1910"/>
                <a:gd name="T16" fmla="*/ 1523 w 1918"/>
                <a:gd name="T17" fmla="*/ 139 h 1910"/>
                <a:gd name="T18" fmla="*/ 1691 w 1918"/>
                <a:gd name="T19" fmla="*/ 276 h 1910"/>
                <a:gd name="T20" fmla="*/ 1815 w 1918"/>
                <a:gd name="T21" fmla="*/ 457 h 1910"/>
                <a:gd name="T22" fmla="*/ 1892 w 1918"/>
                <a:gd name="T23" fmla="*/ 678 h 1910"/>
                <a:gd name="T24" fmla="*/ 1918 w 1918"/>
                <a:gd name="T25" fmla="*/ 941 h 1910"/>
                <a:gd name="T26" fmla="*/ 1908 w 1918"/>
                <a:gd name="T27" fmla="*/ 1133 h 1910"/>
                <a:gd name="T28" fmla="*/ 1874 w 1918"/>
                <a:gd name="T29" fmla="*/ 1300 h 1910"/>
                <a:gd name="T30" fmla="*/ 1821 w 1918"/>
                <a:gd name="T31" fmla="*/ 1446 h 1910"/>
                <a:gd name="T32" fmla="*/ 1739 w 1918"/>
                <a:gd name="T33" fmla="*/ 1582 h 1910"/>
                <a:gd name="T34" fmla="*/ 1634 w 1918"/>
                <a:gd name="T35" fmla="*/ 1695 h 1910"/>
                <a:gd name="T36" fmla="*/ 1512 w 1918"/>
                <a:gd name="T37" fmla="*/ 1782 h 1910"/>
                <a:gd name="T38" fmla="*/ 1378 w 1918"/>
                <a:gd name="T39" fmla="*/ 1846 h 1910"/>
                <a:gd name="T40" fmla="*/ 1231 w 1918"/>
                <a:gd name="T41" fmla="*/ 1887 h 1910"/>
                <a:gd name="T42" fmla="*/ 1075 w 1918"/>
                <a:gd name="T43" fmla="*/ 1907 h 1910"/>
                <a:gd name="T44" fmla="*/ 903 w 1918"/>
                <a:gd name="T45" fmla="*/ 1909 h 1910"/>
                <a:gd name="T46" fmla="*/ 726 w 1918"/>
                <a:gd name="T47" fmla="*/ 1891 h 1910"/>
                <a:gd name="T48" fmla="*/ 570 w 1918"/>
                <a:gd name="T49" fmla="*/ 1854 h 1910"/>
                <a:gd name="T50" fmla="*/ 430 w 1918"/>
                <a:gd name="T51" fmla="*/ 1795 h 1910"/>
                <a:gd name="T52" fmla="*/ 295 w 1918"/>
                <a:gd name="T53" fmla="*/ 1702 h 1910"/>
                <a:gd name="T54" fmla="*/ 188 w 1918"/>
                <a:gd name="T55" fmla="*/ 1587 h 1910"/>
                <a:gd name="T56" fmla="*/ 106 w 1918"/>
                <a:gd name="T57" fmla="*/ 1453 h 1910"/>
                <a:gd name="T58" fmla="*/ 50 w 1918"/>
                <a:gd name="T59" fmla="*/ 1307 h 1910"/>
                <a:gd name="T60" fmla="*/ 15 w 1918"/>
                <a:gd name="T61" fmla="*/ 1151 h 1910"/>
                <a:gd name="T62" fmla="*/ 1 w 1918"/>
                <a:gd name="T63" fmla="*/ 989 h 1910"/>
                <a:gd name="T64" fmla="*/ 579 w 1918"/>
                <a:gd name="T65" fmla="*/ 1081 h 1910"/>
                <a:gd name="T66" fmla="*/ 600 w 1918"/>
                <a:gd name="T67" fmla="*/ 1197 h 1910"/>
                <a:gd name="T68" fmla="*/ 639 w 1918"/>
                <a:gd name="T69" fmla="*/ 1300 h 1910"/>
                <a:gd name="T70" fmla="*/ 701 w 1918"/>
                <a:gd name="T71" fmla="*/ 1386 h 1910"/>
                <a:gd name="T72" fmla="*/ 788 w 1918"/>
                <a:gd name="T73" fmla="*/ 1448 h 1910"/>
                <a:gd name="T74" fmla="*/ 904 w 1918"/>
                <a:gd name="T75" fmla="*/ 1480 h 1910"/>
                <a:gd name="T76" fmla="*/ 1046 w 1918"/>
                <a:gd name="T77" fmla="*/ 1476 h 1910"/>
                <a:gd name="T78" fmla="*/ 1160 w 1918"/>
                <a:gd name="T79" fmla="*/ 1436 h 1910"/>
                <a:gd name="T80" fmla="*/ 1242 w 1918"/>
                <a:gd name="T81" fmla="*/ 1365 h 1910"/>
                <a:gd name="T82" fmla="*/ 1296 w 1918"/>
                <a:gd name="T83" fmla="*/ 1270 h 1910"/>
                <a:gd name="T84" fmla="*/ 1328 w 1918"/>
                <a:gd name="T85" fmla="*/ 1158 h 1910"/>
                <a:gd name="T86" fmla="*/ 1343 w 1918"/>
                <a:gd name="T87" fmla="*/ 1036 h 1910"/>
                <a:gd name="T88" fmla="*/ 1343 w 1918"/>
                <a:gd name="T89" fmla="*/ 861 h 1910"/>
                <a:gd name="T90" fmla="*/ 1328 w 1918"/>
                <a:gd name="T91" fmla="*/ 744 h 1910"/>
                <a:gd name="T92" fmla="*/ 1294 w 1918"/>
                <a:gd name="T93" fmla="*/ 640 h 1910"/>
                <a:gd name="T94" fmla="*/ 1238 w 1918"/>
                <a:gd name="T95" fmla="*/ 551 h 1910"/>
                <a:gd name="T96" fmla="*/ 1161 w 1918"/>
                <a:gd name="T97" fmla="*/ 484 h 1910"/>
                <a:gd name="T98" fmla="*/ 1058 w 1918"/>
                <a:gd name="T99" fmla="*/ 443 h 1910"/>
                <a:gd name="T100" fmla="*/ 927 w 1918"/>
                <a:gd name="T101" fmla="*/ 433 h 1910"/>
                <a:gd name="T102" fmla="*/ 805 w 1918"/>
                <a:gd name="T103" fmla="*/ 459 h 1910"/>
                <a:gd name="T104" fmla="*/ 714 w 1918"/>
                <a:gd name="T105" fmla="*/ 516 h 1910"/>
                <a:gd name="T106" fmla="*/ 649 w 1918"/>
                <a:gd name="T107" fmla="*/ 599 h 1910"/>
                <a:gd name="T108" fmla="*/ 606 w 1918"/>
                <a:gd name="T109" fmla="*/ 700 h 1910"/>
                <a:gd name="T110" fmla="*/ 581 w 1918"/>
                <a:gd name="T111" fmla="*/ 815 h 1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918" h="1910">
                  <a:moveTo>
                    <a:pt x="0" y="956"/>
                  </a:moveTo>
                  <a:lnTo>
                    <a:pt x="1" y="901"/>
                  </a:lnTo>
                  <a:lnTo>
                    <a:pt x="5" y="847"/>
                  </a:lnTo>
                  <a:lnTo>
                    <a:pt x="10" y="794"/>
                  </a:lnTo>
                  <a:lnTo>
                    <a:pt x="17" y="743"/>
                  </a:lnTo>
                  <a:lnTo>
                    <a:pt x="27" y="694"/>
                  </a:lnTo>
                  <a:lnTo>
                    <a:pt x="38" y="646"/>
                  </a:lnTo>
                  <a:lnTo>
                    <a:pt x="51" y="600"/>
                  </a:lnTo>
                  <a:lnTo>
                    <a:pt x="66" y="555"/>
                  </a:lnTo>
                  <a:lnTo>
                    <a:pt x="83" y="512"/>
                  </a:lnTo>
                  <a:lnTo>
                    <a:pt x="102" y="470"/>
                  </a:lnTo>
                  <a:lnTo>
                    <a:pt x="123" y="430"/>
                  </a:lnTo>
                  <a:lnTo>
                    <a:pt x="145" y="391"/>
                  </a:lnTo>
                  <a:lnTo>
                    <a:pt x="170" y="354"/>
                  </a:lnTo>
                  <a:lnTo>
                    <a:pt x="197" y="320"/>
                  </a:lnTo>
                  <a:lnTo>
                    <a:pt x="225" y="286"/>
                  </a:lnTo>
                  <a:lnTo>
                    <a:pt x="254" y="254"/>
                  </a:lnTo>
                  <a:lnTo>
                    <a:pt x="286" y="224"/>
                  </a:lnTo>
                  <a:lnTo>
                    <a:pt x="320" y="196"/>
                  </a:lnTo>
                  <a:lnTo>
                    <a:pt x="355" y="170"/>
                  </a:lnTo>
                  <a:lnTo>
                    <a:pt x="391" y="146"/>
                  </a:lnTo>
                  <a:lnTo>
                    <a:pt x="430" y="122"/>
                  </a:lnTo>
                  <a:lnTo>
                    <a:pt x="470" y="101"/>
                  </a:lnTo>
                  <a:lnTo>
                    <a:pt x="512" y="83"/>
                  </a:lnTo>
                  <a:lnTo>
                    <a:pt x="555" y="65"/>
                  </a:lnTo>
                  <a:lnTo>
                    <a:pt x="600" y="51"/>
                  </a:lnTo>
                  <a:lnTo>
                    <a:pt x="646" y="37"/>
                  </a:lnTo>
                  <a:lnTo>
                    <a:pt x="694" y="25"/>
                  </a:lnTo>
                  <a:lnTo>
                    <a:pt x="744" y="17"/>
                  </a:lnTo>
                  <a:lnTo>
                    <a:pt x="794" y="9"/>
                  </a:lnTo>
                  <a:lnTo>
                    <a:pt x="847" y="4"/>
                  </a:lnTo>
                  <a:lnTo>
                    <a:pt x="900" y="1"/>
                  </a:lnTo>
                  <a:lnTo>
                    <a:pt x="956" y="0"/>
                  </a:lnTo>
                  <a:lnTo>
                    <a:pt x="1011" y="1"/>
                  </a:lnTo>
                  <a:lnTo>
                    <a:pt x="1065" y="4"/>
                  </a:lnTo>
                  <a:lnTo>
                    <a:pt x="1118" y="9"/>
                  </a:lnTo>
                  <a:lnTo>
                    <a:pt x="1169" y="15"/>
                  </a:lnTo>
                  <a:lnTo>
                    <a:pt x="1218" y="24"/>
                  </a:lnTo>
                  <a:lnTo>
                    <a:pt x="1267" y="35"/>
                  </a:lnTo>
                  <a:lnTo>
                    <a:pt x="1313" y="47"/>
                  </a:lnTo>
                  <a:lnTo>
                    <a:pt x="1359" y="63"/>
                  </a:lnTo>
                  <a:lnTo>
                    <a:pt x="1402" y="78"/>
                  </a:lnTo>
                  <a:lnTo>
                    <a:pt x="1444" y="97"/>
                  </a:lnTo>
                  <a:lnTo>
                    <a:pt x="1485" y="117"/>
                  </a:lnTo>
                  <a:lnTo>
                    <a:pt x="1523" y="139"/>
                  </a:lnTo>
                  <a:lnTo>
                    <a:pt x="1560" y="163"/>
                  </a:lnTo>
                  <a:lnTo>
                    <a:pt x="1595" y="189"/>
                  </a:lnTo>
                  <a:lnTo>
                    <a:pt x="1629" y="216"/>
                  </a:lnTo>
                  <a:lnTo>
                    <a:pt x="1661" y="245"/>
                  </a:lnTo>
                  <a:lnTo>
                    <a:pt x="1691" y="276"/>
                  </a:lnTo>
                  <a:lnTo>
                    <a:pt x="1720" y="309"/>
                  </a:lnTo>
                  <a:lnTo>
                    <a:pt x="1746" y="343"/>
                  </a:lnTo>
                  <a:lnTo>
                    <a:pt x="1771" y="379"/>
                  </a:lnTo>
                  <a:lnTo>
                    <a:pt x="1794" y="417"/>
                  </a:lnTo>
                  <a:lnTo>
                    <a:pt x="1815" y="457"/>
                  </a:lnTo>
                  <a:lnTo>
                    <a:pt x="1835" y="497"/>
                  </a:lnTo>
                  <a:lnTo>
                    <a:pt x="1851" y="540"/>
                  </a:lnTo>
                  <a:lnTo>
                    <a:pt x="1867" y="584"/>
                  </a:lnTo>
                  <a:lnTo>
                    <a:pt x="1880" y="631"/>
                  </a:lnTo>
                  <a:lnTo>
                    <a:pt x="1892" y="678"/>
                  </a:lnTo>
                  <a:lnTo>
                    <a:pt x="1901" y="728"/>
                  </a:lnTo>
                  <a:lnTo>
                    <a:pt x="1909" y="779"/>
                  </a:lnTo>
                  <a:lnTo>
                    <a:pt x="1913" y="831"/>
                  </a:lnTo>
                  <a:lnTo>
                    <a:pt x="1916" y="886"/>
                  </a:lnTo>
                  <a:lnTo>
                    <a:pt x="1918" y="941"/>
                  </a:lnTo>
                  <a:lnTo>
                    <a:pt x="1918" y="981"/>
                  </a:lnTo>
                  <a:lnTo>
                    <a:pt x="1916" y="1020"/>
                  </a:lnTo>
                  <a:lnTo>
                    <a:pt x="1914" y="1059"/>
                  </a:lnTo>
                  <a:lnTo>
                    <a:pt x="1911" y="1096"/>
                  </a:lnTo>
                  <a:lnTo>
                    <a:pt x="1908" y="1133"/>
                  </a:lnTo>
                  <a:lnTo>
                    <a:pt x="1902" y="1168"/>
                  </a:lnTo>
                  <a:lnTo>
                    <a:pt x="1897" y="1202"/>
                  </a:lnTo>
                  <a:lnTo>
                    <a:pt x="1890" y="1236"/>
                  </a:lnTo>
                  <a:lnTo>
                    <a:pt x="1883" y="1268"/>
                  </a:lnTo>
                  <a:lnTo>
                    <a:pt x="1874" y="1300"/>
                  </a:lnTo>
                  <a:lnTo>
                    <a:pt x="1866" y="1331"/>
                  </a:lnTo>
                  <a:lnTo>
                    <a:pt x="1856" y="1361"/>
                  </a:lnTo>
                  <a:lnTo>
                    <a:pt x="1846" y="1391"/>
                  </a:lnTo>
                  <a:lnTo>
                    <a:pt x="1834" y="1418"/>
                  </a:lnTo>
                  <a:lnTo>
                    <a:pt x="1821" y="1446"/>
                  </a:lnTo>
                  <a:lnTo>
                    <a:pt x="1808" y="1472"/>
                  </a:lnTo>
                  <a:lnTo>
                    <a:pt x="1793" y="1502"/>
                  </a:lnTo>
                  <a:lnTo>
                    <a:pt x="1775" y="1530"/>
                  </a:lnTo>
                  <a:lnTo>
                    <a:pt x="1757" y="1557"/>
                  </a:lnTo>
                  <a:lnTo>
                    <a:pt x="1739" y="1582"/>
                  </a:lnTo>
                  <a:lnTo>
                    <a:pt x="1719" y="1607"/>
                  </a:lnTo>
                  <a:lnTo>
                    <a:pt x="1699" y="1631"/>
                  </a:lnTo>
                  <a:lnTo>
                    <a:pt x="1678" y="1653"/>
                  </a:lnTo>
                  <a:lnTo>
                    <a:pt x="1657" y="1675"/>
                  </a:lnTo>
                  <a:lnTo>
                    <a:pt x="1634" y="1695"/>
                  </a:lnTo>
                  <a:lnTo>
                    <a:pt x="1612" y="1715"/>
                  </a:lnTo>
                  <a:lnTo>
                    <a:pt x="1587" y="1734"/>
                  </a:lnTo>
                  <a:lnTo>
                    <a:pt x="1563" y="1751"/>
                  </a:lnTo>
                  <a:lnTo>
                    <a:pt x="1539" y="1767"/>
                  </a:lnTo>
                  <a:lnTo>
                    <a:pt x="1512" y="1782"/>
                  </a:lnTo>
                  <a:lnTo>
                    <a:pt x="1487" y="1798"/>
                  </a:lnTo>
                  <a:lnTo>
                    <a:pt x="1460" y="1811"/>
                  </a:lnTo>
                  <a:lnTo>
                    <a:pt x="1433" y="1823"/>
                  </a:lnTo>
                  <a:lnTo>
                    <a:pt x="1405" y="1835"/>
                  </a:lnTo>
                  <a:lnTo>
                    <a:pt x="1378" y="1846"/>
                  </a:lnTo>
                  <a:lnTo>
                    <a:pt x="1349" y="1856"/>
                  </a:lnTo>
                  <a:lnTo>
                    <a:pt x="1320" y="1865"/>
                  </a:lnTo>
                  <a:lnTo>
                    <a:pt x="1290" y="1873"/>
                  </a:lnTo>
                  <a:lnTo>
                    <a:pt x="1260" y="1880"/>
                  </a:lnTo>
                  <a:lnTo>
                    <a:pt x="1231" y="1887"/>
                  </a:lnTo>
                  <a:lnTo>
                    <a:pt x="1200" y="1892"/>
                  </a:lnTo>
                  <a:lnTo>
                    <a:pt x="1169" y="1897"/>
                  </a:lnTo>
                  <a:lnTo>
                    <a:pt x="1138" y="1901"/>
                  </a:lnTo>
                  <a:lnTo>
                    <a:pt x="1107" y="1904"/>
                  </a:lnTo>
                  <a:lnTo>
                    <a:pt x="1075" y="1907"/>
                  </a:lnTo>
                  <a:lnTo>
                    <a:pt x="1043" y="1909"/>
                  </a:lnTo>
                  <a:lnTo>
                    <a:pt x="1011" y="1910"/>
                  </a:lnTo>
                  <a:lnTo>
                    <a:pt x="979" y="1910"/>
                  </a:lnTo>
                  <a:lnTo>
                    <a:pt x="940" y="1910"/>
                  </a:lnTo>
                  <a:lnTo>
                    <a:pt x="903" y="1909"/>
                  </a:lnTo>
                  <a:lnTo>
                    <a:pt x="865" y="1907"/>
                  </a:lnTo>
                  <a:lnTo>
                    <a:pt x="830" y="1903"/>
                  </a:lnTo>
                  <a:lnTo>
                    <a:pt x="794" y="1900"/>
                  </a:lnTo>
                  <a:lnTo>
                    <a:pt x="759" y="1896"/>
                  </a:lnTo>
                  <a:lnTo>
                    <a:pt x="726" y="1891"/>
                  </a:lnTo>
                  <a:lnTo>
                    <a:pt x="693" y="1885"/>
                  </a:lnTo>
                  <a:lnTo>
                    <a:pt x="661" y="1879"/>
                  </a:lnTo>
                  <a:lnTo>
                    <a:pt x="630" y="1871"/>
                  </a:lnTo>
                  <a:lnTo>
                    <a:pt x="600" y="1863"/>
                  </a:lnTo>
                  <a:lnTo>
                    <a:pt x="570" y="1854"/>
                  </a:lnTo>
                  <a:lnTo>
                    <a:pt x="542" y="1845"/>
                  </a:lnTo>
                  <a:lnTo>
                    <a:pt x="514" y="1834"/>
                  </a:lnTo>
                  <a:lnTo>
                    <a:pt x="486" y="1823"/>
                  </a:lnTo>
                  <a:lnTo>
                    <a:pt x="461" y="1811"/>
                  </a:lnTo>
                  <a:lnTo>
                    <a:pt x="430" y="1795"/>
                  </a:lnTo>
                  <a:lnTo>
                    <a:pt x="401" y="1779"/>
                  </a:lnTo>
                  <a:lnTo>
                    <a:pt x="373" y="1761"/>
                  </a:lnTo>
                  <a:lnTo>
                    <a:pt x="346" y="1742"/>
                  </a:lnTo>
                  <a:lnTo>
                    <a:pt x="321" y="1723"/>
                  </a:lnTo>
                  <a:lnTo>
                    <a:pt x="295" y="1702"/>
                  </a:lnTo>
                  <a:lnTo>
                    <a:pt x="272" y="1681"/>
                  </a:lnTo>
                  <a:lnTo>
                    <a:pt x="250" y="1659"/>
                  </a:lnTo>
                  <a:lnTo>
                    <a:pt x="228" y="1635"/>
                  </a:lnTo>
                  <a:lnTo>
                    <a:pt x="208" y="1611"/>
                  </a:lnTo>
                  <a:lnTo>
                    <a:pt x="188" y="1587"/>
                  </a:lnTo>
                  <a:lnTo>
                    <a:pt x="170" y="1562"/>
                  </a:lnTo>
                  <a:lnTo>
                    <a:pt x="153" y="1535"/>
                  </a:lnTo>
                  <a:lnTo>
                    <a:pt x="136" y="1509"/>
                  </a:lnTo>
                  <a:lnTo>
                    <a:pt x="121" y="1482"/>
                  </a:lnTo>
                  <a:lnTo>
                    <a:pt x="106" y="1453"/>
                  </a:lnTo>
                  <a:lnTo>
                    <a:pt x="93" y="1426"/>
                  </a:lnTo>
                  <a:lnTo>
                    <a:pt x="81" y="1396"/>
                  </a:lnTo>
                  <a:lnTo>
                    <a:pt x="70" y="1367"/>
                  </a:lnTo>
                  <a:lnTo>
                    <a:pt x="59" y="1338"/>
                  </a:lnTo>
                  <a:lnTo>
                    <a:pt x="50" y="1307"/>
                  </a:lnTo>
                  <a:lnTo>
                    <a:pt x="41" y="1277"/>
                  </a:lnTo>
                  <a:lnTo>
                    <a:pt x="33" y="1245"/>
                  </a:lnTo>
                  <a:lnTo>
                    <a:pt x="26" y="1214"/>
                  </a:lnTo>
                  <a:lnTo>
                    <a:pt x="20" y="1182"/>
                  </a:lnTo>
                  <a:lnTo>
                    <a:pt x="15" y="1151"/>
                  </a:lnTo>
                  <a:lnTo>
                    <a:pt x="10" y="1118"/>
                  </a:lnTo>
                  <a:lnTo>
                    <a:pt x="7" y="1086"/>
                  </a:lnTo>
                  <a:lnTo>
                    <a:pt x="4" y="1054"/>
                  </a:lnTo>
                  <a:lnTo>
                    <a:pt x="3" y="1021"/>
                  </a:lnTo>
                  <a:lnTo>
                    <a:pt x="1" y="989"/>
                  </a:lnTo>
                  <a:lnTo>
                    <a:pt x="0" y="956"/>
                  </a:lnTo>
                  <a:close/>
                  <a:moveTo>
                    <a:pt x="572" y="958"/>
                  </a:moveTo>
                  <a:lnTo>
                    <a:pt x="574" y="1008"/>
                  </a:lnTo>
                  <a:lnTo>
                    <a:pt x="577" y="1056"/>
                  </a:lnTo>
                  <a:lnTo>
                    <a:pt x="579" y="1081"/>
                  </a:lnTo>
                  <a:lnTo>
                    <a:pt x="581" y="1105"/>
                  </a:lnTo>
                  <a:lnTo>
                    <a:pt x="586" y="1128"/>
                  </a:lnTo>
                  <a:lnTo>
                    <a:pt x="589" y="1151"/>
                  </a:lnTo>
                  <a:lnTo>
                    <a:pt x="595" y="1174"/>
                  </a:lnTo>
                  <a:lnTo>
                    <a:pt x="600" y="1197"/>
                  </a:lnTo>
                  <a:lnTo>
                    <a:pt x="606" y="1219"/>
                  </a:lnTo>
                  <a:lnTo>
                    <a:pt x="613" y="1240"/>
                  </a:lnTo>
                  <a:lnTo>
                    <a:pt x="621" y="1260"/>
                  </a:lnTo>
                  <a:lnTo>
                    <a:pt x="630" y="1281"/>
                  </a:lnTo>
                  <a:lnTo>
                    <a:pt x="639" y="1300"/>
                  </a:lnTo>
                  <a:lnTo>
                    <a:pt x="650" y="1319"/>
                  </a:lnTo>
                  <a:lnTo>
                    <a:pt x="661" y="1338"/>
                  </a:lnTo>
                  <a:lnTo>
                    <a:pt x="673" y="1354"/>
                  </a:lnTo>
                  <a:lnTo>
                    <a:pt x="686" y="1371"/>
                  </a:lnTo>
                  <a:lnTo>
                    <a:pt x="701" y="1386"/>
                  </a:lnTo>
                  <a:lnTo>
                    <a:pt x="716" y="1401"/>
                  </a:lnTo>
                  <a:lnTo>
                    <a:pt x="731" y="1414"/>
                  </a:lnTo>
                  <a:lnTo>
                    <a:pt x="749" y="1427"/>
                  </a:lnTo>
                  <a:lnTo>
                    <a:pt x="768" y="1438"/>
                  </a:lnTo>
                  <a:lnTo>
                    <a:pt x="788" y="1448"/>
                  </a:lnTo>
                  <a:lnTo>
                    <a:pt x="809" y="1457"/>
                  </a:lnTo>
                  <a:lnTo>
                    <a:pt x="831" y="1464"/>
                  </a:lnTo>
                  <a:lnTo>
                    <a:pt x="854" y="1471"/>
                  </a:lnTo>
                  <a:lnTo>
                    <a:pt x="878" y="1477"/>
                  </a:lnTo>
                  <a:lnTo>
                    <a:pt x="904" y="1480"/>
                  </a:lnTo>
                  <a:lnTo>
                    <a:pt x="931" y="1482"/>
                  </a:lnTo>
                  <a:lnTo>
                    <a:pt x="960" y="1483"/>
                  </a:lnTo>
                  <a:lnTo>
                    <a:pt x="990" y="1482"/>
                  </a:lnTo>
                  <a:lnTo>
                    <a:pt x="1019" y="1480"/>
                  </a:lnTo>
                  <a:lnTo>
                    <a:pt x="1046" y="1476"/>
                  </a:lnTo>
                  <a:lnTo>
                    <a:pt x="1072" y="1470"/>
                  </a:lnTo>
                  <a:lnTo>
                    <a:pt x="1096" y="1463"/>
                  </a:lnTo>
                  <a:lnTo>
                    <a:pt x="1119" y="1456"/>
                  </a:lnTo>
                  <a:lnTo>
                    <a:pt x="1140" y="1446"/>
                  </a:lnTo>
                  <a:lnTo>
                    <a:pt x="1160" y="1436"/>
                  </a:lnTo>
                  <a:lnTo>
                    <a:pt x="1179" y="1424"/>
                  </a:lnTo>
                  <a:lnTo>
                    <a:pt x="1196" y="1410"/>
                  </a:lnTo>
                  <a:lnTo>
                    <a:pt x="1213" y="1396"/>
                  </a:lnTo>
                  <a:lnTo>
                    <a:pt x="1227" y="1381"/>
                  </a:lnTo>
                  <a:lnTo>
                    <a:pt x="1242" y="1365"/>
                  </a:lnTo>
                  <a:lnTo>
                    <a:pt x="1255" y="1348"/>
                  </a:lnTo>
                  <a:lnTo>
                    <a:pt x="1267" y="1330"/>
                  </a:lnTo>
                  <a:lnTo>
                    <a:pt x="1277" y="1310"/>
                  </a:lnTo>
                  <a:lnTo>
                    <a:pt x="1287" y="1291"/>
                  </a:lnTo>
                  <a:lnTo>
                    <a:pt x="1296" y="1270"/>
                  </a:lnTo>
                  <a:lnTo>
                    <a:pt x="1305" y="1249"/>
                  </a:lnTo>
                  <a:lnTo>
                    <a:pt x="1311" y="1227"/>
                  </a:lnTo>
                  <a:lnTo>
                    <a:pt x="1318" y="1205"/>
                  </a:lnTo>
                  <a:lnTo>
                    <a:pt x="1323" y="1182"/>
                  </a:lnTo>
                  <a:lnTo>
                    <a:pt x="1328" y="1158"/>
                  </a:lnTo>
                  <a:lnTo>
                    <a:pt x="1332" y="1135"/>
                  </a:lnTo>
                  <a:lnTo>
                    <a:pt x="1336" y="1110"/>
                  </a:lnTo>
                  <a:lnTo>
                    <a:pt x="1339" y="1085"/>
                  </a:lnTo>
                  <a:lnTo>
                    <a:pt x="1341" y="1061"/>
                  </a:lnTo>
                  <a:lnTo>
                    <a:pt x="1343" y="1036"/>
                  </a:lnTo>
                  <a:lnTo>
                    <a:pt x="1345" y="985"/>
                  </a:lnTo>
                  <a:lnTo>
                    <a:pt x="1347" y="934"/>
                  </a:lnTo>
                  <a:lnTo>
                    <a:pt x="1345" y="909"/>
                  </a:lnTo>
                  <a:lnTo>
                    <a:pt x="1345" y="884"/>
                  </a:lnTo>
                  <a:lnTo>
                    <a:pt x="1343" y="861"/>
                  </a:lnTo>
                  <a:lnTo>
                    <a:pt x="1342" y="837"/>
                  </a:lnTo>
                  <a:lnTo>
                    <a:pt x="1339" y="814"/>
                  </a:lnTo>
                  <a:lnTo>
                    <a:pt x="1336" y="790"/>
                  </a:lnTo>
                  <a:lnTo>
                    <a:pt x="1332" y="768"/>
                  </a:lnTo>
                  <a:lnTo>
                    <a:pt x="1328" y="744"/>
                  </a:lnTo>
                  <a:lnTo>
                    <a:pt x="1322" y="722"/>
                  </a:lnTo>
                  <a:lnTo>
                    <a:pt x="1316" y="701"/>
                  </a:lnTo>
                  <a:lnTo>
                    <a:pt x="1309" y="680"/>
                  </a:lnTo>
                  <a:lnTo>
                    <a:pt x="1301" y="659"/>
                  </a:lnTo>
                  <a:lnTo>
                    <a:pt x="1294" y="640"/>
                  </a:lnTo>
                  <a:lnTo>
                    <a:pt x="1284" y="621"/>
                  </a:lnTo>
                  <a:lnTo>
                    <a:pt x="1274" y="602"/>
                  </a:lnTo>
                  <a:lnTo>
                    <a:pt x="1264" y="584"/>
                  </a:lnTo>
                  <a:lnTo>
                    <a:pt x="1252" y="568"/>
                  </a:lnTo>
                  <a:lnTo>
                    <a:pt x="1238" y="551"/>
                  </a:lnTo>
                  <a:lnTo>
                    <a:pt x="1225" y="536"/>
                  </a:lnTo>
                  <a:lnTo>
                    <a:pt x="1211" y="522"/>
                  </a:lnTo>
                  <a:lnTo>
                    <a:pt x="1195" y="508"/>
                  </a:lnTo>
                  <a:lnTo>
                    <a:pt x="1179" y="496"/>
                  </a:lnTo>
                  <a:lnTo>
                    <a:pt x="1161" y="484"/>
                  </a:lnTo>
                  <a:lnTo>
                    <a:pt x="1142" y="474"/>
                  </a:lnTo>
                  <a:lnTo>
                    <a:pt x="1124" y="464"/>
                  </a:lnTo>
                  <a:lnTo>
                    <a:pt x="1103" y="457"/>
                  </a:lnTo>
                  <a:lnTo>
                    <a:pt x="1080" y="449"/>
                  </a:lnTo>
                  <a:lnTo>
                    <a:pt x="1058" y="443"/>
                  </a:lnTo>
                  <a:lnTo>
                    <a:pt x="1034" y="439"/>
                  </a:lnTo>
                  <a:lnTo>
                    <a:pt x="1009" y="434"/>
                  </a:lnTo>
                  <a:lnTo>
                    <a:pt x="982" y="433"/>
                  </a:lnTo>
                  <a:lnTo>
                    <a:pt x="955" y="432"/>
                  </a:lnTo>
                  <a:lnTo>
                    <a:pt x="927" y="433"/>
                  </a:lnTo>
                  <a:lnTo>
                    <a:pt x="899" y="436"/>
                  </a:lnTo>
                  <a:lnTo>
                    <a:pt x="874" y="439"/>
                  </a:lnTo>
                  <a:lnTo>
                    <a:pt x="850" y="444"/>
                  </a:lnTo>
                  <a:lnTo>
                    <a:pt x="826" y="451"/>
                  </a:lnTo>
                  <a:lnTo>
                    <a:pt x="805" y="459"/>
                  </a:lnTo>
                  <a:lnTo>
                    <a:pt x="784" y="468"/>
                  </a:lnTo>
                  <a:lnTo>
                    <a:pt x="765" y="479"/>
                  </a:lnTo>
                  <a:lnTo>
                    <a:pt x="747" y="490"/>
                  </a:lnTo>
                  <a:lnTo>
                    <a:pt x="729" y="503"/>
                  </a:lnTo>
                  <a:lnTo>
                    <a:pt x="714" y="516"/>
                  </a:lnTo>
                  <a:lnTo>
                    <a:pt x="698" y="532"/>
                  </a:lnTo>
                  <a:lnTo>
                    <a:pt x="684" y="547"/>
                  </a:lnTo>
                  <a:lnTo>
                    <a:pt x="672" y="564"/>
                  </a:lnTo>
                  <a:lnTo>
                    <a:pt x="660" y="581"/>
                  </a:lnTo>
                  <a:lnTo>
                    <a:pt x="649" y="599"/>
                  </a:lnTo>
                  <a:lnTo>
                    <a:pt x="638" y="619"/>
                  </a:lnTo>
                  <a:lnTo>
                    <a:pt x="629" y="637"/>
                  </a:lnTo>
                  <a:lnTo>
                    <a:pt x="620" y="658"/>
                  </a:lnTo>
                  <a:lnTo>
                    <a:pt x="612" y="679"/>
                  </a:lnTo>
                  <a:lnTo>
                    <a:pt x="606" y="700"/>
                  </a:lnTo>
                  <a:lnTo>
                    <a:pt x="599" y="722"/>
                  </a:lnTo>
                  <a:lnTo>
                    <a:pt x="593" y="745"/>
                  </a:lnTo>
                  <a:lnTo>
                    <a:pt x="589" y="768"/>
                  </a:lnTo>
                  <a:lnTo>
                    <a:pt x="585" y="792"/>
                  </a:lnTo>
                  <a:lnTo>
                    <a:pt x="581" y="815"/>
                  </a:lnTo>
                  <a:lnTo>
                    <a:pt x="579" y="838"/>
                  </a:lnTo>
                  <a:lnTo>
                    <a:pt x="577" y="862"/>
                  </a:lnTo>
                  <a:lnTo>
                    <a:pt x="574" y="911"/>
                  </a:lnTo>
                  <a:lnTo>
                    <a:pt x="572" y="9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</p:grpSp>
      <p:pic>
        <p:nvPicPr>
          <p:cNvPr id="16" name="图片 15"/>
          <p:cNvPicPr>
            <a:picLocks noChangeAspect="1"/>
          </p:cNvPicPr>
          <p:nvPr userDrawn="1"/>
        </p:nvPicPr>
        <p:blipFill rotWithShape="1">
          <a:blip r:embed="rId3" cstate="print">
            <a:alphaModFix amt="50000"/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589" b="1785"/>
          <a:stretch>
            <a:fillRect/>
          </a:stretch>
        </p:blipFill>
        <p:spPr>
          <a:xfrm>
            <a:off x="0" y="6249875"/>
            <a:ext cx="12192000" cy="591578"/>
          </a:xfrm>
          <a:prstGeom prst="rect">
            <a:avLst/>
          </a:prstGeom>
        </p:spPr>
      </p:pic>
      <p:grpSp>
        <p:nvGrpSpPr>
          <p:cNvPr id="8" name="组合 7"/>
          <p:cNvGrpSpPr/>
          <p:nvPr userDrawn="1"/>
        </p:nvGrpSpPr>
        <p:grpSpPr>
          <a:xfrm>
            <a:off x="239369" y="3062058"/>
            <a:ext cx="140178" cy="140177"/>
            <a:chOff x="239369" y="3062058"/>
            <a:chExt cx="140178" cy="140177"/>
          </a:xfrm>
        </p:grpSpPr>
        <p:sp>
          <p:nvSpPr>
            <p:cNvPr id="29" name="椭圆 28"/>
            <p:cNvSpPr/>
            <p:nvPr/>
          </p:nvSpPr>
          <p:spPr>
            <a:xfrm>
              <a:off x="239369" y="3062058"/>
              <a:ext cx="140178" cy="140177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8" name="图片 2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0774" y="3070555"/>
              <a:ext cx="123184" cy="123183"/>
            </a:xfrm>
            <a:prstGeom prst="rect">
              <a:avLst/>
            </a:prstGeom>
          </p:spPr>
        </p:pic>
      </p:grpSp>
      <p:grpSp>
        <p:nvGrpSpPr>
          <p:cNvPr id="19" name="组合 18"/>
          <p:cNvGrpSpPr/>
          <p:nvPr/>
        </p:nvGrpSpPr>
        <p:grpSpPr>
          <a:xfrm>
            <a:off x="239369" y="3458155"/>
            <a:ext cx="140178" cy="140177"/>
            <a:chOff x="2511842" y="1481357"/>
            <a:chExt cx="747830" cy="747830"/>
          </a:xfrm>
        </p:grpSpPr>
        <p:sp>
          <p:nvSpPr>
            <p:cNvPr id="27" name="椭圆 26"/>
            <p:cNvSpPr/>
            <p:nvPr/>
          </p:nvSpPr>
          <p:spPr>
            <a:xfrm>
              <a:off x="2511842" y="1481357"/>
              <a:ext cx="747830" cy="747830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57173" y="1526688"/>
              <a:ext cx="657168" cy="657168"/>
            </a:xfrm>
            <a:prstGeom prst="rect">
              <a:avLst/>
            </a:prstGeom>
          </p:spPr>
        </p:pic>
      </p:grpSp>
      <p:grpSp>
        <p:nvGrpSpPr>
          <p:cNvPr id="20" name="组合 19"/>
          <p:cNvGrpSpPr/>
          <p:nvPr/>
        </p:nvGrpSpPr>
        <p:grpSpPr>
          <a:xfrm>
            <a:off x="239369" y="3844865"/>
            <a:ext cx="140178" cy="140177"/>
            <a:chOff x="3537400" y="1481357"/>
            <a:chExt cx="747830" cy="747830"/>
          </a:xfrm>
        </p:grpSpPr>
        <p:sp>
          <p:nvSpPr>
            <p:cNvPr id="25" name="椭圆 24"/>
            <p:cNvSpPr/>
            <p:nvPr/>
          </p:nvSpPr>
          <p:spPr>
            <a:xfrm>
              <a:off x="3537400" y="1481357"/>
              <a:ext cx="747830" cy="747830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00412" y="1509091"/>
              <a:ext cx="657168" cy="657168"/>
            </a:xfrm>
            <a:prstGeom prst="rect">
              <a:avLst/>
            </a:prstGeom>
          </p:spPr>
        </p:pic>
      </p:grpSp>
      <p:grpSp>
        <p:nvGrpSpPr>
          <p:cNvPr id="21" name="组合 20"/>
          <p:cNvGrpSpPr/>
          <p:nvPr/>
        </p:nvGrpSpPr>
        <p:grpSpPr>
          <a:xfrm>
            <a:off x="239369" y="5043058"/>
            <a:ext cx="140178" cy="140177"/>
            <a:chOff x="4596152" y="1481357"/>
            <a:chExt cx="747830" cy="747830"/>
          </a:xfrm>
        </p:grpSpPr>
        <p:sp>
          <p:nvSpPr>
            <p:cNvPr id="23" name="椭圆 22"/>
            <p:cNvSpPr/>
            <p:nvPr/>
          </p:nvSpPr>
          <p:spPr>
            <a:xfrm>
              <a:off x="4596152" y="1481357"/>
              <a:ext cx="747830" cy="747830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41482" y="1526698"/>
              <a:ext cx="657169" cy="657169"/>
            </a:xfrm>
            <a:prstGeom prst="rect">
              <a:avLst/>
            </a:prstGeom>
          </p:spPr>
        </p:pic>
      </p:grpSp>
      <p:grpSp>
        <p:nvGrpSpPr>
          <p:cNvPr id="32" name="组合 31"/>
          <p:cNvGrpSpPr/>
          <p:nvPr/>
        </p:nvGrpSpPr>
        <p:grpSpPr>
          <a:xfrm>
            <a:off x="182500" y="848105"/>
            <a:ext cx="253916" cy="1567687"/>
            <a:chOff x="278586" y="1234440"/>
            <a:chExt cx="253916" cy="1567687"/>
          </a:xfrm>
        </p:grpSpPr>
        <p:sp>
          <p:nvSpPr>
            <p:cNvPr id="2" name="文本框 1"/>
            <p:cNvSpPr txBox="1"/>
            <p:nvPr userDrawn="1"/>
          </p:nvSpPr>
          <p:spPr>
            <a:xfrm rot="16200000">
              <a:off x="-39450" y="1867967"/>
              <a:ext cx="88998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rPr>
                <a:t>zvalley.com</a:t>
              </a:r>
              <a:endPara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  <p:cxnSp>
          <p:nvCxnSpPr>
            <p:cNvPr id="30" name="直接连接符 29"/>
            <p:cNvCxnSpPr/>
            <p:nvPr userDrawn="1"/>
          </p:nvCxnSpPr>
          <p:spPr>
            <a:xfrm>
              <a:off x="405543" y="123444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 userDrawn="1"/>
          </p:nvCxnSpPr>
          <p:spPr>
            <a:xfrm>
              <a:off x="405543" y="246126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组合 32"/>
          <p:cNvGrpSpPr/>
          <p:nvPr/>
        </p:nvGrpSpPr>
        <p:grpSpPr>
          <a:xfrm rot="10800000">
            <a:off x="11807681" y="4259214"/>
            <a:ext cx="253916" cy="1567687"/>
            <a:chOff x="278586" y="1234440"/>
            <a:chExt cx="253916" cy="1567687"/>
          </a:xfrm>
        </p:grpSpPr>
        <p:sp>
          <p:nvSpPr>
            <p:cNvPr id="34" name="文本框 33"/>
            <p:cNvSpPr txBox="1"/>
            <p:nvPr userDrawn="1"/>
          </p:nvSpPr>
          <p:spPr>
            <a:xfrm rot="16200000">
              <a:off x="-39450" y="1867967"/>
              <a:ext cx="88998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50" dirty="0">
                  <a:solidFill>
                    <a:schemeClr val="tx2"/>
                  </a:solidFill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rPr>
                <a:t>zvalley.com</a:t>
              </a:r>
              <a:endParaRPr lang="zh-CN" altLang="en-US" sz="1050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  <p:cxnSp>
          <p:nvCxnSpPr>
            <p:cNvPr id="35" name="直接连接符 34"/>
            <p:cNvCxnSpPr/>
            <p:nvPr userDrawn="1"/>
          </p:nvCxnSpPr>
          <p:spPr>
            <a:xfrm>
              <a:off x="405543" y="123444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 userDrawn="1"/>
          </p:nvCxnSpPr>
          <p:spPr>
            <a:xfrm>
              <a:off x="405543" y="246126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586" y="-101600"/>
            <a:ext cx="12230100" cy="6981030"/>
          </a:xfrm>
          <a:prstGeom prst="rect">
            <a:avLst/>
          </a:prstGeom>
        </p:spPr>
      </p:pic>
      <p:grpSp>
        <p:nvGrpSpPr>
          <p:cNvPr id="4" name="组合 3"/>
          <p:cNvGrpSpPr/>
          <p:nvPr userDrawn="1"/>
        </p:nvGrpSpPr>
        <p:grpSpPr>
          <a:xfrm>
            <a:off x="267630" y="184359"/>
            <a:ext cx="1060177" cy="136635"/>
            <a:chOff x="577355" y="1781145"/>
            <a:chExt cx="1552777" cy="200121"/>
          </a:xfrm>
        </p:grpSpPr>
        <p:sp>
          <p:nvSpPr>
            <p:cNvPr id="5" name="Rectangle 6"/>
            <p:cNvSpPr>
              <a:spLocks noChangeArrowheads="1"/>
            </p:cNvSpPr>
            <p:nvPr/>
          </p:nvSpPr>
          <p:spPr bwMode="auto">
            <a:xfrm>
              <a:off x="1645020" y="1784288"/>
              <a:ext cx="59722" cy="19383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6" name="Freeform 7"/>
            <p:cNvSpPr/>
            <p:nvPr/>
          </p:nvSpPr>
          <p:spPr bwMode="auto">
            <a:xfrm>
              <a:off x="1468997" y="1784288"/>
              <a:ext cx="152973" cy="193834"/>
            </a:xfrm>
            <a:custGeom>
              <a:avLst/>
              <a:gdLst>
                <a:gd name="T0" fmla="*/ 0 w 1465"/>
                <a:gd name="T1" fmla="*/ 0 h 1848"/>
                <a:gd name="T2" fmla="*/ 572 w 1465"/>
                <a:gd name="T3" fmla="*/ 0 h 1848"/>
                <a:gd name="T4" fmla="*/ 572 w 1465"/>
                <a:gd name="T5" fmla="*/ 1393 h 1848"/>
                <a:gd name="T6" fmla="*/ 1465 w 1465"/>
                <a:gd name="T7" fmla="*/ 1393 h 1848"/>
                <a:gd name="T8" fmla="*/ 1465 w 1465"/>
                <a:gd name="T9" fmla="*/ 1848 h 1848"/>
                <a:gd name="T10" fmla="*/ 0 w 1465"/>
                <a:gd name="T11" fmla="*/ 1848 h 1848"/>
                <a:gd name="T12" fmla="*/ 0 w 1465"/>
                <a:gd name="T13" fmla="*/ 0 h 1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65" h="1848">
                  <a:moveTo>
                    <a:pt x="0" y="0"/>
                  </a:moveTo>
                  <a:lnTo>
                    <a:pt x="572" y="0"/>
                  </a:lnTo>
                  <a:lnTo>
                    <a:pt x="572" y="1393"/>
                  </a:lnTo>
                  <a:lnTo>
                    <a:pt x="1465" y="1393"/>
                  </a:lnTo>
                  <a:lnTo>
                    <a:pt x="1465" y="1848"/>
                  </a:lnTo>
                  <a:lnTo>
                    <a:pt x="0" y="18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8" name="Freeform 8"/>
            <p:cNvSpPr/>
            <p:nvPr/>
          </p:nvSpPr>
          <p:spPr bwMode="auto">
            <a:xfrm>
              <a:off x="1220678" y="1784288"/>
              <a:ext cx="217934" cy="193834"/>
            </a:xfrm>
            <a:custGeom>
              <a:avLst/>
              <a:gdLst>
                <a:gd name="T0" fmla="*/ 0 w 2081"/>
                <a:gd name="T1" fmla="*/ 0 h 1848"/>
                <a:gd name="T2" fmla="*/ 752 w 2081"/>
                <a:gd name="T3" fmla="*/ 0 h 1848"/>
                <a:gd name="T4" fmla="*/ 1043 w 2081"/>
                <a:gd name="T5" fmla="*/ 1125 h 1848"/>
                <a:gd name="T6" fmla="*/ 1332 w 2081"/>
                <a:gd name="T7" fmla="*/ 0 h 1848"/>
                <a:gd name="T8" fmla="*/ 2081 w 2081"/>
                <a:gd name="T9" fmla="*/ 0 h 1848"/>
                <a:gd name="T10" fmla="*/ 2081 w 2081"/>
                <a:gd name="T11" fmla="*/ 1848 h 1848"/>
                <a:gd name="T12" fmla="*/ 1615 w 2081"/>
                <a:gd name="T13" fmla="*/ 1848 h 1848"/>
                <a:gd name="T14" fmla="*/ 1615 w 2081"/>
                <a:gd name="T15" fmla="*/ 439 h 1848"/>
                <a:gd name="T16" fmla="*/ 1253 w 2081"/>
                <a:gd name="T17" fmla="*/ 1848 h 1848"/>
                <a:gd name="T18" fmla="*/ 830 w 2081"/>
                <a:gd name="T19" fmla="*/ 1848 h 1848"/>
                <a:gd name="T20" fmla="*/ 469 w 2081"/>
                <a:gd name="T21" fmla="*/ 439 h 1848"/>
                <a:gd name="T22" fmla="*/ 469 w 2081"/>
                <a:gd name="T23" fmla="*/ 1848 h 1848"/>
                <a:gd name="T24" fmla="*/ 0 w 2081"/>
                <a:gd name="T25" fmla="*/ 1848 h 1848"/>
                <a:gd name="T26" fmla="*/ 0 w 2081"/>
                <a:gd name="T27" fmla="*/ 0 h 1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81" h="1848">
                  <a:moveTo>
                    <a:pt x="0" y="0"/>
                  </a:moveTo>
                  <a:lnTo>
                    <a:pt x="752" y="0"/>
                  </a:lnTo>
                  <a:lnTo>
                    <a:pt x="1043" y="1125"/>
                  </a:lnTo>
                  <a:lnTo>
                    <a:pt x="1332" y="0"/>
                  </a:lnTo>
                  <a:lnTo>
                    <a:pt x="2081" y="0"/>
                  </a:lnTo>
                  <a:lnTo>
                    <a:pt x="2081" y="1848"/>
                  </a:lnTo>
                  <a:lnTo>
                    <a:pt x="1615" y="1848"/>
                  </a:lnTo>
                  <a:lnTo>
                    <a:pt x="1615" y="439"/>
                  </a:lnTo>
                  <a:lnTo>
                    <a:pt x="1253" y="1848"/>
                  </a:lnTo>
                  <a:lnTo>
                    <a:pt x="830" y="1848"/>
                  </a:lnTo>
                  <a:lnTo>
                    <a:pt x="469" y="439"/>
                  </a:lnTo>
                  <a:lnTo>
                    <a:pt x="469" y="1848"/>
                  </a:lnTo>
                  <a:lnTo>
                    <a:pt x="0" y="18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9" name="Freeform 9"/>
            <p:cNvSpPr/>
            <p:nvPr/>
          </p:nvSpPr>
          <p:spPr bwMode="auto">
            <a:xfrm>
              <a:off x="1944679" y="1784288"/>
              <a:ext cx="185453" cy="193834"/>
            </a:xfrm>
            <a:custGeom>
              <a:avLst/>
              <a:gdLst>
                <a:gd name="T0" fmla="*/ 0 w 1773"/>
                <a:gd name="T1" fmla="*/ 0 h 1846"/>
                <a:gd name="T2" fmla="*/ 541 w 1773"/>
                <a:gd name="T3" fmla="*/ 0 h 1846"/>
                <a:gd name="T4" fmla="*/ 1233 w 1773"/>
                <a:gd name="T5" fmla="*/ 995 h 1846"/>
                <a:gd name="T6" fmla="*/ 1233 w 1773"/>
                <a:gd name="T7" fmla="*/ 0 h 1846"/>
                <a:gd name="T8" fmla="*/ 1773 w 1773"/>
                <a:gd name="T9" fmla="*/ 0 h 1846"/>
                <a:gd name="T10" fmla="*/ 1773 w 1773"/>
                <a:gd name="T11" fmla="*/ 1846 h 1846"/>
                <a:gd name="T12" fmla="*/ 1233 w 1773"/>
                <a:gd name="T13" fmla="*/ 1846 h 1846"/>
                <a:gd name="T14" fmla="*/ 1233 w 1773"/>
                <a:gd name="T15" fmla="*/ 1845 h 1846"/>
                <a:gd name="T16" fmla="*/ 541 w 1773"/>
                <a:gd name="T17" fmla="*/ 850 h 1846"/>
                <a:gd name="T18" fmla="*/ 541 w 1773"/>
                <a:gd name="T19" fmla="*/ 1846 h 1846"/>
                <a:gd name="T20" fmla="*/ 0 w 1773"/>
                <a:gd name="T21" fmla="*/ 1846 h 1846"/>
                <a:gd name="T22" fmla="*/ 0 w 1773"/>
                <a:gd name="T23" fmla="*/ 0 h 18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73" h="1846">
                  <a:moveTo>
                    <a:pt x="0" y="0"/>
                  </a:moveTo>
                  <a:lnTo>
                    <a:pt x="541" y="0"/>
                  </a:lnTo>
                  <a:lnTo>
                    <a:pt x="1233" y="995"/>
                  </a:lnTo>
                  <a:lnTo>
                    <a:pt x="1233" y="0"/>
                  </a:lnTo>
                  <a:lnTo>
                    <a:pt x="1773" y="0"/>
                  </a:lnTo>
                  <a:lnTo>
                    <a:pt x="1773" y="1846"/>
                  </a:lnTo>
                  <a:lnTo>
                    <a:pt x="1233" y="1846"/>
                  </a:lnTo>
                  <a:lnTo>
                    <a:pt x="1233" y="1845"/>
                  </a:lnTo>
                  <a:lnTo>
                    <a:pt x="541" y="850"/>
                  </a:lnTo>
                  <a:lnTo>
                    <a:pt x="541" y="1846"/>
                  </a:lnTo>
                  <a:lnTo>
                    <a:pt x="0" y="18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0" name="Freeform 10"/>
            <p:cNvSpPr/>
            <p:nvPr/>
          </p:nvSpPr>
          <p:spPr bwMode="auto">
            <a:xfrm>
              <a:off x="577355" y="1785336"/>
              <a:ext cx="183357" cy="191739"/>
            </a:xfrm>
            <a:custGeom>
              <a:avLst/>
              <a:gdLst>
                <a:gd name="T0" fmla="*/ 0 w 1755"/>
                <a:gd name="T1" fmla="*/ 0 h 1840"/>
                <a:gd name="T2" fmla="*/ 1755 w 1755"/>
                <a:gd name="T3" fmla="*/ 0 h 1840"/>
                <a:gd name="T4" fmla="*/ 1755 w 1755"/>
                <a:gd name="T5" fmla="*/ 380 h 1840"/>
                <a:gd name="T6" fmla="*/ 1755 w 1755"/>
                <a:gd name="T7" fmla="*/ 380 h 1840"/>
                <a:gd name="T8" fmla="*/ 1755 w 1755"/>
                <a:gd name="T9" fmla="*/ 380 h 1840"/>
                <a:gd name="T10" fmla="*/ 1755 w 1755"/>
                <a:gd name="T11" fmla="*/ 380 h 1840"/>
                <a:gd name="T12" fmla="*/ 1755 w 1755"/>
                <a:gd name="T13" fmla="*/ 380 h 1840"/>
                <a:gd name="T14" fmla="*/ 686 w 1755"/>
                <a:gd name="T15" fmla="*/ 1460 h 1840"/>
                <a:gd name="T16" fmla="*/ 1755 w 1755"/>
                <a:gd name="T17" fmla="*/ 1460 h 1840"/>
                <a:gd name="T18" fmla="*/ 1755 w 1755"/>
                <a:gd name="T19" fmla="*/ 1840 h 1840"/>
                <a:gd name="T20" fmla="*/ 0 w 1755"/>
                <a:gd name="T21" fmla="*/ 1840 h 1840"/>
                <a:gd name="T22" fmla="*/ 0 w 1755"/>
                <a:gd name="T23" fmla="*/ 1464 h 1840"/>
                <a:gd name="T24" fmla="*/ 1067 w 1755"/>
                <a:gd name="T25" fmla="*/ 380 h 1840"/>
                <a:gd name="T26" fmla="*/ 0 w 1755"/>
                <a:gd name="T27" fmla="*/ 380 h 1840"/>
                <a:gd name="T28" fmla="*/ 0 w 1755"/>
                <a:gd name="T29" fmla="*/ 0 h 18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755" h="1840">
                  <a:moveTo>
                    <a:pt x="0" y="0"/>
                  </a:moveTo>
                  <a:lnTo>
                    <a:pt x="1755" y="0"/>
                  </a:lnTo>
                  <a:lnTo>
                    <a:pt x="1755" y="380"/>
                  </a:lnTo>
                  <a:lnTo>
                    <a:pt x="1755" y="380"/>
                  </a:lnTo>
                  <a:lnTo>
                    <a:pt x="1755" y="380"/>
                  </a:lnTo>
                  <a:lnTo>
                    <a:pt x="1755" y="380"/>
                  </a:lnTo>
                  <a:lnTo>
                    <a:pt x="1755" y="380"/>
                  </a:lnTo>
                  <a:lnTo>
                    <a:pt x="686" y="1460"/>
                  </a:lnTo>
                  <a:lnTo>
                    <a:pt x="1755" y="1460"/>
                  </a:lnTo>
                  <a:lnTo>
                    <a:pt x="1755" y="1840"/>
                  </a:lnTo>
                  <a:lnTo>
                    <a:pt x="0" y="1840"/>
                  </a:lnTo>
                  <a:lnTo>
                    <a:pt x="0" y="1464"/>
                  </a:lnTo>
                  <a:lnTo>
                    <a:pt x="1067" y="380"/>
                  </a:lnTo>
                  <a:lnTo>
                    <a:pt x="0" y="3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1" name="Freeform 11"/>
            <p:cNvSpPr>
              <a:spLocks noEditPoints="1"/>
            </p:cNvSpPr>
            <p:nvPr/>
          </p:nvSpPr>
          <p:spPr bwMode="auto">
            <a:xfrm>
              <a:off x="1723602" y="1781145"/>
              <a:ext cx="201169" cy="200121"/>
            </a:xfrm>
            <a:custGeom>
              <a:avLst/>
              <a:gdLst>
                <a:gd name="T0" fmla="*/ 10 w 1917"/>
                <a:gd name="T1" fmla="*/ 794 h 1910"/>
                <a:gd name="T2" fmla="*/ 51 w 1917"/>
                <a:gd name="T3" fmla="*/ 600 h 1910"/>
                <a:gd name="T4" fmla="*/ 122 w 1917"/>
                <a:gd name="T5" fmla="*/ 430 h 1910"/>
                <a:gd name="T6" fmla="*/ 224 w 1917"/>
                <a:gd name="T7" fmla="*/ 286 h 1910"/>
                <a:gd name="T8" fmla="*/ 354 w 1917"/>
                <a:gd name="T9" fmla="*/ 170 h 1910"/>
                <a:gd name="T10" fmla="*/ 511 w 1917"/>
                <a:gd name="T11" fmla="*/ 83 h 1910"/>
                <a:gd name="T12" fmla="*/ 693 w 1917"/>
                <a:gd name="T13" fmla="*/ 25 h 1910"/>
                <a:gd name="T14" fmla="*/ 900 w 1917"/>
                <a:gd name="T15" fmla="*/ 1 h 1910"/>
                <a:gd name="T16" fmla="*/ 1117 w 1917"/>
                <a:gd name="T17" fmla="*/ 9 h 1910"/>
                <a:gd name="T18" fmla="*/ 1313 w 1917"/>
                <a:gd name="T19" fmla="*/ 47 h 1910"/>
                <a:gd name="T20" fmla="*/ 1484 w 1917"/>
                <a:gd name="T21" fmla="*/ 117 h 1910"/>
                <a:gd name="T22" fmla="*/ 1629 w 1917"/>
                <a:gd name="T23" fmla="*/ 216 h 1910"/>
                <a:gd name="T24" fmla="*/ 1746 w 1917"/>
                <a:gd name="T25" fmla="*/ 343 h 1910"/>
                <a:gd name="T26" fmla="*/ 1834 w 1917"/>
                <a:gd name="T27" fmla="*/ 497 h 1910"/>
                <a:gd name="T28" fmla="*/ 1892 w 1917"/>
                <a:gd name="T29" fmla="*/ 678 h 1910"/>
                <a:gd name="T30" fmla="*/ 1916 w 1917"/>
                <a:gd name="T31" fmla="*/ 886 h 1910"/>
                <a:gd name="T32" fmla="*/ 1909 w 1917"/>
                <a:gd name="T33" fmla="*/ 1104 h 1910"/>
                <a:gd name="T34" fmla="*/ 1871 w 1917"/>
                <a:gd name="T35" fmla="*/ 1300 h 1910"/>
                <a:gd name="T36" fmla="*/ 1803 w 1917"/>
                <a:gd name="T37" fmla="*/ 1472 h 1910"/>
                <a:gd name="T38" fmla="*/ 1706 w 1917"/>
                <a:gd name="T39" fmla="*/ 1618 h 1910"/>
                <a:gd name="T40" fmla="*/ 1581 w 1917"/>
                <a:gd name="T41" fmla="*/ 1737 h 1910"/>
                <a:gd name="T42" fmla="*/ 1427 w 1917"/>
                <a:gd name="T43" fmla="*/ 1825 h 1910"/>
                <a:gd name="T44" fmla="*/ 1244 w 1917"/>
                <a:gd name="T45" fmla="*/ 1884 h 1910"/>
                <a:gd name="T46" fmla="*/ 1035 w 1917"/>
                <a:gd name="T47" fmla="*/ 1909 h 1910"/>
                <a:gd name="T48" fmla="*/ 818 w 1917"/>
                <a:gd name="T49" fmla="*/ 1901 h 1910"/>
                <a:gd name="T50" fmla="*/ 622 w 1917"/>
                <a:gd name="T51" fmla="*/ 1864 h 1910"/>
                <a:gd name="T52" fmla="*/ 448 w 1917"/>
                <a:gd name="T53" fmla="*/ 1796 h 1910"/>
                <a:gd name="T54" fmla="*/ 300 w 1917"/>
                <a:gd name="T55" fmla="*/ 1699 h 1910"/>
                <a:gd name="T56" fmla="*/ 180 w 1917"/>
                <a:gd name="T57" fmla="*/ 1573 h 1910"/>
                <a:gd name="T58" fmla="*/ 88 w 1917"/>
                <a:gd name="T59" fmla="*/ 1416 h 1910"/>
                <a:gd name="T60" fmla="*/ 28 w 1917"/>
                <a:gd name="T61" fmla="*/ 1231 h 1910"/>
                <a:gd name="T62" fmla="*/ 1 w 1917"/>
                <a:gd name="T63" fmla="*/ 1015 h 1910"/>
                <a:gd name="T64" fmla="*/ 576 w 1917"/>
                <a:gd name="T65" fmla="*/ 1056 h 1910"/>
                <a:gd name="T66" fmla="*/ 588 w 1917"/>
                <a:gd name="T67" fmla="*/ 1151 h 1910"/>
                <a:gd name="T68" fmla="*/ 613 w 1917"/>
                <a:gd name="T69" fmla="*/ 1240 h 1910"/>
                <a:gd name="T70" fmla="*/ 649 w 1917"/>
                <a:gd name="T71" fmla="*/ 1319 h 1910"/>
                <a:gd name="T72" fmla="*/ 700 w 1917"/>
                <a:gd name="T73" fmla="*/ 1386 h 1910"/>
                <a:gd name="T74" fmla="*/ 767 w 1917"/>
                <a:gd name="T75" fmla="*/ 1438 h 1910"/>
                <a:gd name="T76" fmla="*/ 853 w 1917"/>
                <a:gd name="T77" fmla="*/ 1471 h 1910"/>
                <a:gd name="T78" fmla="*/ 959 w 1917"/>
                <a:gd name="T79" fmla="*/ 1483 h 1910"/>
                <a:gd name="T80" fmla="*/ 1071 w 1917"/>
                <a:gd name="T81" fmla="*/ 1470 h 1910"/>
                <a:gd name="T82" fmla="*/ 1159 w 1917"/>
                <a:gd name="T83" fmla="*/ 1436 h 1910"/>
                <a:gd name="T84" fmla="*/ 1228 w 1917"/>
                <a:gd name="T85" fmla="*/ 1381 h 1910"/>
                <a:gd name="T86" fmla="*/ 1278 w 1917"/>
                <a:gd name="T87" fmla="*/ 1310 h 1910"/>
                <a:gd name="T88" fmla="*/ 1311 w 1917"/>
                <a:gd name="T89" fmla="*/ 1227 h 1910"/>
                <a:gd name="T90" fmla="*/ 1332 w 1917"/>
                <a:gd name="T91" fmla="*/ 1135 h 1910"/>
                <a:gd name="T92" fmla="*/ 1343 w 1917"/>
                <a:gd name="T93" fmla="*/ 1036 h 1910"/>
                <a:gd name="T94" fmla="*/ 1345 w 1917"/>
                <a:gd name="T95" fmla="*/ 884 h 1910"/>
                <a:gd name="T96" fmla="*/ 1335 w 1917"/>
                <a:gd name="T97" fmla="*/ 790 h 1910"/>
                <a:gd name="T98" fmla="*/ 1315 w 1917"/>
                <a:gd name="T99" fmla="*/ 701 h 1910"/>
                <a:gd name="T100" fmla="*/ 1284 w 1917"/>
                <a:gd name="T101" fmla="*/ 621 h 1910"/>
                <a:gd name="T102" fmla="*/ 1239 w 1917"/>
                <a:gd name="T103" fmla="*/ 551 h 1910"/>
                <a:gd name="T104" fmla="*/ 1178 w 1917"/>
                <a:gd name="T105" fmla="*/ 496 h 1910"/>
                <a:gd name="T106" fmla="*/ 1102 w 1917"/>
                <a:gd name="T107" fmla="*/ 457 h 1910"/>
                <a:gd name="T108" fmla="*/ 1008 w 1917"/>
                <a:gd name="T109" fmla="*/ 434 h 1910"/>
                <a:gd name="T110" fmla="*/ 899 w 1917"/>
                <a:gd name="T111" fmla="*/ 436 h 1910"/>
                <a:gd name="T112" fmla="*/ 805 w 1917"/>
                <a:gd name="T113" fmla="*/ 459 h 1910"/>
                <a:gd name="T114" fmla="*/ 729 w 1917"/>
                <a:gd name="T115" fmla="*/ 503 h 1910"/>
                <a:gd name="T116" fmla="*/ 671 w 1917"/>
                <a:gd name="T117" fmla="*/ 564 h 1910"/>
                <a:gd name="T118" fmla="*/ 628 w 1917"/>
                <a:gd name="T119" fmla="*/ 637 h 1910"/>
                <a:gd name="T120" fmla="*/ 598 w 1917"/>
                <a:gd name="T121" fmla="*/ 722 h 1910"/>
                <a:gd name="T122" fmla="*/ 581 w 1917"/>
                <a:gd name="T123" fmla="*/ 815 h 1910"/>
                <a:gd name="T124" fmla="*/ 572 w 1917"/>
                <a:gd name="T125" fmla="*/ 958 h 1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917" h="1910">
                  <a:moveTo>
                    <a:pt x="0" y="956"/>
                  </a:moveTo>
                  <a:lnTo>
                    <a:pt x="1" y="901"/>
                  </a:lnTo>
                  <a:lnTo>
                    <a:pt x="4" y="847"/>
                  </a:lnTo>
                  <a:lnTo>
                    <a:pt x="10" y="794"/>
                  </a:lnTo>
                  <a:lnTo>
                    <a:pt x="16" y="743"/>
                  </a:lnTo>
                  <a:lnTo>
                    <a:pt x="26" y="694"/>
                  </a:lnTo>
                  <a:lnTo>
                    <a:pt x="37" y="646"/>
                  </a:lnTo>
                  <a:lnTo>
                    <a:pt x="51" y="600"/>
                  </a:lnTo>
                  <a:lnTo>
                    <a:pt x="66" y="555"/>
                  </a:lnTo>
                  <a:lnTo>
                    <a:pt x="83" y="512"/>
                  </a:lnTo>
                  <a:lnTo>
                    <a:pt x="101" y="470"/>
                  </a:lnTo>
                  <a:lnTo>
                    <a:pt x="122" y="430"/>
                  </a:lnTo>
                  <a:lnTo>
                    <a:pt x="146" y="391"/>
                  </a:lnTo>
                  <a:lnTo>
                    <a:pt x="170" y="354"/>
                  </a:lnTo>
                  <a:lnTo>
                    <a:pt x="196" y="320"/>
                  </a:lnTo>
                  <a:lnTo>
                    <a:pt x="224" y="286"/>
                  </a:lnTo>
                  <a:lnTo>
                    <a:pt x="254" y="254"/>
                  </a:lnTo>
                  <a:lnTo>
                    <a:pt x="286" y="224"/>
                  </a:lnTo>
                  <a:lnTo>
                    <a:pt x="319" y="196"/>
                  </a:lnTo>
                  <a:lnTo>
                    <a:pt x="354" y="170"/>
                  </a:lnTo>
                  <a:lnTo>
                    <a:pt x="391" y="146"/>
                  </a:lnTo>
                  <a:lnTo>
                    <a:pt x="429" y="122"/>
                  </a:lnTo>
                  <a:lnTo>
                    <a:pt x="469" y="101"/>
                  </a:lnTo>
                  <a:lnTo>
                    <a:pt x="511" y="83"/>
                  </a:lnTo>
                  <a:lnTo>
                    <a:pt x="554" y="65"/>
                  </a:lnTo>
                  <a:lnTo>
                    <a:pt x="599" y="51"/>
                  </a:lnTo>
                  <a:lnTo>
                    <a:pt x="646" y="37"/>
                  </a:lnTo>
                  <a:lnTo>
                    <a:pt x="693" y="25"/>
                  </a:lnTo>
                  <a:lnTo>
                    <a:pt x="743" y="17"/>
                  </a:lnTo>
                  <a:lnTo>
                    <a:pt x="794" y="9"/>
                  </a:lnTo>
                  <a:lnTo>
                    <a:pt x="847" y="4"/>
                  </a:lnTo>
                  <a:lnTo>
                    <a:pt x="900" y="1"/>
                  </a:lnTo>
                  <a:lnTo>
                    <a:pt x="956" y="0"/>
                  </a:lnTo>
                  <a:lnTo>
                    <a:pt x="1011" y="1"/>
                  </a:lnTo>
                  <a:lnTo>
                    <a:pt x="1064" y="4"/>
                  </a:lnTo>
                  <a:lnTo>
                    <a:pt x="1117" y="9"/>
                  </a:lnTo>
                  <a:lnTo>
                    <a:pt x="1168" y="15"/>
                  </a:lnTo>
                  <a:lnTo>
                    <a:pt x="1218" y="24"/>
                  </a:lnTo>
                  <a:lnTo>
                    <a:pt x="1266" y="35"/>
                  </a:lnTo>
                  <a:lnTo>
                    <a:pt x="1313" y="47"/>
                  </a:lnTo>
                  <a:lnTo>
                    <a:pt x="1358" y="63"/>
                  </a:lnTo>
                  <a:lnTo>
                    <a:pt x="1401" y="78"/>
                  </a:lnTo>
                  <a:lnTo>
                    <a:pt x="1443" y="97"/>
                  </a:lnTo>
                  <a:lnTo>
                    <a:pt x="1484" y="117"/>
                  </a:lnTo>
                  <a:lnTo>
                    <a:pt x="1523" y="139"/>
                  </a:lnTo>
                  <a:lnTo>
                    <a:pt x="1559" y="163"/>
                  </a:lnTo>
                  <a:lnTo>
                    <a:pt x="1594" y="189"/>
                  </a:lnTo>
                  <a:lnTo>
                    <a:pt x="1629" y="216"/>
                  </a:lnTo>
                  <a:lnTo>
                    <a:pt x="1661" y="245"/>
                  </a:lnTo>
                  <a:lnTo>
                    <a:pt x="1691" y="276"/>
                  </a:lnTo>
                  <a:lnTo>
                    <a:pt x="1719" y="309"/>
                  </a:lnTo>
                  <a:lnTo>
                    <a:pt x="1746" y="343"/>
                  </a:lnTo>
                  <a:lnTo>
                    <a:pt x="1771" y="379"/>
                  </a:lnTo>
                  <a:lnTo>
                    <a:pt x="1793" y="417"/>
                  </a:lnTo>
                  <a:lnTo>
                    <a:pt x="1814" y="457"/>
                  </a:lnTo>
                  <a:lnTo>
                    <a:pt x="1834" y="497"/>
                  </a:lnTo>
                  <a:lnTo>
                    <a:pt x="1851" y="540"/>
                  </a:lnTo>
                  <a:lnTo>
                    <a:pt x="1866" y="584"/>
                  </a:lnTo>
                  <a:lnTo>
                    <a:pt x="1879" y="631"/>
                  </a:lnTo>
                  <a:lnTo>
                    <a:pt x="1892" y="678"/>
                  </a:lnTo>
                  <a:lnTo>
                    <a:pt x="1900" y="728"/>
                  </a:lnTo>
                  <a:lnTo>
                    <a:pt x="1908" y="779"/>
                  </a:lnTo>
                  <a:lnTo>
                    <a:pt x="1914" y="831"/>
                  </a:lnTo>
                  <a:lnTo>
                    <a:pt x="1916" y="886"/>
                  </a:lnTo>
                  <a:lnTo>
                    <a:pt x="1917" y="941"/>
                  </a:lnTo>
                  <a:lnTo>
                    <a:pt x="1917" y="997"/>
                  </a:lnTo>
                  <a:lnTo>
                    <a:pt x="1914" y="1051"/>
                  </a:lnTo>
                  <a:lnTo>
                    <a:pt x="1909" y="1104"/>
                  </a:lnTo>
                  <a:lnTo>
                    <a:pt x="1903" y="1155"/>
                  </a:lnTo>
                  <a:lnTo>
                    <a:pt x="1894" y="1204"/>
                  </a:lnTo>
                  <a:lnTo>
                    <a:pt x="1883" y="1253"/>
                  </a:lnTo>
                  <a:lnTo>
                    <a:pt x="1871" y="1300"/>
                  </a:lnTo>
                  <a:lnTo>
                    <a:pt x="1857" y="1345"/>
                  </a:lnTo>
                  <a:lnTo>
                    <a:pt x="1841" y="1389"/>
                  </a:lnTo>
                  <a:lnTo>
                    <a:pt x="1823" y="1431"/>
                  </a:lnTo>
                  <a:lnTo>
                    <a:pt x="1803" y="1472"/>
                  </a:lnTo>
                  <a:lnTo>
                    <a:pt x="1782" y="1511"/>
                  </a:lnTo>
                  <a:lnTo>
                    <a:pt x="1759" y="1548"/>
                  </a:lnTo>
                  <a:lnTo>
                    <a:pt x="1734" y="1584"/>
                  </a:lnTo>
                  <a:lnTo>
                    <a:pt x="1706" y="1618"/>
                  </a:lnTo>
                  <a:lnTo>
                    <a:pt x="1677" y="1651"/>
                  </a:lnTo>
                  <a:lnTo>
                    <a:pt x="1647" y="1681"/>
                  </a:lnTo>
                  <a:lnTo>
                    <a:pt x="1614" y="1709"/>
                  </a:lnTo>
                  <a:lnTo>
                    <a:pt x="1581" y="1737"/>
                  </a:lnTo>
                  <a:lnTo>
                    <a:pt x="1545" y="1761"/>
                  </a:lnTo>
                  <a:lnTo>
                    <a:pt x="1507" y="1784"/>
                  </a:lnTo>
                  <a:lnTo>
                    <a:pt x="1467" y="1806"/>
                  </a:lnTo>
                  <a:lnTo>
                    <a:pt x="1427" y="1825"/>
                  </a:lnTo>
                  <a:lnTo>
                    <a:pt x="1384" y="1843"/>
                  </a:lnTo>
                  <a:lnTo>
                    <a:pt x="1339" y="1858"/>
                  </a:lnTo>
                  <a:lnTo>
                    <a:pt x="1293" y="1873"/>
                  </a:lnTo>
                  <a:lnTo>
                    <a:pt x="1244" y="1884"/>
                  </a:lnTo>
                  <a:lnTo>
                    <a:pt x="1195" y="1893"/>
                  </a:lnTo>
                  <a:lnTo>
                    <a:pt x="1143" y="1900"/>
                  </a:lnTo>
                  <a:lnTo>
                    <a:pt x="1090" y="1906"/>
                  </a:lnTo>
                  <a:lnTo>
                    <a:pt x="1035" y="1909"/>
                  </a:lnTo>
                  <a:lnTo>
                    <a:pt x="978" y="1910"/>
                  </a:lnTo>
                  <a:lnTo>
                    <a:pt x="924" y="1909"/>
                  </a:lnTo>
                  <a:lnTo>
                    <a:pt x="870" y="1907"/>
                  </a:lnTo>
                  <a:lnTo>
                    <a:pt x="818" y="1901"/>
                  </a:lnTo>
                  <a:lnTo>
                    <a:pt x="766" y="1895"/>
                  </a:lnTo>
                  <a:lnTo>
                    <a:pt x="716" y="1887"/>
                  </a:lnTo>
                  <a:lnTo>
                    <a:pt x="669" y="1876"/>
                  </a:lnTo>
                  <a:lnTo>
                    <a:pt x="622" y="1864"/>
                  </a:lnTo>
                  <a:lnTo>
                    <a:pt x="576" y="1850"/>
                  </a:lnTo>
                  <a:lnTo>
                    <a:pt x="532" y="1834"/>
                  </a:lnTo>
                  <a:lnTo>
                    <a:pt x="490" y="1816"/>
                  </a:lnTo>
                  <a:lnTo>
                    <a:pt x="448" y="1796"/>
                  </a:lnTo>
                  <a:lnTo>
                    <a:pt x="409" y="1775"/>
                  </a:lnTo>
                  <a:lnTo>
                    <a:pt x="371" y="1752"/>
                  </a:lnTo>
                  <a:lnTo>
                    <a:pt x="335" y="1727"/>
                  </a:lnTo>
                  <a:lnTo>
                    <a:pt x="300" y="1699"/>
                  </a:lnTo>
                  <a:lnTo>
                    <a:pt x="268" y="1671"/>
                  </a:lnTo>
                  <a:lnTo>
                    <a:pt x="236" y="1640"/>
                  </a:lnTo>
                  <a:lnTo>
                    <a:pt x="207" y="1608"/>
                  </a:lnTo>
                  <a:lnTo>
                    <a:pt x="180" y="1573"/>
                  </a:lnTo>
                  <a:lnTo>
                    <a:pt x="154" y="1536"/>
                  </a:lnTo>
                  <a:lnTo>
                    <a:pt x="130" y="1499"/>
                  </a:lnTo>
                  <a:lnTo>
                    <a:pt x="108" y="1458"/>
                  </a:lnTo>
                  <a:lnTo>
                    <a:pt x="88" y="1416"/>
                  </a:lnTo>
                  <a:lnTo>
                    <a:pt x="70" y="1373"/>
                  </a:lnTo>
                  <a:lnTo>
                    <a:pt x="54" y="1327"/>
                  </a:lnTo>
                  <a:lnTo>
                    <a:pt x="40" y="1279"/>
                  </a:lnTo>
                  <a:lnTo>
                    <a:pt x="28" y="1231"/>
                  </a:lnTo>
                  <a:lnTo>
                    <a:pt x="19" y="1179"/>
                  </a:lnTo>
                  <a:lnTo>
                    <a:pt x="11" y="1126"/>
                  </a:lnTo>
                  <a:lnTo>
                    <a:pt x="5" y="1071"/>
                  </a:lnTo>
                  <a:lnTo>
                    <a:pt x="1" y="1015"/>
                  </a:lnTo>
                  <a:lnTo>
                    <a:pt x="0" y="956"/>
                  </a:lnTo>
                  <a:close/>
                  <a:moveTo>
                    <a:pt x="572" y="958"/>
                  </a:moveTo>
                  <a:lnTo>
                    <a:pt x="573" y="1008"/>
                  </a:lnTo>
                  <a:lnTo>
                    <a:pt x="576" y="1056"/>
                  </a:lnTo>
                  <a:lnTo>
                    <a:pt x="578" y="1081"/>
                  </a:lnTo>
                  <a:lnTo>
                    <a:pt x="582" y="1105"/>
                  </a:lnTo>
                  <a:lnTo>
                    <a:pt x="585" y="1128"/>
                  </a:lnTo>
                  <a:lnTo>
                    <a:pt x="588" y="1151"/>
                  </a:lnTo>
                  <a:lnTo>
                    <a:pt x="594" y="1174"/>
                  </a:lnTo>
                  <a:lnTo>
                    <a:pt x="599" y="1197"/>
                  </a:lnTo>
                  <a:lnTo>
                    <a:pt x="606" y="1219"/>
                  </a:lnTo>
                  <a:lnTo>
                    <a:pt x="613" y="1240"/>
                  </a:lnTo>
                  <a:lnTo>
                    <a:pt x="620" y="1260"/>
                  </a:lnTo>
                  <a:lnTo>
                    <a:pt x="629" y="1281"/>
                  </a:lnTo>
                  <a:lnTo>
                    <a:pt x="638" y="1300"/>
                  </a:lnTo>
                  <a:lnTo>
                    <a:pt x="649" y="1319"/>
                  </a:lnTo>
                  <a:lnTo>
                    <a:pt x="660" y="1338"/>
                  </a:lnTo>
                  <a:lnTo>
                    <a:pt x="672" y="1354"/>
                  </a:lnTo>
                  <a:lnTo>
                    <a:pt x="686" y="1371"/>
                  </a:lnTo>
                  <a:lnTo>
                    <a:pt x="700" y="1386"/>
                  </a:lnTo>
                  <a:lnTo>
                    <a:pt x="715" y="1401"/>
                  </a:lnTo>
                  <a:lnTo>
                    <a:pt x="732" y="1414"/>
                  </a:lnTo>
                  <a:lnTo>
                    <a:pt x="749" y="1427"/>
                  </a:lnTo>
                  <a:lnTo>
                    <a:pt x="767" y="1438"/>
                  </a:lnTo>
                  <a:lnTo>
                    <a:pt x="787" y="1448"/>
                  </a:lnTo>
                  <a:lnTo>
                    <a:pt x="808" y="1457"/>
                  </a:lnTo>
                  <a:lnTo>
                    <a:pt x="830" y="1464"/>
                  </a:lnTo>
                  <a:lnTo>
                    <a:pt x="853" y="1471"/>
                  </a:lnTo>
                  <a:lnTo>
                    <a:pt x="878" y="1477"/>
                  </a:lnTo>
                  <a:lnTo>
                    <a:pt x="904" y="1480"/>
                  </a:lnTo>
                  <a:lnTo>
                    <a:pt x="931" y="1482"/>
                  </a:lnTo>
                  <a:lnTo>
                    <a:pt x="959" y="1483"/>
                  </a:lnTo>
                  <a:lnTo>
                    <a:pt x="989" y="1482"/>
                  </a:lnTo>
                  <a:lnTo>
                    <a:pt x="1018" y="1480"/>
                  </a:lnTo>
                  <a:lnTo>
                    <a:pt x="1046" y="1476"/>
                  </a:lnTo>
                  <a:lnTo>
                    <a:pt x="1071" y="1470"/>
                  </a:lnTo>
                  <a:lnTo>
                    <a:pt x="1095" y="1463"/>
                  </a:lnTo>
                  <a:lnTo>
                    <a:pt x="1118" y="1456"/>
                  </a:lnTo>
                  <a:lnTo>
                    <a:pt x="1139" y="1446"/>
                  </a:lnTo>
                  <a:lnTo>
                    <a:pt x="1159" y="1436"/>
                  </a:lnTo>
                  <a:lnTo>
                    <a:pt x="1178" y="1424"/>
                  </a:lnTo>
                  <a:lnTo>
                    <a:pt x="1196" y="1410"/>
                  </a:lnTo>
                  <a:lnTo>
                    <a:pt x="1212" y="1396"/>
                  </a:lnTo>
                  <a:lnTo>
                    <a:pt x="1228" y="1381"/>
                  </a:lnTo>
                  <a:lnTo>
                    <a:pt x="1241" y="1365"/>
                  </a:lnTo>
                  <a:lnTo>
                    <a:pt x="1254" y="1348"/>
                  </a:lnTo>
                  <a:lnTo>
                    <a:pt x="1266" y="1330"/>
                  </a:lnTo>
                  <a:lnTo>
                    <a:pt x="1278" y="1310"/>
                  </a:lnTo>
                  <a:lnTo>
                    <a:pt x="1286" y="1291"/>
                  </a:lnTo>
                  <a:lnTo>
                    <a:pt x="1296" y="1270"/>
                  </a:lnTo>
                  <a:lnTo>
                    <a:pt x="1304" y="1249"/>
                  </a:lnTo>
                  <a:lnTo>
                    <a:pt x="1311" y="1227"/>
                  </a:lnTo>
                  <a:lnTo>
                    <a:pt x="1317" y="1205"/>
                  </a:lnTo>
                  <a:lnTo>
                    <a:pt x="1323" y="1182"/>
                  </a:lnTo>
                  <a:lnTo>
                    <a:pt x="1328" y="1158"/>
                  </a:lnTo>
                  <a:lnTo>
                    <a:pt x="1332" y="1135"/>
                  </a:lnTo>
                  <a:lnTo>
                    <a:pt x="1336" y="1110"/>
                  </a:lnTo>
                  <a:lnTo>
                    <a:pt x="1338" y="1085"/>
                  </a:lnTo>
                  <a:lnTo>
                    <a:pt x="1340" y="1061"/>
                  </a:lnTo>
                  <a:lnTo>
                    <a:pt x="1343" y="1036"/>
                  </a:lnTo>
                  <a:lnTo>
                    <a:pt x="1345" y="985"/>
                  </a:lnTo>
                  <a:lnTo>
                    <a:pt x="1346" y="934"/>
                  </a:lnTo>
                  <a:lnTo>
                    <a:pt x="1346" y="909"/>
                  </a:lnTo>
                  <a:lnTo>
                    <a:pt x="1345" y="884"/>
                  </a:lnTo>
                  <a:lnTo>
                    <a:pt x="1344" y="861"/>
                  </a:lnTo>
                  <a:lnTo>
                    <a:pt x="1342" y="837"/>
                  </a:lnTo>
                  <a:lnTo>
                    <a:pt x="1338" y="814"/>
                  </a:lnTo>
                  <a:lnTo>
                    <a:pt x="1335" y="790"/>
                  </a:lnTo>
                  <a:lnTo>
                    <a:pt x="1332" y="768"/>
                  </a:lnTo>
                  <a:lnTo>
                    <a:pt x="1327" y="744"/>
                  </a:lnTo>
                  <a:lnTo>
                    <a:pt x="1322" y="722"/>
                  </a:lnTo>
                  <a:lnTo>
                    <a:pt x="1315" y="701"/>
                  </a:lnTo>
                  <a:lnTo>
                    <a:pt x="1308" y="680"/>
                  </a:lnTo>
                  <a:lnTo>
                    <a:pt x="1301" y="659"/>
                  </a:lnTo>
                  <a:lnTo>
                    <a:pt x="1293" y="640"/>
                  </a:lnTo>
                  <a:lnTo>
                    <a:pt x="1284" y="621"/>
                  </a:lnTo>
                  <a:lnTo>
                    <a:pt x="1274" y="602"/>
                  </a:lnTo>
                  <a:lnTo>
                    <a:pt x="1263" y="584"/>
                  </a:lnTo>
                  <a:lnTo>
                    <a:pt x="1251" y="568"/>
                  </a:lnTo>
                  <a:lnTo>
                    <a:pt x="1239" y="551"/>
                  </a:lnTo>
                  <a:lnTo>
                    <a:pt x="1225" y="536"/>
                  </a:lnTo>
                  <a:lnTo>
                    <a:pt x="1210" y="522"/>
                  </a:lnTo>
                  <a:lnTo>
                    <a:pt x="1195" y="508"/>
                  </a:lnTo>
                  <a:lnTo>
                    <a:pt x="1178" y="496"/>
                  </a:lnTo>
                  <a:lnTo>
                    <a:pt x="1160" y="484"/>
                  </a:lnTo>
                  <a:lnTo>
                    <a:pt x="1143" y="474"/>
                  </a:lnTo>
                  <a:lnTo>
                    <a:pt x="1123" y="464"/>
                  </a:lnTo>
                  <a:lnTo>
                    <a:pt x="1102" y="457"/>
                  </a:lnTo>
                  <a:lnTo>
                    <a:pt x="1080" y="449"/>
                  </a:lnTo>
                  <a:lnTo>
                    <a:pt x="1058" y="443"/>
                  </a:lnTo>
                  <a:lnTo>
                    <a:pt x="1033" y="439"/>
                  </a:lnTo>
                  <a:lnTo>
                    <a:pt x="1008" y="434"/>
                  </a:lnTo>
                  <a:lnTo>
                    <a:pt x="982" y="433"/>
                  </a:lnTo>
                  <a:lnTo>
                    <a:pt x="954" y="432"/>
                  </a:lnTo>
                  <a:lnTo>
                    <a:pt x="926" y="433"/>
                  </a:lnTo>
                  <a:lnTo>
                    <a:pt x="899" y="436"/>
                  </a:lnTo>
                  <a:lnTo>
                    <a:pt x="873" y="439"/>
                  </a:lnTo>
                  <a:lnTo>
                    <a:pt x="849" y="444"/>
                  </a:lnTo>
                  <a:lnTo>
                    <a:pt x="827" y="451"/>
                  </a:lnTo>
                  <a:lnTo>
                    <a:pt x="805" y="459"/>
                  </a:lnTo>
                  <a:lnTo>
                    <a:pt x="784" y="468"/>
                  </a:lnTo>
                  <a:lnTo>
                    <a:pt x="765" y="479"/>
                  </a:lnTo>
                  <a:lnTo>
                    <a:pt x="746" y="490"/>
                  </a:lnTo>
                  <a:lnTo>
                    <a:pt x="729" y="503"/>
                  </a:lnTo>
                  <a:lnTo>
                    <a:pt x="713" y="516"/>
                  </a:lnTo>
                  <a:lnTo>
                    <a:pt x="698" y="532"/>
                  </a:lnTo>
                  <a:lnTo>
                    <a:pt x="684" y="547"/>
                  </a:lnTo>
                  <a:lnTo>
                    <a:pt x="671" y="564"/>
                  </a:lnTo>
                  <a:lnTo>
                    <a:pt x="659" y="581"/>
                  </a:lnTo>
                  <a:lnTo>
                    <a:pt x="648" y="599"/>
                  </a:lnTo>
                  <a:lnTo>
                    <a:pt x="637" y="619"/>
                  </a:lnTo>
                  <a:lnTo>
                    <a:pt x="628" y="637"/>
                  </a:lnTo>
                  <a:lnTo>
                    <a:pt x="619" y="658"/>
                  </a:lnTo>
                  <a:lnTo>
                    <a:pt x="612" y="679"/>
                  </a:lnTo>
                  <a:lnTo>
                    <a:pt x="605" y="700"/>
                  </a:lnTo>
                  <a:lnTo>
                    <a:pt x="598" y="722"/>
                  </a:lnTo>
                  <a:lnTo>
                    <a:pt x="594" y="745"/>
                  </a:lnTo>
                  <a:lnTo>
                    <a:pt x="588" y="768"/>
                  </a:lnTo>
                  <a:lnTo>
                    <a:pt x="585" y="792"/>
                  </a:lnTo>
                  <a:lnTo>
                    <a:pt x="581" y="815"/>
                  </a:lnTo>
                  <a:lnTo>
                    <a:pt x="578" y="838"/>
                  </a:lnTo>
                  <a:lnTo>
                    <a:pt x="576" y="862"/>
                  </a:lnTo>
                  <a:lnTo>
                    <a:pt x="573" y="911"/>
                  </a:lnTo>
                  <a:lnTo>
                    <a:pt x="572" y="9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2" name="Freeform 12"/>
            <p:cNvSpPr>
              <a:spLocks noEditPoints="1"/>
            </p:cNvSpPr>
            <p:nvPr/>
          </p:nvSpPr>
          <p:spPr bwMode="auto">
            <a:xfrm>
              <a:off x="1000649" y="1781145"/>
              <a:ext cx="201169" cy="200121"/>
            </a:xfrm>
            <a:custGeom>
              <a:avLst/>
              <a:gdLst>
                <a:gd name="T0" fmla="*/ 9 w 1917"/>
                <a:gd name="T1" fmla="*/ 794 h 1910"/>
                <a:gd name="T2" fmla="*/ 50 w 1917"/>
                <a:gd name="T3" fmla="*/ 600 h 1910"/>
                <a:gd name="T4" fmla="*/ 122 w 1917"/>
                <a:gd name="T5" fmla="*/ 430 h 1910"/>
                <a:gd name="T6" fmla="*/ 223 w 1917"/>
                <a:gd name="T7" fmla="*/ 286 h 1910"/>
                <a:gd name="T8" fmla="*/ 353 w 1917"/>
                <a:gd name="T9" fmla="*/ 170 h 1910"/>
                <a:gd name="T10" fmla="*/ 510 w 1917"/>
                <a:gd name="T11" fmla="*/ 83 h 1910"/>
                <a:gd name="T12" fmla="*/ 694 w 1917"/>
                <a:gd name="T13" fmla="*/ 25 h 1910"/>
                <a:gd name="T14" fmla="*/ 900 w 1917"/>
                <a:gd name="T15" fmla="*/ 1 h 1910"/>
                <a:gd name="T16" fmla="*/ 1117 w 1917"/>
                <a:gd name="T17" fmla="*/ 9 h 1910"/>
                <a:gd name="T18" fmla="*/ 1312 w 1917"/>
                <a:gd name="T19" fmla="*/ 47 h 1910"/>
                <a:gd name="T20" fmla="*/ 1483 w 1917"/>
                <a:gd name="T21" fmla="*/ 117 h 1910"/>
                <a:gd name="T22" fmla="*/ 1628 w 1917"/>
                <a:gd name="T23" fmla="*/ 216 h 1910"/>
                <a:gd name="T24" fmla="*/ 1745 w 1917"/>
                <a:gd name="T25" fmla="*/ 343 h 1910"/>
                <a:gd name="T26" fmla="*/ 1833 w 1917"/>
                <a:gd name="T27" fmla="*/ 497 h 1910"/>
                <a:gd name="T28" fmla="*/ 1891 w 1917"/>
                <a:gd name="T29" fmla="*/ 678 h 1910"/>
                <a:gd name="T30" fmla="*/ 1916 w 1917"/>
                <a:gd name="T31" fmla="*/ 886 h 1910"/>
                <a:gd name="T32" fmla="*/ 1908 w 1917"/>
                <a:gd name="T33" fmla="*/ 1104 h 1910"/>
                <a:gd name="T34" fmla="*/ 1871 w 1917"/>
                <a:gd name="T35" fmla="*/ 1300 h 1910"/>
                <a:gd name="T36" fmla="*/ 1802 w 1917"/>
                <a:gd name="T37" fmla="*/ 1472 h 1910"/>
                <a:gd name="T38" fmla="*/ 1706 w 1917"/>
                <a:gd name="T39" fmla="*/ 1618 h 1910"/>
                <a:gd name="T40" fmla="*/ 1580 w 1917"/>
                <a:gd name="T41" fmla="*/ 1737 h 1910"/>
                <a:gd name="T42" fmla="*/ 1426 w 1917"/>
                <a:gd name="T43" fmla="*/ 1825 h 1910"/>
                <a:gd name="T44" fmla="*/ 1244 w 1917"/>
                <a:gd name="T45" fmla="*/ 1884 h 1910"/>
                <a:gd name="T46" fmla="*/ 1035 w 1917"/>
                <a:gd name="T47" fmla="*/ 1909 h 1910"/>
                <a:gd name="T48" fmla="*/ 813 w 1917"/>
                <a:gd name="T49" fmla="*/ 1901 h 1910"/>
                <a:gd name="T50" fmla="*/ 614 w 1917"/>
                <a:gd name="T51" fmla="*/ 1863 h 1910"/>
                <a:gd name="T52" fmla="*/ 441 w 1917"/>
                <a:gd name="T53" fmla="*/ 1794 h 1910"/>
                <a:gd name="T54" fmla="*/ 294 w 1917"/>
                <a:gd name="T55" fmla="*/ 1695 h 1910"/>
                <a:gd name="T56" fmla="*/ 175 w 1917"/>
                <a:gd name="T57" fmla="*/ 1568 h 1910"/>
                <a:gd name="T58" fmla="*/ 85 w 1917"/>
                <a:gd name="T59" fmla="*/ 1412 h 1910"/>
                <a:gd name="T60" fmla="*/ 27 w 1917"/>
                <a:gd name="T61" fmla="*/ 1226 h 1910"/>
                <a:gd name="T62" fmla="*/ 1 w 1917"/>
                <a:gd name="T63" fmla="*/ 1013 h 1910"/>
                <a:gd name="T64" fmla="*/ 575 w 1917"/>
                <a:gd name="T65" fmla="*/ 1056 h 1910"/>
                <a:gd name="T66" fmla="*/ 589 w 1917"/>
                <a:gd name="T67" fmla="*/ 1151 h 1910"/>
                <a:gd name="T68" fmla="*/ 612 w 1917"/>
                <a:gd name="T69" fmla="*/ 1240 h 1910"/>
                <a:gd name="T70" fmla="*/ 648 w 1917"/>
                <a:gd name="T71" fmla="*/ 1319 h 1910"/>
                <a:gd name="T72" fmla="*/ 699 w 1917"/>
                <a:gd name="T73" fmla="*/ 1386 h 1910"/>
                <a:gd name="T74" fmla="*/ 767 w 1917"/>
                <a:gd name="T75" fmla="*/ 1438 h 1910"/>
                <a:gd name="T76" fmla="*/ 853 w 1917"/>
                <a:gd name="T77" fmla="*/ 1471 h 1910"/>
                <a:gd name="T78" fmla="*/ 959 w 1917"/>
                <a:gd name="T79" fmla="*/ 1483 h 1910"/>
                <a:gd name="T80" fmla="*/ 1071 w 1917"/>
                <a:gd name="T81" fmla="*/ 1470 h 1910"/>
                <a:gd name="T82" fmla="*/ 1160 w 1917"/>
                <a:gd name="T83" fmla="*/ 1436 h 1910"/>
                <a:gd name="T84" fmla="*/ 1227 w 1917"/>
                <a:gd name="T85" fmla="*/ 1381 h 1910"/>
                <a:gd name="T86" fmla="*/ 1277 w 1917"/>
                <a:gd name="T87" fmla="*/ 1310 h 1910"/>
                <a:gd name="T88" fmla="*/ 1311 w 1917"/>
                <a:gd name="T89" fmla="*/ 1227 h 1910"/>
                <a:gd name="T90" fmla="*/ 1332 w 1917"/>
                <a:gd name="T91" fmla="*/ 1135 h 1910"/>
                <a:gd name="T92" fmla="*/ 1342 w 1917"/>
                <a:gd name="T93" fmla="*/ 1036 h 1910"/>
                <a:gd name="T94" fmla="*/ 1344 w 1917"/>
                <a:gd name="T95" fmla="*/ 884 h 1910"/>
                <a:gd name="T96" fmla="*/ 1335 w 1917"/>
                <a:gd name="T97" fmla="*/ 790 h 1910"/>
                <a:gd name="T98" fmla="*/ 1315 w 1917"/>
                <a:gd name="T99" fmla="*/ 701 h 1910"/>
                <a:gd name="T100" fmla="*/ 1283 w 1917"/>
                <a:gd name="T101" fmla="*/ 621 h 1910"/>
                <a:gd name="T102" fmla="*/ 1238 w 1917"/>
                <a:gd name="T103" fmla="*/ 551 h 1910"/>
                <a:gd name="T104" fmla="*/ 1177 w 1917"/>
                <a:gd name="T105" fmla="*/ 496 h 1910"/>
                <a:gd name="T106" fmla="*/ 1101 w 1917"/>
                <a:gd name="T107" fmla="*/ 457 h 1910"/>
                <a:gd name="T108" fmla="*/ 1007 w 1917"/>
                <a:gd name="T109" fmla="*/ 434 h 1910"/>
                <a:gd name="T110" fmla="*/ 899 w 1917"/>
                <a:gd name="T111" fmla="*/ 436 h 1910"/>
                <a:gd name="T112" fmla="*/ 804 w 1917"/>
                <a:gd name="T113" fmla="*/ 459 h 1910"/>
                <a:gd name="T114" fmla="*/ 729 w 1917"/>
                <a:gd name="T115" fmla="*/ 503 h 1910"/>
                <a:gd name="T116" fmla="*/ 670 w 1917"/>
                <a:gd name="T117" fmla="*/ 564 h 1910"/>
                <a:gd name="T118" fmla="*/ 627 w 1917"/>
                <a:gd name="T119" fmla="*/ 637 h 1910"/>
                <a:gd name="T120" fmla="*/ 599 w 1917"/>
                <a:gd name="T121" fmla="*/ 722 h 1910"/>
                <a:gd name="T122" fmla="*/ 581 w 1917"/>
                <a:gd name="T123" fmla="*/ 815 h 1910"/>
                <a:gd name="T124" fmla="*/ 572 w 1917"/>
                <a:gd name="T125" fmla="*/ 958 h 1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917" h="1910">
                  <a:moveTo>
                    <a:pt x="0" y="956"/>
                  </a:moveTo>
                  <a:lnTo>
                    <a:pt x="1" y="901"/>
                  </a:lnTo>
                  <a:lnTo>
                    <a:pt x="5" y="847"/>
                  </a:lnTo>
                  <a:lnTo>
                    <a:pt x="9" y="794"/>
                  </a:lnTo>
                  <a:lnTo>
                    <a:pt x="17" y="743"/>
                  </a:lnTo>
                  <a:lnTo>
                    <a:pt x="25" y="694"/>
                  </a:lnTo>
                  <a:lnTo>
                    <a:pt x="37" y="646"/>
                  </a:lnTo>
                  <a:lnTo>
                    <a:pt x="50" y="600"/>
                  </a:lnTo>
                  <a:lnTo>
                    <a:pt x="65" y="555"/>
                  </a:lnTo>
                  <a:lnTo>
                    <a:pt x="82" y="512"/>
                  </a:lnTo>
                  <a:lnTo>
                    <a:pt x="101" y="470"/>
                  </a:lnTo>
                  <a:lnTo>
                    <a:pt x="122" y="430"/>
                  </a:lnTo>
                  <a:lnTo>
                    <a:pt x="145" y="391"/>
                  </a:lnTo>
                  <a:lnTo>
                    <a:pt x="169" y="354"/>
                  </a:lnTo>
                  <a:lnTo>
                    <a:pt x="196" y="320"/>
                  </a:lnTo>
                  <a:lnTo>
                    <a:pt x="223" y="286"/>
                  </a:lnTo>
                  <a:lnTo>
                    <a:pt x="254" y="254"/>
                  </a:lnTo>
                  <a:lnTo>
                    <a:pt x="285" y="224"/>
                  </a:lnTo>
                  <a:lnTo>
                    <a:pt x="318" y="196"/>
                  </a:lnTo>
                  <a:lnTo>
                    <a:pt x="353" y="170"/>
                  </a:lnTo>
                  <a:lnTo>
                    <a:pt x="390" y="146"/>
                  </a:lnTo>
                  <a:lnTo>
                    <a:pt x="429" y="122"/>
                  </a:lnTo>
                  <a:lnTo>
                    <a:pt x="469" y="101"/>
                  </a:lnTo>
                  <a:lnTo>
                    <a:pt x="510" y="83"/>
                  </a:lnTo>
                  <a:lnTo>
                    <a:pt x="554" y="65"/>
                  </a:lnTo>
                  <a:lnTo>
                    <a:pt x="599" y="51"/>
                  </a:lnTo>
                  <a:lnTo>
                    <a:pt x="645" y="37"/>
                  </a:lnTo>
                  <a:lnTo>
                    <a:pt x="694" y="25"/>
                  </a:lnTo>
                  <a:lnTo>
                    <a:pt x="742" y="17"/>
                  </a:lnTo>
                  <a:lnTo>
                    <a:pt x="794" y="9"/>
                  </a:lnTo>
                  <a:lnTo>
                    <a:pt x="846" y="4"/>
                  </a:lnTo>
                  <a:lnTo>
                    <a:pt x="900" y="1"/>
                  </a:lnTo>
                  <a:lnTo>
                    <a:pt x="955" y="0"/>
                  </a:lnTo>
                  <a:lnTo>
                    <a:pt x="1011" y="1"/>
                  </a:lnTo>
                  <a:lnTo>
                    <a:pt x="1065" y="4"/>
                  </a:lnTo>
                  <a:lnTo>
                    <a:pt x="1117" y="9"/>
                  </a:lnTo>
                  <a:lnTo>
                    <a:pt x="1169" y="15"/>
                  </a:lnTo>
                  <a:lnTo>
                    <a:pt x="1218" y="24"/>
                  </a:lnTo>
                  <a:lnTo>
                    <a:pt x="1266" y="35"/>
                  </a:lnTo>
                  <a:lnTo>
                    <a:pt x="1312" y="47"/>
                  </a:lnTo>
                  <a:lnTo>
                    <a:pt x="1357" y="63"/>
                  </a:lnTo>
                  <a:lnTo>
                    <a:pt x="1402" y="78"/>
                  </a:lnTo>
                  <a:lnTo>
                    <a:pt x="1444" y="97"/>
                  </a:lnTo>
                  <a:lnTo>
                    <a:pt x="1483" y="117"/>
                  </a:lnTo>
                  <a:lnTo>
                    <a:pt x="1522" y="139"/>
                  </a:lnTo>
                  <a:lnTo>
                    <a:pt x="1559" y="163"/>
                  </a:lnTo>
                  <a:lnTo>
                    <a:pt x="1595" y="189"/>
                  </a:lnTo>
                  <a:lnTo>
                    <a:pt x="1628" y="216"/>
                  </a:lnTo>
                  <a:lnTo>
                    <a:pt x="1660" y="245"/>
                  </a:lnTo>
                  <a:lnTo>
                    <a:pt x="1691" y="276"/>
                  </a:lnTo>
                  <a:lnTo>
                    <a:pt x="1718" y="309"/>
                  </a:lnTo>
                  <a:lnTo>
                    <a:pt x="1745" y="343"/>
                  </a:lnTo>
                  <a:lnTo>
                    <a:pt x="1770" y="379"/>
                  </a:lnTo>
                  <a:lnTo>
                    <a:pt x="1794" y="417"/>
                  </a:lnTo>
                  <a:lnTo>
                    <a:pt x="1815" y="457"/>
                  </a:lnTo>
                  <a:lnTo>
                    <a:pt x="1833" y="497"/>
                  </a:lnTo>
                  <a:lnTo>
                    <a:pt x="1851" y="540"/>
                  </a:lnTo>
                  <a:lnTo>
                    <a:pt x="1866" y="584"/>
                  </a:lnTo>
                  <a:lnTo>
                    <a:pt x="1880" y="631"/>
                  </a:lnTo>
                  <a:lnTo>
                    <a:pt x="1891" y="678"/>
                  </a:lnTo>
                  <a:lnTo>
                    <a:pt x="1900" y="728"/>
                  </a:lnTo>
                  <a:lnTo>
                    <a:pt x="1907" y="779"/>
                  </a:lnTo>
                  <a:lnTo>
                    <a:pt x="1913" y="831"/>
                  </a:lnTo>
                  <a:lnTo>
                    <a:pt x="1916" y="886"/>
                  </a:lnTo>
                  <a:lnTo>
                    <a:pt x="1917" y="941"/>
                  </a:lnTo>
                  <a:lnTo>
                    <a:pt x="1916" y="997"/>
                  </a:lnTo>
                  <a:lnTo>
                    <a:pt x="1913" y="1051"/>
                  </a:lnTo>
                  <a:lnTo>
                    <a:pt x="1908" y="1104"/>
                  </a:lnTo>
                  <a:lnTo>
                    <a:pt x="1902" y="1155"/>
                  </a:lnTo>
                  <a:lnTo>
                    <a:pt x="1893" y="1204"/>
                  </a:lnTo>
                  <a:lnTo>
                    <a:pt x="1883" y="1253"/>
                  </a:lnTo>
                  <a:lnTo>
                    <a:pt x="1871" y="1300"/>
                  </a:lnTo>
                  <a:lnTo>
                    <a:pt x="1857" y="1345"/>
                  </a:lnTo>
                  <a:lnTo>
                    <a:pt x="1840" y="1389"/>
                  </a:lnTo>
                  <a:lnTo>
                    <a:pt x="1822" y="1431"/>
                  </a:lnTo>
                  <a:lnTo>
                    <a:pt x="1802" y="1472"/>
                  </a:lnTo>
                  <a:lnTo>
                    <a:pt x="1781" y="1511"/>
                  </a:lnTo>
                  <a:lnTo>
                    <a:pt x="1758" y="1548"/>
                  </a:lnTo>
                  <a:lnTo>
                    <a:pt x="1733" y="1584"/>
                  </a:lnTo>
                  <a:lnTo>
                    <a:pt x="1706" y="1618"/>
                  </a:lnTo>
                  <a:lnTo>
                    <a:pt x="1678" y="1651"/>
                  </a:lnTo>
                  <a:lnTo>
                    <a:pt x="1647" y="1681"/>
                  </a:lnTo>
                  <a:lnTo>
                    <a:pt x="1615" y="1709"/>
                  </a:lnTo>
                  <a:lnTo>
                    <a:pt x="1580" y="1737"/>
                  </a:lnTo>
                  <a:lnTo>
                    <a:pt x="1544" y="1761"/>
                  </a:lnTo>
                  <a:lnTo>
                    <a:pt x="1506" y="1784"/>
                  </a:lnTo>
                  <a:lnTo>
                    <a:pt x="1467" y="1806"/>
                  </a:lnTo>
                  <a:lnTo>
                    <a:pt x="1426" y="1825"/>
                  </a:lnTo>
                  <a:lnTo>
                    <a:pt x="1383" y="1843"/>
                  </a:lnTo>
                  <a:lnTo>
                    <a:pt x="1339" y="1858"/>
                  </a:lnTo>
                  <a:lnTo>
                    <a:pt x="1292" y="1873"/>
                  </a:lnTo>
                  <a:lnTo>
                    <a:pt x="1244" y="1884"/>
                  </a:lnTo>
                  <a:lnTo>
                    <a:pt x="1194" y="1893"/>
                  </a:lnTo>
                  <a:lnTo>
                    <a:pt x="1143" y="1900"/>
                  </a:lnTo>
                  <a:lnTo>
                    <a:pt x="1089" y="1906"/>
                  </a:lnTo>
                  <a:lnTo>
                    <a:pt x="1035" y="1909"/>
                  </a:lnTo>
                  <a:lnTo>
                    <a:pt x="977" y="1910"/>
                  </a:lnTo>
                  <a:lnTo>
                    <a:pt x="921" y="1909"/>
                  </a:lnTo>
                  <a:lnTo>
                    <a:pt x="867" y="1906"/>
                  </a:lnTo>
                  <a:lnTo>
                    <a:pt x="813" y="1901"/>
                  </a:lnTo>
                  <a:lnTo>
                    <a:pt x="761" y="1895"/>
                  </a:lnTo>
                  <a:lnTo>
                    <a:pt x="711" y="1886"/>
                  </a:lnTo>
                  <a:lnTo>
                    <a:pt x="662" y="1875"/>
                  </a:lnTo>
                  <a:lnTo>
                    <a:pt x="614" y="1863"/>
                  </a:lnTo>
                  <a:lnTo>
                    <a:pt x="569" y="1848"/>
                  </a:lnTo>
                  <a:lnTo>
                    <a:pt x="525" y="1832"/>
                  </a:lnTo>
                  <a:lnTo>
                    <a:pt x="482" y="1814"/>
                  </a:lnTo>
                  <a:lnTo>
                    <a:pt x="441" y="1794"/>
                  </a:lnTo>
                  <a:lnTo>
                    <a:pt x="401" y="1772"/>
                  </a:lnTo>
                  <a:lnTo>
                    <a:pt x="363" y="1749"/>
                  </a:lnTo>
                  <a:lnTo>
                    <a:pt x="328" y="1723"/>
                  </a:lnTo>
                  <a:lnTo>
                    <a:pt x="294" y="1695"/>
                  </a:lnTo>
                  <a:lnTo>
                    <a:pt x="261" y="1666"/>
                  </a:lnTo>
                  <a:lnTo>
                    <a:pt x="230" y="1635"/>
                  </a:lnTo>
                  <a:lnTo>
                    <a:pt x="201" y="1602"/>
                  </a:lnTo>
                  <a:lnTo>
                    <a:pt x="175" y="1568"/>
                  </a:lnTo>
                  <a:lnTo>
                    <a:pt x="149" y="1532"/>
                  </a:lnTo>
                  <a:lnTo>
                    <a:pt x="126" y="1493"/>
                  </a:lnTo>
                  <a:lnTo>
                    <a:pt x="104" y="1453"/>
                  </a:lnTo>
                  <a:lnTo>
                    <a:pt x="85" y="1412"/>
                  </a:lnTo>
                  <a:lnTo>
                    <a:pt x="67" y="1367"/>
                  </a:lnTo>
                  <a:lnTo>
                    <a:pt x="52" y="1322"/>
                  </a:lnTo>
                  <a:lnTo>
                    <a:pt x="38" y="1275"/>
                  </a:lnTo>
                  <a:lnTo>
                    <a:pt x="27" y="1226"/>
                  </a:lnTo>
                  <a:lnTo>
                    <a:pt x="17" y="1176"/>
                  </a:lnTo>
                  <a:lnTo>
                    <a:pt x="9" y="1124"/>
                  </a:lnTo>
                  <a:lnTo>
                    <a:pt x="5" y="1070"/>
                  </a:lnTo>
                  <a:lnTo>
                    <a:pt x="1" y="1013"/>
                  </a:lnTo>
                  <a:lnTo>
                    <a:pt x="0" y="956"/>
                  </a:lnTo>
                  <a:close/>
                  <a:moveTo>
                    <a:pt x="572" y="958"/>
                  </a:moveTo>
                  <a:lnTo>
                    <a:pt x="573" y="1008"/>
                  </a:lnTo>
                  <a:lnTo>
                    <a:pt x="575" y="1056"/>
                  </a:lnTo>
                  <a:lnTo>
                    <a:pt x="578" y="1081"/>
                  </a:lnTo>
                  <a:lnTo>
                    <a:pt x="581" y="1105"/>
                  </a:lnTo>
                  <a:lnTo>
                    <a:pt x="584" y="1128"/>
                  </a:lnTo>
                  <a:lnTo>
                    <a:pt x="589" y="1151"/>
                  </a:lnTo>
                  <a:lnTo>
                    <a:pt x="593" y="1174"/>
                  </a:lnTo>
                  <a:lnTo>
                    <a:pt x="599" y="1197"/>
                  </a:lnTo>
                  <a:lnTo>
                    <a:pt x="605" y="1219"/>
                  </a:lnTo>
                  <a:lnTo>
                    <a:pt x="612" y="1240"/>
                  </a:lnTo>
                  <a:lnTo>
                    <a:pt x="620" y="1260"/>
                  </a:lnTo>
                  <a:lnTo>
                    <a:pt x="628" y="1281"/>
                  </a:lnTo>
                  <a:lnTo>
                    <a:pt x="638" y="1300"/>
                  </a:lnTo>
                  <a:lnTo>
                    <a:pt x="648" y="1319"/>
                  </a:lnTo>
                  <a:lnTo>
                    <a:pt x="659" y="1338"/>
                  </a:lnTo>
                  <a:lnTo>
                    <a:pt x="672" y="1354"/>
                  </a:lnTo>
                  <a:lnTo>
                    <a:pt x="685" y="1371"/>
                  </a:lnTo>
                  <a:lnTo>
                    <a:pt x="699" y="1386"/>
                  </a:lnTo>
                  <a:lnTo>
                    <a:pt x="715" y="1401"/>
                  </a:lnTo>
                  <a:lnTo>
                    <a:pt x="731" y="1414"/>
                  </a:lnTo>
                  <a:lnTo>
                    <a:pt x="749" y="1427"/>
                  </a:lnTo>
                  <a:lnTo>
                    <a:pt x="767" y="1438"/>
                  </a:lnTo>
                  <a:lnTo>
                    <a:pt x="786" y="1448"/>
                  </a:lnTo>
                  <a:lnTo>
                    <a:pt x="807" y="1457"/>
                  </a:lnTo>
                  <a:lnTo>
                    <a:pt x="829" y="1464"/>
                  </a:lnTo>
                  <a:lnTo>
                    <a:pt x="853" y="1471"/>
                  </a:lnTo>
                  <a:lnTo>
                    <a:pt x="877" y="1477"/>
                  </a:lnTo>
                  <a:lnTo>
                    <a:pt x="903" y="1480"/>
                  </a:lnTo>
                  <a:lnTo>
                    <a:pt x="930" y="1482"/>
                  </a:lnTo>
                  <a:lnTo>
                    <a:pt x="959" y="1483"/>
                  </a:lnTo>
                  <a:lnTo>
                    <a:pt x="990" y="1482"/>
                  </a:lnTo>
                  <a:lnTo>
                    <a:pt x="1018" y="1480"/>
                  </a:lnTo>
                  <a:lnTo>
                    <a:pt x="1045" y="1476"/>
                  </a:lnTo>
                  <a:lnTo>
                    <a:pt x="1071" y="1470"/>
                  </a:lnTo>
                  <a:lnTo>
                    <a:pt x="1095" y="1463"/>
                  </a:lnTo>
                  <a:lnTo>
                    <a:pt x="1118" y="1456"/>
                  </a:lnTo>
                  <a:lnTo>
                    <a:pt x="1139" y="1446"/>
                  </a:lnTo>
                  <a:lnTo>
                    <a:pt x="1160" y="1436"/>
                  </a:lnTo>
                  <a:lnTo>
                    <a:pt x="1178" y="1424"/>
                  </a:lnTo>
                  <a:lnTo>
                    <a:pt x="1195" y="1410"/>
                  </a:lnTo>
                  <a:lnTo>
                    <a:pt x="1212" y="1396"/>
                  </a:lnTo>
                  <a:lnTo>
                    <a:pt x="1227" y="1381"/>
                  </a:lnTo>
                  <a:lnTo>
                    <a:pt x="1241" y="1365"/>
                  </a:lnTo>
                  <a:lnTo>
                    <a:pt x="1254" y="1348"/>
                  </a:lnTo>
                  <a:lnTo>
                    <a:pt x="1266" y="1330"/>
                  </a:lnTo>
                  <a:lnTo>
                    <a:pt x="1277" y="1310"/>
                  </a:lnTo>
                  <a:lnTo>
                    <a:pt x="1287" y="1291"/>
                  </a:lnTo>
                  <a:lnTo>
                    <a:pt x="1296" y="1270"/>
                  </a:lnTo>
                  <a:lnTo>
                    <a:pt x="1303" y="1249"/>
                  </a:lnTo>
                  <a:lnTo>
                    <a:pt x="1311" y="1227"/>
                  </a:lnTo>
                  <a:lnTo>
                    <a:pt x="1317" y="1205"/>
                  </a:lnTo>
                  <a:lnTo>
                    <a:pt x="1322" y="1182"/>
                  </a:lnTo>
                  <a:lnTo>
                    <a:pt x="1328" y="1158"/>
                  </a:lnTo>
                  <a:lnTo>
                    <a:pt x="1332" y="1135"/>
                  </a:lnTo>
                  <a:lnTo>
                    <a:pt x="1335" y="1110"/>
                  </a:lnTo>
                  <a:lnTo>
                    <a:pt x="1339" y="1085"/>
                  </a:lnTo>
                  <a:lnTo>
                    <a:pt x="1341" y="1061"/>
                  </a:lnTo>
                  <a:lnTo>
                    <a:pt x="1342" y="1036"/>
                  </a:lnTo>
                  <a:lnTo>
                    <a:pt x="1344" y="985"/>
                  </a:lnTo>
                  <a:lnTo>
                    <a:pt x="1345" y="934"/>
                  </a:lnTo>
                  <a:lnTo>
                    <a:pt x="1345" y="909"/>
                  </a:lnTo>
                  <a:lnTo>
                    <a:pt x="1344" y="884"/>
                  </a:lnTo>
                  <a:lnTo>
                    <a:pt x="1343" y="861"/>
                  </a:lnTo>
                  <a:lnTo>
                    <a:pt x="1341" y="837"/>
                  </a:lnTo>
                  <a:lnTo>
                    <a:pt x="1339" y="814"/>
                  </a:lnTo>
                  <a:lnTo>
                    <a:pt x="1335" y="790"/>
                  </a:lnTo>
                  <a:lnTo>
                    <a:pt x="1331" y="768"/>
                  </a:lnTo>
                  <a:lnTo>
                    <a:pt x="1326" y="744"/>
                  </a:lnTo>
                  <a:lnTo>
                    <a:pt x="1321" y="722"/>
                  </a:lnTo>
                  <a:lnTo>
                    <a:pt x="1315" y="701"/>
                  </a:lnTo>
                  <a:lnTo>
                    <a:pt x="1309" y="680"/>
                  </a:lnTo>
                  <a:lnTo>
                    <a:pt x="1301" y="659"/>
                  </a:lnTo>
                  <a:lnTo>
                    <a:pt x="1292" y="640"/>
                  </a:lnTo>
                  <a:lnTo>
                    <a:pt x="1283" y="621"/>
                  </a:lnTo>
                  <a:lnTo>
                    <a:pt x="1273" y="602"/>
                  </a:lnTo>
                  <a:lnTo>
                    <a:pt x="1262" y="584"/>
                  </a:lnTo>
                  <a:lnTo>
                    <a:pt x="1250" y="568"/>
                  </a:lnTo>
                  <a:lnTo>
                    <a:pt x="1238" y="551"/>
                  </a:lnTo>
                  <a:lnTo>
                    <a:pt x="1225" y="536"/>
                  </a:lnTo>
                  <a:lnTo>
                    <a:pt x="1209" y="522"/>
                  </a:lnTo>
                  <a:lnTo>
                    <a:pt x="1194" y="508"/>
                  </a:lnTo>
                  <a:lnTo>
                    <a:pt x="1177" y="496"/>
                  </a:lnTo>
                  <a:lnTo>
                    <a:pt x="1161" y="484"/>
                  </a:lnTo>
                  <a:lnTo>
                    <a:pt x="1142" y="474"/>
                  </a:lnTo>
                  <a:lnTo>
                    <a:pt x="1122" y="464"/>
                  </a:lnTo>
                  <a:lnTo>
                    <a:pt x="1101" y="457"/>
                  </a:lnTo>
                  <a:lnTo>
                    <a:pt x="1080" y="449"/>
                  </a:lnTo>
                  <a:lnTo>
                    <a:pt x="1057" y="443"/>
                  </a:lnTo>
                  <a:lnTo>
                    <a:pt x="1033" y="439"/>
                  </a:lnTo>
                  <a:lnTo>
                    <a:pt x="1007" y="434"/>
                  </a:lnTo>
                  <a:lnTo>
                    <a:pt x="982" y="433"/>
                  </a:lnTo>
                  <a:lnTo>
                    <a:pt x="954" y="432"/>
                  </a:lnTo>
                  <a:lnTo>
                    <a:pt x="926" y="433"/>
                  </a:lnTo>
                  <a:lnTo>
                    <a:pt x="899" y="436"/>
                  </a:lnTo>
                  <a:lnTo>
                    <a:pt x="874" y="439"/>
                  </a:lnTo>
                  <a:lnTo>
                    <a:pt x="849" y="444"/>
                  </a:lnTo>
                  <a:lnTo>
                    <a:pt x="826" y="451"/>
                  </a:lnTo>
                  <a:lnTo>
                    <a:pt x="804" y="459"/>
                  </a:lnTo>
                  <a:lnTo>
                    <a:pt x="783" y="468"/>
                  </a:lnTo>
                  <a:lnTo>
                    <a:pt x="764" y="479"/>
                  </a:lnTo>
                  <a:lnTo>
                    <a:pt x="746" y="490"/>
                  </a:lnTo>
                  <a:lnTo>
                    <a:pt x="729" y="503"/>
                  </a:lnTo>
                  <a:lnTo>
                    <a:pt x="712" y="516"/>
                  </a:lnTo>
                  <a:lnTo>
                    <a:pt x="698" y="532"/>
                  </a:lnTo>
                  <a:lnTo>
                    <a:pt x="684" y="547"/>
                  </a:lnTo>
                  <a:lnTo>
                    <a:pt x="670" y="564"/>
                  </a:lnTo>
                  <a:lnTo>
                    <a:pt x="658" y="581"/>
                  </a:lnTo>
                  <a:lnTo>
                    <a:pt x="647" y="599"/>
                  </a:lnTo>
                  <a:lnTo>
                    <a:pt x="637" y="619"/>
                  </a:lnTo>
                  <a:lnTo>
                    <a:pt x="627" y="637"/>
                  </a:lnTo>
                  <a:lnTo>
                    <a:pt x="620" y="658"/>
                  </a:lnTo>
                  <a:lnTo>
                    <a:pt x="612" y="679"/>
                  </a:lnTo>
                  <a:lnTo>
                    <a:pt x="604" y="700"/>
                  </a:lnTo>
                  <a:lnTo>
                    <a:pt x="599" y="722"/>
                  </a:lnTo>
                  <a:lnTo>
                    <a:pt x="593" y="745"/>
                  </a:lnTo>
                  <a:lnTo>
                    <a:pt x="589" y="768"/>
                  </a:lnTo>
                  <a:lnTo>
                    <a:pt x="584" y="792"/>
                  </a:lnTo>
                  <a:lnTo>
                    <a:pt x="581" y="815"/>
                  </a:lnTo>
                  <a:lnTo>
                    <a:pt x="578" y="838"/>
                  </a:lnTo>
                  <a:lnTo>
                    <a:pt x="575" y="862"/>
                  </a:lnTo>
                  <a:lnTo>
                    <a:pt x="573" y="911"/>
                  </a:lnTo>
                  <a:lnTo>
                    <a:pt x="572" y="9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  <p:sp>
          <p:nvSpPr>
            <p:cNvPr id="13" name="Freeform 13"/>
            <p:cNvSpPr>
              <a:spLocks noEditPoints="1"/>
            </p:cNvSpPr>
            <p:nvPr/>
          </p:nvSpPr>
          <p:spPr bwMode="auto">
            <a:xfrm>
              <a:off x="780620" y="1781145"/>
              <a:ext cx="200121" cy="200121"/>
            </a:xfrm>
            <a:custGeom>
              <a:avLst/>
              <a:gdLst>
                <a:gd name="T0" fmla="*/ 17 w 1918"/>
                <a:gd name="T1" fmla="*/ 743 h 1910"/>
                <a:gd name="T2" fmla="*/ 83 w 1918"/>
                <a:gd name="T3" fmla="*/ 512 h 1910"/>
                <a:gd name="T4" fmla="*/ 197 w 1918"/>
                <a:gd name="T5" fmla="*/ 320 h 1910"/>
                <a:gd name="T6" fmla="*/ 355 w 1918"/>
                <a:gd name="T7" fmla="*/ 170 h 1910"/>
                <a:gd name="T8" fmla="*/ 555 w 1918"/>
                <a:gd name="T9" fmla="*/ 65 h 1910"/>
                <a:gd name="T10" fmla="*/ 794 w 1918"/>
                <a:gd name="T11" fmla="*/ 9 h 1910"/>
                <a:gd name="T12" fmla="*/ 1065 w 1918"/>
                <a:gd name="T13" fmla="*/ 4 h 1910"/>
                <a:gd name="T14" fmla="*/ 1313 w 1918"/>
                <a:gd name="T15" fmla="*/ 47 h 1910"/>
                <a:gd name="T16" fmla="*/ 1523 w 1918"/>
                <a:gd name="T17" fmla="*/ 139 h 1910"/>
                <a:gd name="T18" fmla="*/ 1691 w 1918"/>
                <a:gd name="T19" fmla="*/ 276 h 1910"/>
                <a:gd name="T20" fmla="*/ 1815 w 1918"/>
                <a:gd name="T21" fmla="*/ 457 h 1910"/>
                <a:gd name="T22" fmla="*/ 1892 w 1918"/>
                <a:gd name="T23" fmla="*/ 678 h 1910"/>
                <a:gd name="T24" fmla="*/ 1918 w 1918"/>
                <a:gd name="T25" fmla="*/ 941 h 1910"/>
                <a:gd name="T26" fmla="*/ 1908 w 1918"/>
                <a:gd name="T27" fmla="*/ 1133 h 1910"/>
                <a:gd name="T28" fmla="*/ 1874 w 1918"/>
                <a:gd name="T29" fmla="*/ 1300 h 1910"/>
                <a:gd name="T30" fmla="*/ 1821 w 1918"/>
                <a:gd name="T31" fmla="*/ 1446 h 1910"/>
                <a:gd name="T32" fmla="*/ 1739 w 1918"/>
                <a:gd name="T33" fmla="*/ 1582 h 1910"/>
                <a:gd name="T34" fmla="*/ 1634 w 1918"/>
                <a:gd name="T35" fmla="*/ 1695 h 1910"/>
                <a:gd name="T36" fmla="*/ 1512 w 1918"/>
                <a:gd name="T37" fmla="*/ 1782 h 1910"/>
                <a:gd name="T38" fmla="*/ 1378 w 1918"/>
                <a:gd name="T39" fmla="*/ 1846 h 1910"/>
                <a:gd name="T40" fmla="*/ 1231 w 1918"/>
                <a:gd name="T41" fmla="*/ 1887 h 1910"/>
                <a:gd name="T42" fmla="*/ 1075 w 1918"/>
                <a:gd name="T43" fmla="*/ 1907 h 1910"/>
                <a:gd name="T44" fmla="*/ 903 w 1918"/>
                <a:gd name="T45" fmla="*/ 1909 h 1910"/>
                <a:gd name="T46" fmla="*/ 726 w 1918"/>
                <a:gd name="T47" fmla="*/ 1891 h 1910"/>
                <a:gd name="T48" fmla="*/ 570 w 1918"/>
                <a:gd name="T49" fmla="*/ 1854 h 1910"/>
                <a:gd name="T50" fmla="*/ 430 w 1918"/>
                <a:gd name="T51" fmla="*/ 1795 h 1910"/>
                <a:gd name="T52" fmla="*/ 295 w 1918"/>
                <a:gd name="T53" fmla="*/ 1702 h 1910"/>
                <a:gd name="T54" fmla="*/ 188 w 1918"/>
                <a:gd name="T55" fmla="*/ 1587 h 1910"/>
                <a:gd name="T56" fmla="*/ 106 w 1918"/>
                <a:gd name="T57" fmla="*/ 1453 h 1910"/>
                <a:gd name="T58" fmla="*/ 50 w 1918"/>
                <a:gd name="T59" fmla="*/ 1307 h 1910"/>
                <a:gd name="T60" fmla="*/ 15 w 1918"/>
                <a:gd name="T61" fmla="*/ 1151 h 1910"/>
                <a:gd name="T62" fmla="*/ 1 w 1918"/>
                <a:gd name="T63" fmla="*/ 989 h 1910"/>
                <a:gd name="T64" fmla="*/ 579 w 1918"/>
                <a:gd name="T65" fmla="*/ 1081 h 1910"/>
                <a:gd name="T66" fmla="*/ 600 w 1918"/>
                <a:gd name="T67" fmla="*/ 1197 h 1910"/>
                <a:gd name="T68" fmla="*/ 639 w 1918"/>
                <a:gd name="T69" fmla="*/ 1300 h 1910"/>
                <a:gd name="T70" fmla="*/ 701 w 1918"/>
                <a:gd name="T71" fmla="*/ 1386 h 1910"/>
                <a:gd name="T72" fmla="*/ 788 w 1918"/>
                <a:gd name="T73" fmla="*/ 1448 h 1910"/>
                <a:gd name="T74" fmla="*/ 904 w 1918"/>
                <a:gd name="T75" fmla="*/ 1480 h 1910"/>
                <a:gd name="T76" fmla="*/ 1046 w 1918"/>
                <a:gd name="T77" fmla="*/ 1476 h 1910"/>
                <a:gd name="T78" fmla="*/ 1160 w 1918"/>
                <a:gd name="T79" fmla="*/ 1436 h 1910"/>
                <a:gd name="T80" fmla="*/ 1242 w 1918"/>
                <a:gd name="T81" fmla="*/ 1365 h 1910"/>
                <a:gd name="T82" fmla="*/ 1296 w 1918"/>
                <a:gd name="T83" fmla="*/ 1270 h 1910"/>
                <a:gd name="T84" fmla="*/ 1328 w 1918"/>
                <a:gd name="T85" fmla="*/ 1158 h 1910"/>
                <a:gd name="T86" fmla="*/ 1343 w 1918"/>
                <a:gd name="T87" fmla="*/ 1036 h 1910"/>
                <a:gd name="T88" fmla="*/ 1343 w 1918"/>
                <a:gd name="T89" fmla="*/ 861 h 1910"/>
                <a:gd name="T90" fmla="*/ 1328 w 1918"/>
                <a:gd name="T91" fmla="*/ 744 h 1910"/>
                <a:gd name="T92" fmla="*/ 1294 w 1918"/>
                <a:gd name="T93" fmla="*/ 640 h 1910"/>
                <a:gd name="T94" fmla="*/ 1238 w 1918"/>
                <a:gd name="T95" fmla="*/ 551 h 1910"/>
                <a:gd name="T96" fmla="*/ 1161 w 1918"/>
                <a:gd name="T97" fmla="*/ 484 h 1910"/>
                <a:gd name="T98" fmla="*/ 1058 w 1918"/>
                <a:gd name="T99" fmla="*/ 443 h 1910"/>
                <a:gd name="T100" fmla="*/ 927 w 1918"/>
                <a:gd name="T101" fmla="*/ 433 h 1910"/>
                <a:gd name="T102" fmla="*/ 805 w 1918"/>
                <a:gd name="T103" fmla="*/ 459 h 1910"/>
                <a:gd name="T104" fmla="*/ 714 w 1918"/>
                <a:gd name="T105" fmla="*/ 516 h 1910"/>
                <a:gd name="T106" fmla="*/ 649 w 1918"/>
                <a:gd name="T107" fmla="*/ 599 h 1910"/>
                <a:gd name="T108" fmla="*/ 606 w 1918"/>
                <a:gd name="T109" fmla="*/ 700 h 1910"/>
                <a:gd name="T110" fmla="*/ 581 w 1918"/>
                <a:gd name="T111" fmla="*/ 815 h 1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918" h="1910">
                  <a:moveTo>
                    <a:pt x="0" y="956"/>
                  </a:moveTo>
                  <a:lnTo>
                    <a:pt x="1" y="901"/>
                  </a:lnTo>
                  <a:lnTo>
                    <a:pt x="5" y="847"/>
                  </a:lnTo>
                  <a:lnTo>
                    <a:pt x="10" y="794"/>
                  </a:lnTo>
                  <a:lnTo>
                    <a:pt x="17" y="743"/>
                  </a:lnTo>
                  <a:lnTo>
                    <a:pt x="27" y="694"/>
                  </a:lnTo>
                  <a:lnTo>
                    <a:pt x="38" y="646"/>
                  </a:lnTo>
                  <a:lnTo>
                    <a:pt x="51" y="600"/>
                  </a:lnTo>
                  <a:lnTo>
                    <a:pt x="66" y="555"/>
                  </a:lnTo>
                  <a:lnTo>
                    <a:pt x="83" y="512"/>
                  </a:lnTo>
                  <a:lnTo>
                    <a:pt x="102" y="470"/>
                  </a:lnTo>
                  <a:lnTo>
                    <a:pt x="123" y="430"/>
                  </a:lnTo>
                  <a:lnTo>
                    <a:pt x="145" y="391"/>
                  </a:lnTo>
                  <a:lnTo>
                    <a:pt x="170" y="354"/>
                  </a:lnTo>
                  <a:lnTo>
                    <a:pt x="197" y="320"/>
                  </a:lnTo>
                  <a:lnTo>
                    <a:pt x="225" y="286"/>
                  </a:lnTo>
                  <a:lnTo>
                    <a:pt x="254" y="254"/>
                  </a:lnTo>
                  <a:lnTo>
                    <a:pt x="286" y="224"/>
                  </a:lnTo>
                  <a:lnTo>
                    <a:pt x="320" y="196"/>
                  </a:lnTo>
                  <a:lnTo>
                    <a:pt x="355" y="170"/>
                  </a:lnTo>
                  <a:lnTo>
                    <a:pt x="391" y="146"/>
                  </a:lnTo>
                  <a:lnTo>
                    <a:pt x="430" y="122"/>
                  </a:lnTo>
                  <a:lnTo>
                    <a:pt x="470" y="101"/>
                  </a:lnTo>
                  <a:lnTo>
                    <a:pt x="512" y="83"/>
                  </a:lnTo>
                  <a:lnTo>
                    <a:pt x="555" y="65"/>
                  </a:lnTo>
                  <a:lnTo>
                    <a:pt x="600" y="51"/>
                  </a:lnTo>
                  <a:lnTo>
                    <a:pt x="646" y="37"/>
                  </a:lnTo>
                  <a:lnTo>
                    <a:pt x="694" y="25"/>
                  </a:lnTo>
                  <a:lnTo>
                    <a:pt x="744" y="17"/>
                  </a:lnTo>
                  <a:lnTo>
                    <a:pt x="794" y="9"/>
                  </a:lnTo>
                  <a:lnTo>
                    <a:pt x="847" y="4"/>
                  </a:lnTo>
                  <a:lnTo>
                    <a:pt x="900" y="1"/>
                  </a:lnTo>
                  <a:lnTo>
                    <a:pt x="956" y="0"/>
                  </a:lnTo>
                  <a:lnTo>
                    <a:pt x="1011" y="1"/>
                  </a:lnTo>
                  <a:lnTo>
                    <a:pt x="1065" y="4"/>
                  </a:lnTo>
                  <a:lnTo>
                    <a:pt x="1118" y="9"/>
                  </a:lnTo>
                  <a:lnTo>
                    <a:pt x="1169" y="15"/>
                  </a:lnTo>
                  <a:lnTo>
                    <a:pt x="1218" y="24"/>
                  </a:lnTo>
                  <a:lnTo>
                    <a:pt x="1267" y="35"/>
                  </a:lnTo>
                  <a:lnTo>
                    <a:pt x="1313" y="47"/>
                  </a:lnTo>
                  <a:lnTo>
                    <a:pt x="1359" y="63"/>
                  </a:lnTo>
                  <a:lnTo>
                    <a:pt x="1402" y="78"/>
                  </a:lnTo>
                  <a:lnTo>
                    <a:pt x="1444" y="97"/>
                  </a:lnTo>
                  <a:lnTo>
                    <a:pt x="1485" y="117"/>
                  </a:lnTo>
                  <a:lnTo>
                    <a:pt x="1523" y="139"/>
                  </a:lnTo>
                  <a:lnTo>
                    <a:pt x="1560" y="163"/>
                  </a:lnTo>
                  <a:lnTo>
                    <a:pt x="1595" y="189"/>
                  </a:lnTo>
                  <a:lnTo>
                    <a:pt x="1629" y="216"/>
                  </a:lnTo>
                  <a:lnTo>
                    <a:pt x="1661" y="245"/>
                  </a:lnTo>
                  <a:lnTo>
                    <a:pt x="1691" y="276"/>
                  </a:lnTo>
                  <a:lnTo>
                    <a:pt x="1720" y="309"/>
                  </a:lnTo>
                  <a:lnTo>
                    <a:pt x="1746" y="343"/>
                  </a:lnTo>
                  <a:lnTo>
                    <a:pt x="1771" y="379"/>
                  </a:lnTo>
                  <a:lnTo>
                    <a:pt x="1794" y="417"/>
                  </a:lnTo>
                  <a:lnTo>
                    <a:pt x="1815" y="457"/>
                  </a:lnTo>
                  <a:lnTo>
                    <a:pt x="1835" y="497"/>
                  </a:lnTo>
                  <a:lnTo>
                    <a:pt x="1851" y="540"/>
                  </a:lnTo>
                  <a:lnTo>
                    <a:pt x="1867" y="584"/>
                  </a:lnTo>
                  <a:lnTo>
                    <a:pt x="1880" y="631"/>
                  </a:lnTo>
                  <a:lnTo>
                    <a:pt x="1892" y="678"/>
                  </a:lnTo>
                  <a:lnTo>
                    <a:pt x="1901" y="728"/>
                  </a:lnTo>
                  <a:lnTo>
                    <a:pt x="1909" y="779"/>
                  </a:lnTo>
                  <a:lnTo>
                    <a:pt x="1913" y="831"/>
                  </a:lnTo>
                  <a:lnTo>
                    <a:pt x="1916" y="886"/>
                  </a:lnTo>
                  <a:lnTo>
                    <a:pt x="1918" y="941"/>
                  </a:lnTo>
                  <a:lnTo>
                    <a:pt x="1918" y="981"/>
                  </a:lnTo>
                  <a:lnTo>
                    <a:pt x="1916" y="1020"/>
                  </a:lnTo>
                  <a:lnTo>
                    <a:pt x="1914" y="1059"/>
                  </a:lnTo>
                  <a:lnTo>
                    <a:pt x="1911" y="1096"/>
                  </a:lnTo>
                  <a:lnTo>
                    <a:pt x="1908" y="1133"/>
                  </a:lnTo>
                  <a:lnTo>
                    <a:pt x="1902" y="1168"/>
                  </a:lnTo>
                  <a:lnTo>
                    <a:pt x="1897" y="1202"/>
                  </a:lnTo>
                  <a:lnTo>
                    <a:pt x="1890" y="1236"/>
                  </a:lnTo>
                  <a:lnTo>
                    <a:pt x="1883" y="1268"/>
                  </a:lnTo>
                  <a:lnTo>
                    <a:pt x="1874" y="1300"/>
                  </a:lnTo>
                  <a:lnTo>
                    <a:pt x="1866" y="1331"/>
                  </a:lnTo>
                  <a:lnTo>
                    <a:pt x="1856" y="1361"/>
                  </a:lnTo>
                  <a:lnTo>
                    <a:pt x="1846" y="1391"/>
                  </a:lnTo>
                  <a:lnTo>
                    <a:pt x="1834" y="1418"/>
                  </a:lnTo>
                  <a:lnTo>
                    <a:pt x="1821" y="1446"/>
                  </a:lnTo>
                  <a:lnTo>
                    <a:pt x="1808" y="1472"/>
                  </a:lnTo>
                  <a:lnTo>
                    <a:pt x="1793" y="1502"/>
                  </a:lnTo>
                  <a:lnTo>
                    <a:pt x="1775" y="1530"/>
                  </a:lnTo>
                  <a:lnTo>
                    <a:pt x="1757" y="1557"/>
                  </a:lnTo>
                  <a:lnTo>
                    <a:pt x="1739" y="1582"/>
                  </a:lnTo>
                  <a:lnTo>
                    <a:pt x="1719" y="1607"/>
                  </a:lnTo>
                  <a:lnTo>
                    <a:pt x="1699" y="1631"/>
                  </a:lnTo>
                  <a:lnTo>
                    <a:pt x="1678" y="1653"/>
                  </a:lnTo>
                  <a:lnTo>
                    <a:pt x="1657" y="1675"/>
                  </a:lnTo>
                  <a:lnTo>
                    <a:pt x="1634" y="1695"/>
                  </a:lnTo>
                  <a:lnTo>
                    <a:pt x="1612" y="1715"/>
                  </a:lnTo>
                  <a:lnTo>
                    <a:pt x="1587" y="1734"/>
                  </a:lnTo>
                  <a:lnTo>
                    <a:pt x="1563" y="1751"/>
                  </a:lnTo>
                  <a:lnTo>
                    <a:pt x="1539" y="1767"/>
                  </a:lnTo>
                  <a:lnTo>
                    <a:pt x="1512" y="1782"/>
                  </a:lnTo>
                  <a:lnTo>
                    <a:pt x="1487" y="1798"/>
                  </a:lnTo>
                  <a:lnTo>
                    <a:pt x="1460" y="1811"/>
                  </a:lnTo>
                  <a:lnTo>
                    <a:pt x="1433" y="1823"/>
                  </a:lnTo>
                  <a:lnTo>
                    <a:pt x="1405" y="1835"/>
                  </a:lnTo>
                  <a:lnTo>
                    <a:pt x="1378" y="1846"/>
                  </a:lnTo>
                  <a:lnTo>
                    <a:pt x="1349" y="1856"/>
                  </a:lnTo>
                  <a:lnTo>
                    <a:pt x="1320" y="1865"/>
                  </a:lnTo>
                  <a:lnTo>
                    <a:pt x="1290" y="1873"/>
                  </a:lnTo>
                  <a:lnTo>
                    <a:pt x="1260" y="1880"/>
                  </a:lnTo>
                  <a:lnTo>
                    <a:pt x="1231" y="1887"/>
                  </a:lnTo>
                  <a:lnTo>
                    <a:pt x="1200" y="1892"/>
                  </a:lnTo>
                  <a:lnTo>
                    <a:pt x="1169" y="1897"/>
                  </a:lnTo>
                  <a:lnTo>
                    <a:pt x="1138" y="1901"/>
                  </a:lnTo>
                  <a:lnTo>
                    <a:pt x="1107" y="1904"/>
                  </a:lnTo>
                  <a:lnTo>
                    <a:pt x="1075" y="1907"/>
                  </a:lnTo>
                  <a:lnTo>
                    <a:pt x="1043" y="1909"/>
                  </a:lnTo>
                  <a:lnTo>
                    <a:pt x="1011" y="1910"/>
                  </a:lnTo>
                  <a:lnTo>
                    <a:pt x="979" y="1910"/>
                  </a:lnTo>
                  <a:lnTo>
                    <a:pt x="940" y="1910"/>
                  </a:lnTo>
                  <a:lnTo>
                    <a:pt x="903" y="1909"/>
                  </a:lnTo>
                  <a:lnTo>
                    <a:pt x="865" y="1907"/>
                  </a:lnTo>
                  <a:lnTo>
                    <a:pt x="830" y="1903"/>
                  </a:lnTo>
                  <a:lnTo>
                    <a:pt x="794" y="1900"/>
                  </a:lnTo>
                  <a:lnTo>
                    <a:pt x="759" y="1896"/>
                  </a:lnTo>
                  <a:lnTo>
                    <a:pt x="726" y="1891"/>
                  </a:lnTo>
                  <a:lnTo>
                    <a:pt x="693" y="1885"/>
                  </a:lnTo>
                  <a:lnTo>
                    <a:pt x="661" y="1879"/>
                  </a:lnTo>
                  <a:lnTo>
                    <a:pt x="630" y="1871"/>
                  </a:lnTo>
                  <a:lnTo>
                    <a:pt x="600" y="1863"/>
                  </a:lnTo>
                  <a:lnTo>
                    <a:pt x="570" y="1854"/>
                  </a:lnTo>
                  <a:lnTo>
                    <a:pt x="542" y="1845"/>
                  </a:lnTo>
                  <a:lnTo>
                    <a:pt x="514" y="1834"/>
                  </a:lnTo>
                  <a:lnTo>
                    <a:pt x="486" y="1823"/>
                  </a:lnTo>
                  <a:lnTo>
                    <a:pt x="461" y="1811"/>
                  </a:lnTo>
                  <a:lnTo>
                    <a:pt x="430" y="1795"/>
                  </a:lnTo>
                  <a:lnTo>
                    <a:pt x="401" y="1779"/>
                  </a:lnTo>
                  <a:lnTo>
                    <a:pt x="373" y="1761"/>
                  </a:lnTo>
                  <a:lnTo>
                    <a:pt x="346" y="1742"/>
                  </a:lnTo>
                  <a:lnTo>
                    <a:pt x="321" y="1723"/>
                  </a:lnTo>
                  <a:lnTo>
                    <a:pt x="295" y="1702"/>
                  </a:lnTo>
                  <a:lnTo>
                    <a:pt x="272" y="1681"/>
                  </a:lnTo>
                  <a:lnTo>
                    <a:pt x="250" y="1659"/>
                  </a:lnTo>
                  <a:lnTo>
                    <a:pt x="228" y="1635"/>
                  </a:lnTo>
                  <a:lnTo>
                    <a:pt x="208" y="1611"/>
                  </a:lnTo>
                  <a:lnTo>
                    <a:pt x="188" y="1587"/>
                  </a:lnTo>
                  <a:lnTo>
                    <a:pt x="170" y="1562"/>
                  </a:lnTo>
                  <a:lnTo>
                    <a:pt x="153" y="1535"/>
                  </a:lnTo>
                  <a:lnTo>
                    <a:pt x="136" y="1509"/>
                  </a:lnTo>
                  <a:lnTo>
                    <a:pt x="121" y="1482"/>
                  </a:lnTo>
                  <a:lnTo>
                    <a:pt x="106" y="1453"/>
                  </a:lnTo>
                  <a:lnTo>
                    <a:pt x="93" y="1426"/>
                  </a:lnTo>
                  <a:lnTo>
                    <a:pt x="81" y="1396"/>
                  </a:lnTo>
                  <a:lnTo>
                    <a:pt x="70" y="1367"/>
                  </a:lnTo>
                  <a:lnTo>
                    <a:pt x="59" y="1338"/>
                  </a:lnTo>
                  <a:lnTo>
                    <a:pt x="50" y="1307"/>
                  </a:lnTo>
                  <a:lnTo>
                    <a:pt x="41" y="1277"/>
                  </a:lnTo>
                  <a:lnTo>
                    <a:pt x="33" y="1245"/>
                  </a:lnTo>
                  <a:lnTo>
                    <a:pt x="26" y="1214"/>
                  </a:lnTo>
                  <a:lnTo>
                    <a:pt x="20" y="1182"/>
                  </a:lnTo>
                  <a:lnTo>
                    <a:pt x="15" y="1151"/>
                  </a:lnTo>
                  <a:lnTo>
                    <a:pt x="10" y="1118"/>
                  </a:lnTo>
                  <a:lnTo>
                    <a:pt x="7" y="1086"/>
                  </a:lnTo>
                  <a:lnTo>
                    <a:pt x="4" y="1054"/>
                  </a:lnTo>
                  <a:lnTo>
                    <a:pt x="3" y="1021"/>
                  </a:lnTo>
                  <a:lnTo>
                    <a:pt x="1" y="989"/>
                  </a:lnTo>
                  <a:lnTo>
                    <a:pt x="0" y="956"/>
                  </a:lnTo>
                  <a:close/>
                  <a:moveTo>
                    <a:pt x="572" y="958"/>
                  </a:moveTo>
                  <a:lnTo>
                    <a:pt x="574" y="1008"/>
                  </a:lnTo>
                  <a:lnTo>
                    <a:pt x="577" y="1056"/>
                  </a:lnTo>
                  <a:lnTo>
                    <a:pt x="579" y="1081"/>
                  </a:lnTo>
                  <a:lnTo>
                    <a:pt x="581" y="1105"/>
                  </a:lnTo>
                  <a:lnTo>
                    <a:pt x="586" y="1128"/>
                  </a:lnTo>
                  <a:lnTo>
                    <a:pt x="589" y="1151"/>
                  </a:lnTo>
                  <a:lnTo>
                    <a:pt x="595" y="1174"/>
                  </a:lnTo>
                  <a:lnTo>
                    <a:pt x="600" y="1197"/>
                  </a:lnTo>
                  <a:lnTo>
                    <a:pt x="606" y="1219"/>
                  </a:lnTo>
                  <a:lnTo>
                    <a:pt x="613" y="1240"/>
                  </a:lnTo>
                  <a:lnTo>
                    <a:pt x="621" y="1260"/>
                  </a:lnTo>
                  <a:lnTo>
                    <a:pt x="630" y="1281"/>
                  </a:lnTo>
                  <a:lnTo>
                    <a:pt x="639" y="1300"/>
                  </a:lnTo>
                  <a:lnTo>
                    <a:pt x="650" y="1319"/>
                  </a:lnTo>
                  <a:lnTo>
                    <a:pt x="661" y="1338"/>
                  </a:lnTo>
                  <a:lnTo>
                    <a:pt x="673" y="1354"/>
                  </a:lnTo>
                  <a:lnTo>
                    <a:pt x="686" y="1371"/>
                  </a:lnTo>
                  <a:lnTo>
                    <a:pt x="701" y="1386"/>
                  </a:lnTo>
                  <a:lnTo>
                    <a:pt x="716" y="1401"/>
                  </a:lnTo>
                  <a:lnTo>
                    <a:pt x="731" y="1414"/>
                  </a:lnTo>
                  <a:lnTo>
                    <a:pt x="749" y="1427"/>
                  </a:lnTo>
                  <a:lnTo>
                    <a:pt x="768" y="1438"/>
                  </a:lnTo>
                  <a:lnTo>
                    <a:pt x="788" y="1448"/>
                  </a:lnTo>
                  <a:lnTo>
                    <a:pt x="809" y="1457"/>
                  </a:lnTo>
                  <a:lnTo>
                    <a:pt x="831" y="1464"/>
                  </a:lnTo>
                  <a:lnTo>
                    <a:pt x="854" y="1471"/>
                  </a:lnTo>
                  <a:lnTo>
                    <a:pt x="878" y="1477"/>
                  </a:lnTo>
                  <a:lnTo>
                    <a:pt x="904" y="1480"/>
                  </a:lnTo>
                  <a:lnTo>
                    <a:pt x="931" y="1482"/>
                  </a:lnTo>
                  <a:lnTo>
                    <a:pt x="960" y="1483"/>
                  </a:lnTo>
                  <a:lnTo>
                    <a:pt x="990" y="1482"/>
                  </a:lnTo>
                  <a:lnTo>
                    <a:pt x="1019" y="1480"/>
                  </a:lnTo>
                  <a:lnTo>
                    <a:pt x="1046" y="1476"/>
                  </a:lnTo>
                  <a:lnTo>
                    <a:pt x="1072" y="1470"/>
                  </a:lnTo>
                  <a:lnTo>
                    <a:pt x="1096" y="1463"/>
                  </a:lnTo>
                  <a:lnTo>
                    <a:pt x="1119" y="1456"/>
                  </a:lnTo>
                  <a:lnTo>
                    <a:pt x="1140" y="1446"/>
                  </a:lnTo>
                  <a:lnTo>
                    <a:pt x="1160" y="1436"/>
                  </a:lnTo>
                  <a:lnTo>
                    <a:pt x="1179" y="1424"/>
                  </a:lnTo>
                  <a:lnTo>
                    <a:pt x="1196" y="1410"/>
                  </a:lnTo>
                  <a:lnTo>
                    <a:pt x="1213" y="1396"/>
                  </a:lnTo>
                  <a:lnTo>
                    <a:pt x="1227" y="1381"/>
                  </a:lnTo>
                  <a:lnTo>
                    <a:pt x="1242" y="1365"/>
                  </a:lnTo>
                  <a:lnTo>
                    <a:pt x="1255" y="1348"/>
                  </a:lnTo>
                  <a:lnTo>
                    <a:pt x="1267" y="1330"/>
                  </a:lnTo>
                  <a:lnTo>
                    <a:pt x="1277" y="1310"/>
                  </a:lnTo>
                  <a:lnTo>
                    <a:pt x="1287" y="1291"/>
                  </a:lnTo>
                  <a:lnTo>
                    <a:pt x="1296" y="1270"/>
                  </a:lnTo>
                  <a:lnTo>
                    <a:pt x="1305" y="1249"/>
                  </a:lnTo>
                  <a:lnTo>
                    <a:pt x="1311" y="1227"/>
                  </a:lnTo>
                  <a:lnTo>
                    <a:pt x="1318" y="1205"/>
                  </a:lnTo>
                  <a:lnTo>
                    <a:pt x="1323" y="1182"/>
                  </a:lnTo>
                  <a:lnTo>
                    <a:pt x="1328" y="1158"/>
                  </a:lnTo>
                  <a:lnTo>
                    <a:pt x="1332" y="1135"/>
                  </a:lnTo>
                  <a:lnTo>
                    <a:pt x="1336" y="1110"/>
                  </a:lnTo>
                  <a:lnTo>
                    <a:pt x="1339" y="1085"/>
                  </a:lnTo>
                  <a:lnTo>
                    <a:pt x="1341" y="1061"/>
                  </a:lnTo>
                  <a:lnTo>
                    <a:pt x="1343" y="1036"/>
                  </a:lnTo>
                  <a:lnTo>
                    <a:pt x="1345" y="985"/>
                  </a:lnTo>
                  <a:lnTo>
                    <a:pt x="1347" y="934"/>
                  </a:lnTo>
                  <a:lnTo>
                    <a:pt x="1345" y="909"/>
                  </a:lnTo>
                  <a:lnTo>
                    <a:pt x="1345" y="884"/>
                  </a:lnTo>
                  <a:lnTo>
                    <a:pt x="1343" y="861"/>
                  </a:lnTo>
                  <a:lnTo>
                    <a:pt x="1342" y="837"/>
                  </a:lnTo>
                  <a:lnTo>
                    <a:pt x="1339" y="814"/>
                  </a:lnTo>
                  <a:lnTo>
                    <a:pt x="1336" y="790"/>
                  </a:lnTo>
                  <a:lnTo>
                    <a:pt x="1332" y="768"/>
                  </a:lnTo>
                  <a:lnTo>
                    <a:pt x="1328" y="744"/>
                  </a:lnTo>
                  <a:lnTo>
                    <a:pt x="1322" y="722"/>
                  </a:lnTo>
                  <a:lnTo>
                    <a:pt x="1316" y="701"/>
                  </a:lnTo>
                  <a:lnTo>
                    <a:pt x="1309" y="680"/>
                  </a:lnTo>
                  <a:lnTo>
                    <a:pt x="1301" y="659"/>
                  </a:lnTo>
                  <a:lnTo>
                    <a:pt x="1294" y="640"/>
                  </a:lnTo>
                  <a:lnTo>
                    <a:pt x="1284" y="621"/>
                  </a:lnTo>
                  <a:lnTo>
                    <a:pt x="1274" y="602"/>
                  </a:lnTo>
                  <a:lnTo>
                    <a:pt x="1264" y="584"/>
                  </a:lnTo>
                  <a:lnTo>
                    <a:pt x="1252" y="568"/>
                  </a:lnTo>
                  <a:lnTo>
                    <a:pt x="1238" y="551"/>
                  </a:lnTo>
                  <a:lnTo>
                    <a:pt x="1225" y="536"/>
                  </a:lnTo>
                  <a:lnTo>
                    <a:pt x="1211" y="522"/>
                  </a:lnTo>
                  <a:lnTo>
                    <a:pt x="1195" y="508"/>
                  </a:lnTo>
                  <a:lnTo>
                    <a:pt x="1179" y="496"/>
                  </a:lnTo>
                  <a:lnTo>
                    <a:pt x="1161" y="484"/>
                  </a:lnTo>
                  <a:lnTo>
                    <a:pt x="1142" y="474"/>
                  </a:lnTo>
                  <a:lnTo>
                    <a:pt x="1124" y="464"/>
                  </a:lnTo>
                  <a:lnTo>
                    <a:pt x="1103" y="457"/>
                  </a:lnTo>
                  <a:lnTo>
                    <a:pt x="1080" y="449"/>
                  </a:lnTo>
                  <a:lnTo>
                    <a:pt x="1058" y="443"/>
                  </a:lnTo>
                  <a:lnTo>
                    <a:pt x="1034" y="439"/>
                  </a:lnTo>
                  <a:lnTo>
                    <a:pt x="1009" y="434"/>
                  </a:lnTo>
                  <a:lnTo>
                    <a:pt x="982" y="433"/>
                  </a:lnTo>
                  <a:lnTo>
                    <a:pt x="955" y="432"/>
                  </a:lnTo>
                  <a:lnTo>
                    <a:pt x="927" y="433"/>
                  </a:lnTo>
                  <a:lnTo>
                    <a:pt x="899" y="436"/>
                  </a:lnTo>
                  <a:lnTo>
                    <a:pt x="874" y="439"/>
                  </a:lnTo>
                  <a:lnTo>
                    <a:pt x="850" y="444"/>
                  </a:lnTo>
                  <a:lnTo>
                    <a:pt x="826" y="451"/>
                  </a:lnTo>
                  <a:lnTo>
                    <a:pt x="805" y="459"/>
                  </a:lnTo>
                  <a:lnTo>
                    <a:pt x="784" y="468"/>
                  </a:lnTo>
                  <a:lnTo>
                    <a:pt x="765" y="479"/>
                  </a:lnTo>
                  <a:lnTo>
                    <a:pt x="747" y="490"/>
                  </a:lnTo>
                  <a:lnTo>
                    <a:pt x="729" y="503"/>
                  </a:lnTo>
                  <a:lnTo>
                    <a:pt x="714" y="516"/>
                  </a:lnTo>
                  <a:lnTo>
                    <a:pt x="698" y="532"/>
                  </a:lnTo>
                  <a:lnTo>
                    <a:pt x="684" y="547"/>
                  </a:lnTo>
                  <a:lnTo>
                    <a:pt x="672" y="564"/>
                  </a:lnTo>
                  <a:lnTo>
                    <a:pt x="660" y="581"/>
                  </a:lnTo>
                  <a:lnTo>
                    <a:pt x="649" y="599"/>
                  </a:lnTo>
                  <a:lnTo>
                    <a:pt x="638" y="619"/>
                  </a:lnTo>
                  <a:lnTo>
                    <a:pt x="629" y="637"/>
                  </a:lnTo>
                  <a:lnTo>
                    <a:pt x="620" y="658"/>
                  </a:lnTo>
                  <a:lnTo>
                    <a:pt x="612" y="679"/>
                  </a:lnTo>
                  <a:lnTo>
                    <a:pt x="606" y="700"/>
                  </a:lnTo>
                  <a:lnTo>
                    <a:pt x="599" y="722"/>
                  </a:lnTo>
                  <a:lnTo>
                    <a:pt x="593" y="745"/>
                  </a:lnTo>
                  <a:lnTo>
                    <a:pt x="589" y="768"/>
                  </a:lnTo>
                  <a:lnTo>
                    <a:pt x="585" y="792"/>
                  </a:lnTo>
                  <a:lnTo>
                    <a:pt x="581" y="815"/>
                  </a:lnTo>
                  <a:lnTo>
                    <a:pt x="579" y="838"/>
                  </a:lnTo>
                  <a:lnTo>
                    <a:pt x="577" y="862"/>
                  </a:lnTo>
                  <a:lnTo>
                    <a:pt x="574" y="911"/>
                  </a:lnTo>
                  <a:lnTo>
                    <a:pt x="572" y="9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en-US" sz="900">
                <a:solidFill>
                  <a:schemeClr val="bg1"/>
                </a:solidFill>
              </a:endParaRPr>
            </a:p>
          </p:txBody>
        </p:sp>
      </p:grpSp>
      <p:grpSp>
        <p:nvGrpSpPr>
          <p:cNvPr id="14" name="组合 13"/>
          <p:cNvGrpSpPr/>
          <p:nvPr userDrawn="1"/>
        </p:nvGrpSpPr>
        <p:grpSpPr>
          <a:xfrm rot="10800000">
            <a:off x="11807681" y="4259214"/>
            <a:ext cx="253916" cy="1567687"/>
            <a:chOff x="278586" y="1234440"/>
            <a:chExt cx="253916" cy="1567687"/>
          </a:xfrm>
        </p:grpSpPr>
        <p:sp>
          <p:nvSpPr>
            <p:cNvPr id="15" name="文本框 14"/>
            <p:cNvSpPr txBox="1"/>
            <p:nvPr userDrawn="1"/>
          </p:nvSpPr>
          <p:spPr>
            <a:xfrm rot="16200000">
              <a:off x="-39450" y="1867967"/>
              <a:ext cx="88998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50" dirty="0">
                  <a:solidFill>
                    <a:schemeClr val="tx2"/>
                  </a:solidFill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rPr>
                <a:t>zvalley.com</a:t>
              </a:r>
              <a:endParaRPr lang="zh-CN" altLang="en-US" sz="1050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  <p:cxnSp>
          <p:nvCxnSpPr>
            <p:cNvPr id="16" name="直接连接符 15"/>
            <p:cNvCxnSpPr/>
            <p:nvPr userDrawn="1"/>
          </p:nvCxnSpPr>
          <p:spPr>
            <a:xfrm>
              <a:off x="405543" y="123444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 userDrawn="1"/>
          </p:nvCxnSpPr>
          <p:spPr>
            <a:xfrm>
              <a:off x="405543" y="246126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586" y="-101600"/>
            <a:ext cx="12230100" cy="6981030"/>
          </a:xfrm>
          <a:prstGeom prst="rect">
            <a:avLst/>
          </a:prstGeom>
        </p:spPr>
      </p:pic>
      <p:pic>
        <p:nvPicPr>
          <p:cNvPr id="3" name="图片 2" descr="图片包含 室内, 工厂, 建筑物&#10;&#10;已生成极高可信度的说明"/>
          <p:cNvPicPr>
            <a:picLocks noChangeAspect="1"/>
          </p:cNvPicPr>
          <p:nvPr userDrawn="1"/>
        </p:nvPicPr>
        <p:blipFill rotWithShape="1">
          <a:blip r:embed="rId3" cstate="print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93" b="10206"/>
          <a:stretch>
            <a:fillRect/>
          </a:stretch>
        </p:blipFill>
        <p:spPr>
          <a:xfrm>
            <a:off x="-23586" y="-101600"/>
            <a:ext cx="12192000" cy="6858000"/>
          </a:xfrm>
          <a:prstGeom prst="rect">
            <a:avLst/>
          </a:prstGeom>
        </p:spPr>
      </p:pic>
      <p:grpSp>
        <p:nvGrpSpPr>
          <p:cNvPr id="17" name="组合 16"/>
          <p:cNvGrpSpPr/>
          <p:nvPr userDrawn="1"/>
        </p:nvGrpSpPr>
        <p:grpSpPr>
          <a:xfrm>
            <a:off x="0" y="172255"/>
            <a:ext cx="847493" cy="219554"/>
            <a:chOff x="844550" y="5881709"/>
            <a:chExt cx="1443461" cy="373947"/>
          </a:xfrm>
        </p:grpSpPr>
        <p:sp>
          <p:nvSpPr>
            <p:cNvPr id="18" name="任意多边形: 形状 2"/>
            <p:cNvSpPr/>
            <p:nvPr/>
          </p:nvSpPr>
          <p:spPr>
            <a:xfrm>
              <a:off x="844550" y="5881709"/>
              <a:ext cx="1443461" cy="373947"/>
            </a:xfrm>
            <a:custGeom>
              <a:avLst/>
              <a:gdLst>
                <a:gd name="connsiteX0" fmla="*/ 0 w 1443461"/>
                <a:gd name="connsiteY0" fmla="*/ 0 h 373947"/>
                <a:gd name="connsiteX1" fmla="*/ 213076 w 1443461"/>
                <a:gd name="connsiteY1" fmla="*/ 0 h 373947"/>
                <a:gd name="connsiteX2" fmla="*/ 223612 w 1443461"/>
                <a:gd name="connsiteY2" fmla="*/ 0 h 373947"/>
                <a:gd name="connsiteX3" fmla="*/ 1281239 w 1443461"/>
                <a:gd name="connsiteY3" fmla="*/ 0 h 373947"/>
                <a:gd name="connsiteX4" fmla="*/ 1443461 w 1443461"/>
                <a:gd name="connsiteY4" fmla="*/ 373947 h 373947"/>
                <a:gd name="connsiteX5" fmla="*/ 385835 w 1443461"/>
                <a:gd name="connsiteY5" fmla="*/ 373947 h 373947"/>
                <a:gd name="connsiteX6" fmla="*/ 213076 w 1443461"/>
                <a:gd name="connsiteY6" fmla="*/ 373947 h 373947"/>
                <a:gd name="connsiteX7" fmla="*/ 0 w 1443461"/>
                <a:gd name="connsiteY7" fmla="*/ 373947 h 373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43461" h="373947">
                  <a:moveTo>
                    <a:pt x="0" y="0"/>
                  </a:moveTo>
                  <a:lnTo>
                    <a:pt x="213076" y="0"/>
                  </a:lnTo>
                  <a:lnTo>
                    <a:pt x="223612" y="0"/>
                  </a:lnTo>
                  <a:lnTo>
                    <a:pt x="1281239" y="0"/>
                  </a:lnTo>
                  <a:lnTo>
                    <a:pt x="1443461" y="373947"/>
                  </a:lnTo>
                  <a:lnTo>
                    <a:pt x="385835" y="373947"/>
                  </a:lnTo>
                  <a:lnTo>
                    <a:pt x="213076" y="373947"/>
                  </a:lnTo>
                  <a:lnTo>
                    <a:pt x="0" y="373947"/>
                  </a:ln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965200" y="6003203"/>
              <a:ext cx="1066799" cy="137489"/>
              <a:chOff x="9773511" y="822770"/>
              <a:chExt cx="2352675" cy="303212"/>
            </a:xfrm>
            <a:solidFill>
              <a:schemeClr val="tx1">
                <a:lumMod val="85000"/>
                <a:lumOff val="15000"/>
              </a:schemeClr>
            </a:solidFill>
          </p:grpSpPr>
          <p:sp>
            <p:nvSpPr>
              <p:cNvPr id="20" name="Rectangle 6"/>
              <p:cNvSpPr>
                <a:spLocks noChangeArrowheads="1"/>
              </p:cNvSpPr>
              <p:nvPr/>
            </p:nvSpPr>
            <p:spPr bwMode="auto">
              <a:xfrm>
                <a:off x="11391174" y="827532"/>
                <a:ext cx="90487" cy="293687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1" name="Freeform 7"/>
              <p:cNvSpPr/>
              <p:nvPr/>
            </p:nvSpPr>
            <p:spPr bwMode="auto">
              <a:xfrm>
                <a:off x="11124474" y="827532"/>
                <a:ext cx="231775" cy="293687"/>
              </a:xfrm>
              <a:custGeom>
                <a:avLst/>
                <a:gdLst>
                  <a:gd name="T0" fmla="*/ 0 w 1465"/>
                  <a:gd name="T1" fmla="*/ 0 h 1848"/>
                  <a:gd name="T2" fmla="*/ 572 w 1465"/>
                  <a:gd name="T3" fmla="*/ 0 h 1848"/>
                  <a:gd name="T4" fmla="*/ 572 w 1465"/>
                  <a:gd name="T5" fmla="*/ 1393 h 1848"/>
                  <a:gd name="T6" fmla="*/ 1465 w 1465"/>
                  <a:gd name="T7" fmla="*/ 1393 h 1848"/>
                  <a:gd name="T8" fmla="*/ 1465 w 1465"/>
                  <a:gd name="T9" fmla="*/ 1848 h 1848"/>
                  <a:gd name="T10" fmla="*/ 0 w 1465"/>
                  <a:gd name="T11" fmla="*/ 1848 h 1848"/>
                  <a:gd name="T12" fmla="*/ 0 w 1465"/>
                  <a:gd name="T13" fmla="*/ 0 h 1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65" h="1848">
                    <a:moveTo>
                      <a:pt x="0" y="0"/>
                    </a:moveTo>
                    <a:lnTo>
                      <a:pt x="572" y="0"/>
                    </a:lnTo>
                    <a:lnTo>
                      <a:pt x="572" y="1393"/>
                    </a:lnTo>
                    <a:lnTo>
                      <a:pt x="1465" y="1393"/>
                    </a:lnTo>
                    <a:lnTo>
                      <a:pt x="1465" y="1848"/>
                    </a:lnTo>
                    <a:lnTo>
                      <a:pt x="0" y="1848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2" name="Freeform 8"/>
              <p:cNvSpPr/>
              <p:nvPr/>
            </p:nvSpPr>
            <p:spPr bwMode="auto">
              <a:xfrm>
                <a:off x="10748236" y="827532"/>
                <a:ext cx="330200" cy="293687"/>
              </a:xfrm>
              <a:custGeom>
                <a:avLst/>
                <a:gdLst>
                  <a:gd name="T0" fmla="*/ 0 w 2081"/>
                  <a:gd name="T1" fmla="*/ 0 h 1848"/>
                  <a:gd name="T2" fmla="*/ 752 w 2081"/>
                  <a:gd name="T3" fmla="*/ 0 h 1848"/>
                  <a:gd name="T4" fmla="*/ 1043 w 2081"/>
                  <a:gd name="T5" fmla="*/ 1125 h 1848"/>
                  <a:gd name="T6" fmla="*/ 1332 w 2081"/>
                  <a:gd name="T7" fmla="*/ 0 h 1848"/>
                  <a:gd name="T8" fmla="*/ 2081 w 2081"/>
                  <a:gd name="T9" fmla="*/ 0 h 1848"/>
                  <a:gd name="T10" fmla="*/ 2081 w 2081"/>
                  <a:gd name="T11" fmla="*/ 1848 h 1848"/>
                  <a:gd name="T12" fmla="*/ 1615 w 2081"/>
                  <a:gd name="T13" fmla="*/ 1848 h 1848"/>
                  <a:gd name="T14" fmla="*/ 1615 w 2081"/>
                  <a:gd name="T15" fmla="*/ 439 h 1848"/>
                  <a:gd name="T16" fmla="*/ 1253 w 2081"/>
                  <a:gd name="T17" fmla="*/ 1848 h 1848"/>
                  <a:gd name="T18" fmla="*/ 830 w 2081"/>
                  <a:gd name="T19" fmla="*/ 1848 h 1848"/>
                  <a:gd name="T20" fmla="*/ 469 w 2081"/>
                  <a:gd name="T21" fmla="*/ 439 h 1848"/>
                  <a:gd name="T22" fmla="*/ 469 w 2081"/>
                  <a:gd name="T23" fmla="*/ 1848 h 1848"/>
                  <a:gd name="T24" fmla="*/ 0 w 2081"/>
                  <a:gd name="T25" fmla="*/ 1848 h 1848"/>
                  <a:gd name="T26" fmla="*/ 0 w 2081"/>
                  <a:gd name="T27" fmla="*/ 0 h 1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081" h="1848">
                    <a:moveTo>
                      <a:pt x="0" y="0"/>
                    </a:moveTo>
                    <a:lnTo>
                      <a:pt x="752" y="0"/>
                    </a:lnTo>
                    <a:lnTo>
                      <a:pt x="1043" y="1125"/>
                    </a:lnTo>
                    <a:lnTo>
                      <a:pt x="1332" y="0"/>
                    </a:lnTo>
                    <a:lnTo>
                      <a:pt x="2081" y="0"/>
                    </a:lnTo>
                    <a:lnTo>
                      <a:pt x="2081" y="1848"/>
                    </a:lnTo>
                    <a:lnTo>
                      <a:pt x="1615" y="1848"/>
                    </a:lnTo>
                    <a:lnTo>
                      <a:pt x="1615" y="439"/>
                    </a:lnTo>
                    <a:lnTo>
                      <a:pt x="1253" y="1848"/>
                    </a:lnTo>
                    <a:lnTo>
                      <a:pt x="830" y="1848"/>
                    </a:lnTo>
                    <a:lnTo>
                      <a:pt x="469" y="439"/>
                    </a:lnTo>
                    <a:lnTo>
                      <a:pt x="469" y="1848"/>
                    </a:lnTo>
                    <a:lnTo>
                      <a:pt x="0" y="1848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3" name="Freeform 9"/>
              <p:cNvSpPr/>
              <p:nvPr/>
            </p:nvSpPr>
            <p:spPr bwMode="auto">
              <a:xfrm>
                <a:off x="11845199" y="827532"/>
                <a:ext cx="280987" cy="293687"/>
              </a:xfrm>
              <a:custGeom>
                <a:avLst/>
                <a:gdLst>
                  <a:gd name="T0" fmla="*/ 0 w 1773"/>
                  <a:gd name="T1" fmla="*/ 0 h 1846"/>
                  <a:gd name="T2" fmla="*/ 541 w 1773"/>
                  <a:gd name="T3" fmla="*/ 0 h 1846"/>
                  <a:gd name="T4" fmla="*/ 1233 w 1773"/>
                  <a:gd name="T5" fmla="*/ 995 h 1846"/>
                  <a:gd name="T6" fmla="*/ 1233 w 1773"/>
                  <a:gd name="T7" fmla="*/ 0 h 1846"/>
                  <a:gd name="T8" fmla="*/ 1773 w 1773"/>
                  <a:gd name="T9" fmla="*/ 0 h 1846"/>
                  <a:gd name="T10" fmla="*/ 1773 w 1773"/>
                  <a:gd name="T11" fmla="*/ 1846 h 1846"/>
                  <a:gd name="T12" fmla="*/ 1233 w 1773"/>
                  <a:gd name="T13" fmla="*/ 1846 h 1846"/>
                  <a:gd name="T14" fmla="*/ 1233 w 1773"/>
                  <a:gd name="T15" fmla="*/ 1845 h 1846"/>
                  <a:gd name="T16" fmla="*/ 541 w 1773"/>
                  <a:gd name="T17" fmla="*/ 850 h 1846"/>
                  <a:gd name="T18" fmla="*/ 541 w 1773"/>
                  <a:gd name="T19" fmla="*/ 1846 h 1846"/>
                  <a:gd name="T20" fmla="*/ 0 w 1773"/>
                  <a:gd name="T21" fmla="*/ 1846 h 1846"/>
                  <a:gd name="T22" fmla="*/ 0 w 1773"/>
                  <a:gd name="T23" fmla="*/ 0 h 18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773" h="1846">
                    <a:moveTo>
                      <a:pt x="0" y="0"/>
                    </a:moveTo>
                    <a:lnTo>
                      <a:pt x="541" y="0"/>
                    </a:lnTo>
                    <a:lnTo>
                      <a:pt x="1233" y="995"/>
                    </a:lnTo>
                    <a:lnTo>
                      <a:pt x="1233" y="0"/>
                    </a:lnTo>
                    <a:lnTo>
                      <a:pt x="1773" y="0"/>
                    </a:lnTo>
                    <a:lnTo>
                      <a:pt x="1773" y="1846"/>
                    </a:lnTo>
                    <a:lnTo>
                      <a:pt x="1233" y="1846"/>
                    </a:lnTo>
                    <a:lnTo>
                      <a:pt x="1233" y="1845"/>
                    </a:lnTo>
                    <a:lnTo>
                      <a:pt x="541" y="850"/>
                    </a:lnTo>
                    <a:lnTo>
                      <a:pt x="541" y="1846"/>
                    </a:lnTo>
                    <a:lnTo>
                      <a:pt x="0" y="1846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4" name="Freeform 10"/>
              <p:cNvSpPr/>
              <p:nvPr/>
            </p:nvSpPr>
            <p:spPr bwMode="auto">
              <a:xfrm>
                <a:off x="9773511" y="829120"/>
                <a:ext cx="277812" cy="290512"/>
              </a:xfrm>
              <a:custGeom>
                <a:avLst/>
                <a:gdLst>
                  <a:gd name="T0" fmla="*/ 0 w 1755"/>
                  <a:gd name="T1" fmla="*/ 0 h 1840"/>
                  <a:gd name="T2" fmla="*/ 1755 w 1755"/>
                  <a:gd name="T3" fmla="*/ 0 h 1840"/>
                  <a:gd name="T4" fmla="*/ 1755 w 1755"/>
                  <a:gd name="T5" fmla="*/ 380 h 1840"/>
                  <a:gd name="T6" fmla="*/ 1755 w 1755"/>
                  <a:gd name="T7" fmla="*/ 380 h 1840"/>
                  <a:gd name="T8" fmla="*/ 1755 w 1755"/>
                  <a:gd name="T9" fmla="*/ 380 h 1840"/>
                  <a:gd name="T10" fmla="*/ 1755 w 1755"/>
                  <a:gd name="T11" fmla="*/ 380 h 1840"/>
                  <a:gd name="T12" fmla="*/ 1755 w 1755"/>
                  <a:gd name="T13" fmla="*/ 380 h 1840"/>
                  <a:gd name="T14" fmla="*/ 686 w 1755"/>
                  <a:gd name="T15" fmla="*/ 1460 h 1840"/>
                  <a:gd name="T16" fmla="*/ 1755 w 1755"/>
                  <a:gd name="T17" fmla="*/ 1460 h 1840"/>
                  <a:gd name="T18" fmla="*/ 1755 w 1755"/>
                  <a:gd name="T19" fmla="*/ 1840 h 1840"/>
                  <a:gd name="T20" fmla="*/ 0 w 1755"/>
                  <a:gd name="T21" fmla="*/ 1840 h 1840"/>
                  <a:gd name="T22" fmla="*/ 0 w 1755"/>
                  <a:gd name="T23" fmla="*/ 1464 h 1840"/>
                  <a:gd name="T24" fmla="*/ 1067 w 1755"/>
                  <a:gd name="T25" fmla="*/ 380 h 1840"/>
                  <a:gd name="T26" fmla="*/ 0 w 1755"/>
                  <a:gd name="T27" fmla="*/ 380 h 1840"/>
                  <a:gd name="T28" fmla="*/ 0 w 1755"/>
                  <a:gd name="T29" fmla="*/ 0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55" h="1840">
                    <a:moveTo>
                      <a:pt x="0" y="0"/>
                    </a:moveTo>
                    <a:lnTo>
                      <a:pt x="1755" y="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686" y="1460"/>
                    </a:lnTo>
                    <a:lnTo>
                      <a:pt x="1755" y="1460"/>
                    </a:lnTo>
                    <a:lnTo>
                      <a:pt x="1755" y="1840"/>
                    </a:lnTo>
                    <a:lnTo>
                      <a:pt x="0" y="1840"/>
                    </a:lnTo>
                    <a:lnTo>
                      <a:pt x="0" y="1464"/>
                    </a:lnTo>
                    <a:lnTo>
                      <a:pt x="1067" y="380"/>
                    </a:lnTo>
                    <a:lnTo>
                      <a:pt x="0" y="38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5" name="Freeform 11"/>
              <p:cNvSpPr>
                <a:spLocks noEditPoints="1"/>
              </p:cNvSpPr>
              <p:nvPr/>
            </p:nvSpPr>
            <p:spPr bwMode="auto">
              <a:xfrm>
                <a:off x="11510236" y="822770"/>
                <a:ext cx="304800" cy="303212"/>
              </a:xfrm>
              <a:custGeom>
                <a:avLst/>
                <a:gdLst>
                  <a:gd name="T0" fmla="*/ 10 w 1917"/>
                  <a:gd name="T1" fmla="*/ 794 h 1910"/>
                  <a:gd name="T2" fmla="*/ 51 w 1917"/>
                  <a:gd name="T3" fmla="*/ 600 h 1910"/>
                  <a:gd name="T4" fmla="*/ 122 w 1917"/>
                  <a:gd name="T5" fmla="*/ 430 h 1910"/>
                  <a:gd name="T6" fmla="*/ 224 w 1917"/>
                  <a:gd name="T7" fmla="*/ 286 h 1910"/>
                  <a:gd name="T8" fmla="*/ 354 w 1917"/>
                  <a:gd name="T9" fmla="*/ 170 h 1910"/>
                  <a:gd name="T10" fmla="*/ 511 w 1917"/>
                  <a:gd name="T11" fmla="*/ 83 h 1910"/>
                  <a:gd name="T12" fmla="*/ 693 w 1917"/>
                  <a:gd name="T13" fmla="*/ 25 h 1910"/>
                  <a:gd name="T14" fmla="*/ 900 w 1917"/>
                  <a:gd name="T15" fmla="*/ 1 h 1910"/>
                  <a:gd name="T16" fmla="*/ 1117 w 1917"/>
                  <a:gd name="T17" fmla="*/ 9 h 1910"/>
                  <a:gd name="T18" fmla="*/ 1313 w 1917"/>
                  <a:gd name="T19" fmla="*/ 47 h 1910"/>
                  <a:gd name="T20" fmla="*/ 1484 w 1917"/>
                  <a:gd name="T21" fmla="*/ 117 h 1910"/>
                  <a:gd name="T22" fmla="*/ 1629 w 1917"/>
                  <a:gd name="T23" fmla="*/ 216 h 1910"/>
                  <a:gd name="T24" fmla="*/ 1746 w 1917"/>
                  <a:gd name="T25" fmla="*/ 343 h 1910"/>
                  <a:gd name="T26" fmla="*/ 1834 w 1917"/>
                  <a:gd name="T27" fmla="*/ 497 h 1910"/>
                  <a:gd name="T28" fmla="*/ 1892 w 1917"/>
                  <a:gd name="T29" fmla="*/ 678 h 1910"/>
                  <a:gd name="T30" fmla="*/ 1916 w 1917"/>
                  <a:gd name="T31" fmla="*/ 886 h 1910"/>
                  <a:gd name="T32" fmla="*/ 1909 w 1917"/>
                  <a:gd name="T33" fmla="*/ 1104 h 1910"/>
                  <a:gd name="T34" fmla="*/ 1871 w 1917"/>
                  <a:gd name="T35" fmla="*/ 1300 h 1910"/>
                  <a:gd name="T36" fmla="*/ 1803 w 1917"/>
                  <a:gd name="T37" fmla="*/ 1472 h 1910"/>
                  <a:gd name="T38" fmla="*/ 1706 w 1917"/>
                  <a:gd name="T39" fmla="*/ 1618 h 1910"/>
                  <a:gd name="T40" fmla="*/ 1581 w 1917"/>
                  <a:gd name="T41" fmla="*/ 1737 h 1910"/>
                  <a:gd name="T42" fmla="*/ 1427 w 1917"/>
                  <a:gd name="T43" fmla="*/ 1825 h 1910"/>
                  <a:gd name="T44" fmla="*/ 1244 w 1917"/>
                  <a:gd name="T45" fmla="*/ 1884 h 1910"/>
                  <a:gd name="T46" fmla="*/ 1035 w 1917"/>
                  <a:gd name="T47" fmla="*/ 1909 h 1910"/>
                  <a:gd name="T48" fmla="*/ 818 w 1917"/>
                  <a:gd name="T49" fmla="*/ 1901 h 1910"/>
                  <a:gd name="T50" fmla="*/ 622 w 1917"/>
                  <a:gd name="T51" fmla="*/ 1864 h 1910"/>
                  <a:gd name="T52" fmla="*/ 448 w 1917"/>
                  <a:gd name="T53" fmla="*/ 1796 h 1910"/>
                  <a:gd name="T54" fmla="*/ 300 w 1917"/>
                  <a:gd name="T55" fmla="*/ 1699 h 1910"/>
                  <a:gd name="T56" fmla="*/ 180 w 1917"/>
                  <a:gd name="T57" fmla="*/ 1573 h 1910"/>
                  <a:gd name="T58" fmla="*/ 88 w 1917"/>
                  <a:gd name="T59" fmla="*/ 1416 h 1910"/>
                  <a:gd name="T60" fmla="*/ 28 w 1917"/>
                  <a:gd name="T61" fmla="*/ 1231 h 1910"/>
                  <a:gd name="T62" fmla="*/ 1 w 1917"/>
                  <a:gd name="T63" fmla="*/ 1015 h 1910"/>
                  <a:gd name="T64" fmla="*/ 576 w 1917"/>
                  <a:gd name="T65" fmla="*/ 1056 h 1910"/>
                  <a:gd name="T66" fmla="*/ 588 w 1917"/>
                  <a:gd name="T67" fmla="*/ 1151 h 1910"/>
                  <a:gd name="T68" fmla="*/ 613 w 1917"/>
                  <a:gd name="T69" fmla="*/ 1240 h 1910"/>
                  <a:gd name="T70" fmla="*/ 649 w 1917"/>
                  <a:gd name="T71" fmla="*/ 1319 h 1910"/>
                  <a:gd name="T72" fmla="*/ 700 w 1917"/>
                  <a:gd name="T73" fmla="*/ 1386 h 1910"/>
                  <a:gd name="T74" fmla="*/ 767 w 1917"/>
                  <a:gd name="T75" fmla="*/ 1438 h 1910"/>
                  <a:gd name="T76" fmla="*/ 853 w 1917"/>
                  <a:gd name="T77" fmla="*/ 1471 h 1910"/>
                  <a:gd name="T78" fmla="*/ 959 w 1917"/>
                  <a:gd name="T79" fmla="*/ 1483 h 1910"/>
                  <a:gd name="T80" fmla="*/ 1071 w 1917"/>
                  <a:gd name="T81" fmla="*/ 1470 h 1910"/>
                  <a:gd name="T82" fmla="*/ 1159 w 1917"/>
                  <a:gd name="T83" fmla="*/ 1436 h 1910"/>
                  <a:gd name="T84" fmla="*/ 1228 w 1917"/>
                  <a:gd name="T85" fmla="*/ 1381 h 1910"/>
                  <a:gd name="T86" fmla="*/ 1278 w 1917"/>
                  <a:gd name="T87" fmla="*/ 1310 h 1910"/>
                  <a:gd name="T88" fmla="*/ 1311 w 1917"/>
                  <a:gd name="T89" fmla="*/ 1227 h 1910"/>
                  <a:gd name="T90" fmla="*/ 1332 w 1917"/>
                  <a:gd name="T91" fmla="*/ 1135 h 1910"/>
                  <a:gd name="T92" fmla="*/ 1343 w 1917"/>
                  <a:gd name="T93" fmla="*/ 1036 h 1910"/>
                  <a:gd name="T94" fmla="*/ 1345 w 1917"/>
                  <a:gd name="T95" fmla="*/ 884 h 1910"/>
                  <a:gd name="T96" fmla="*/ 1335 w 1917"/>
                  <a:gd name="T97" fmla="*/ 790 h 1910"/>
                  <a:gd name="T98" fmla="*/ 1315 w 1917"/>
                  <a:gd name="T99" fmla="*/ 701 h 1910"/>
                  <a:gd name="T100" fmla="*/ 1284 w 1917"/>
                  <a:gd name="T101" fmla="*/ 621 h 1910"/>
                  <a:gd name="T102" fmla="*/ 1239 w 1917"/>
                  <a:gd name="T103" fmla="*/ 551 h 1910"/>
                  <a:gd name="T104" fmla="*/ 1178 w 1917"/>
                  <a:gd name="T105" fmla="*/ 496 h 1910"/>
                  <a:gd name="T106" fmla="*/ 1102 w 1917"/>
                  <a:gd name="T107" fmla="*/ 457 h 1910"/>
                  <a:gd name="T108" fmla="*/ 1008 w 1917"/>
                  <a:gd name="T109" fmla="*/ 434 h 1910"/>
                  <a:gd name="T110" fmla="*/ 899 w 1917"/>
                  <a:gd name="T111" fmla="*/ 436 h 1910"/>
                  <a:gd name="T112" fmla="*/ 805 w 1917"/>
                  <a:gd name="T113" fmla="*/ 459 h 1910"/>
                  <a:gd name="T114" fmla="*/ 729 w 1917"/>
                  <a:gd name="T115" fmla="*/ 503 h 1910"/>
                  <a:gd name="T116" fmla="*/ 671 w 1917"/>
                  <a:gd name="T117" fmla="*/ 564 h 1910"/>
                  <a:gd name="T118" fmla="*/ 628 w 1917"/>
                  <a:gd name="T119" fmla="*/ 637 h 1910"/>
                  <a:gd name="T120" fmla="*/ 598 w 1917"/>
                  <a:gd name="T121" fmla="*/ 722 h 1910"/>
                  <a:gd name="T122" fmla="*/ 581 w 1917"/>
                  <a:gd name="T123" fmla="*/ 815 h 1910"/>
                  <a:gd name="T124" fmla="*/ 572 w 1917"/>
                  <a:gd name="T125" fmla="*/ 958 h 19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917" h="1910">
                    <a:moveTo>
                      <a:pt x="0" y="956"/>
                    </a:moveTo>
                    <a:lnTo>
                      <a:pt x="1" y="901"/>
                    </a:lnTo>
                    <a:lnTo>
                      <a:pt x="4" y="847"/>
                    </a:lnTo>
                    <a:lnTo>
                      <a:pt x="10" y="794"/>
                    </a:lnTo>
                    <a:lnTo>
                      <a:pt x="16" y="743"/>
                    </a:lnTo>
                    <a:lnTo>
                      <a:pt x="26" y="694"/>
                    </a:lnTo>
                    <a:lnTo>
                      <a:pt x="37" y="646"/>
                    </a:lnTo>
                    <a:lnTo>
                      <a:pt x="51" y="600"/>
                    </a:lnTo>
                    <a:lnTo>
                      <a:pt x="66" y="555"/>
                    </a:lnTo>
                    <a:lnTo>
                      <a:pt x="83" y="512"/>
                    </a:lnTo>
                    <a:lnTo>
                      <a:pt x="101" y="470"/>
                    </a:lnTo>
                    <a:lnTo>
                      <a:pt x="122" y="430"/>
                    </a:lnTo>
                    <a:lnTo>
                      <a:pt x="146" y="391"/>
                    </a:lnTo>
                    <a:lnTo>
                      <a:pt x="170" y="354"/>
                    </a:lnTo>
                    <a:lnTo>
                      <a:pt x="196" y="320"/>
                    </a:lnTo>
                    <a:lnTo>
                      <a:pt x="224" y="286"/>
                    </a:lnTo>
                    <a:lnTo>
                      <a:pt x="254" y="254"/>
                    </a:lnTo>
                    <a:lnTo>
                      <a:pt x="286" y="224"/>
                    </a:lnTo>
                    <a:lnTo>
                      <a:pt x="319" y="196"/>
                    </a:lnTo>
                    <a:lnTo>
                      <a:pt x="354" y="170"/>
                    </a:lnTo>
                    <a:lnTo>
                      <a:pt x="391" y="146"/>
                    </a:lnTo>
                    <a:lnTo>
                      <a:pt x="429" y="122"/>
                    </a:lnTo>
                    <a:lnTo>
                      <a:pt x="469" y="101"/>
                    </a:lnTo>
                    <a:lnTo>
                      <a:pt x="511" y="83"/>
                    </a:lnTo>
                    <a:lnTo>
                      <a:pt x="554" y="65"/>
                    </a:lnTo>
                    <a:lnTo>
                      <a:pt x="599" y="51"/>
                    </a:lnTo>
                    <a:lnTo>
                      <a:pt x="646" y="37"/>
                    </a:lnTo>
                    <a:lnTo>
                      <a:pt x="693" y="25"/>
                    </a:lnTo>
                    <a:lnTo>
                      <a:pt x="743" y="17"/>
                    </a:lnTo>
                    <a:lnTo>
                      <a:pt x="794" y="9"/>
                    </a:lnTo>
                    <a:lnTo>
                      <a:pt x="847" y="4"/>
                    </a:lnTo>
                    <a:lnTo>
                      <a:pt x="900" y="1"/>
                    </a:lnTo>
                    <a:lnTo>
                      <a:pt x="956" y="0"/>
                    </a:lnTo>
                    <a:lnTo>
                      <a:pt x="1011" y="1"/>
                    </a:lnTo>
                    <a:lnTo>
                      <a:pt x="1064" y="4"/>
                    </a:lnTo>
                    <a:lnTo>
                      <a:pt x="1117" y="9"/>
                    </a:lnTo>
                    <a:lnTo>
                      <a:pt x="1168" y="15"/>
                    </a:lnTo>
                    <a:lnTo>
                      <a:pt x="1218" y="24"/>
                    </a:lnTo>
                    <a:lnTo>
                      <a:pt x="1266" y="35"/>
                    </a:lnTo>
                    <a:lnTo>
                      <a:pt x="1313" y="47"/>
                    </a:lnTo>
                    <a:lnTo>
                      <a:pt x="1358" y="63"/>
                    </a:lnTo>
                    <a:lnTo>
                      <a:pt x="1401" y="78"/>
                    </a:lnTo>
                    <a:lnTo>
                      <a:pt x="1443" y="97"/>
                    </a:lnTo>
                    <a:lnTo>
                      <a:pt x="1484" y="117"/>
                    </a:lnTo>
                    <a:lnTo>
                      <a:pt x="1523" y="139"/>
                    </a:lnTo>
                    <a:lnTo>
                      <a:pt x="1559" y="163"/>
                    </a:lnTo>
                    <a:lnTo>
                      <a:pt x="1594" y="189"/>
                    </a:lnTo>
                    <a:lnTo>
                      <a:pt x="1629" y="216"/>
                    </a:lnTo>
                    <a:lnTo>
                      <a:pt x="1661" y="245"/>
                    </a:lnTo>
                    <a:lnTo>
                      <a:pt x="1691" y="276"/>
                    </a:lnTo>
                    <a:lnTo>
                      <a:pt x="1719" y="309"/>
                    </a:lnTo>
                    <a:lnTo>
                      <a:pt x="1746" y="343"/>
                    </a:lnTo>
                    <a:lnTo>
                      <a:pt x="1771" y="379"/>
                    </a:lnTo>
                    <a:lnTo>
                      <a:pt x="1793" y="417"/>
                    </a:lnTo>
                    <a:lnTo>
                      <a:pt x="1814" y="457"/>
                    </a:lnTo>
                    <a:lnTo>
                      <a:pt x="1834" y="497"/>
                    </a:lnTo>
                    <a:lnTo>
                      <a:pt x="1851" y="540"/>
                    </a:lnTo>
                    <a:lnTo>
                      <a:pt x="1866" y="584"/>
                    </a:lnTo>
                    <a:lnTo>
                      <a:pt x="1879" y="631"/>
                    </a:lnTo>
                    <a:lnTo>
                      <a:pt x="1892" y="678"/>
                    </a:lnTo>
                    <a:lnTo>
                      <a:pt x="1900" y="728"/>
                    </a:lnTo>
                    <a:lnTo>
                      <a:pt x="1908" y="779"/>
                    </a:lnTo>
                    <a:lnTo>
                      <a:pt x="1914" y="831"/>
                    </a:lnTo>
                    <a:lnTo>
                      <a:pt x="1916" y="886"/>
                    </a:lnTo>
                    <a:lnTo>
                      <a:pt x="1917" y="941"/>
                    </a:lnTo>
                    <a:lnTo>
                      <a:pt x="1917" y="997"/>
                    </a:lnTo>
                    <a:lnTo>
                      <a:pt x="1914" y="1051"/>
                    </a:lnTo>
                    <a:lnTo>
                      <a:pt x="1909" y="1104"/>
                    </a:lnTo>
                    <a:lnTo>
                      <a:pt x="1903" y="1155"/>
                    </a:lnTo>
                    <a:lnTo>
                      <a:pt x="1894" y="1204"/>
                    </a:lnTo>
                    <a:lnTo>
                      <a:pt x="1883" y="1253"/>
                    </a:lnTo>
                    <a:lnTo>
                      <a:pt x="1871" y="1300"/>
                    </a:lnTo>
                    <a:lnTo>
                      <a:pt x="1857" y="1345"/>
                    </a:lnTo>
                    <a:lnTo>
                      <a:pt x="1841" y="1389"/>
                    </a:lnTo>
                    <a:lnTo>
                      <a:pt x="1823" y="1431"/>
                    </a:lnTo>
                    <a:lnTo>
                      <a:pt x="1803" y="1472"/>
                    </a:lnTo>
                    <a:lnTo>
                      <a:pt x="1782" y="1511"/>
                    </a:lnTo>
                    <a:lnTo>
                      <a:pt x="1759" y="1548"/>
                    </a:lnTo>
                    <a:lnTo>
                      <a:pt x="1734" y="1584"/>
                    </a:lnTo>
                    <a:lnTo>
                      <a:pt x="1706" y="1618"/>
                    </a:lnTo>
                    <a:lnTo>
                      <a:pt x="1677" y="1651"/>
                    </a:lnTo>
                    <a:lnTo>
                      <a:pt x="1647" y="1681"/>
                    </a:lnTo>
                    <a:lnTo>
                      <a:pt x="1614" y="1709"/>
                    </a:lnTo>
                    <a:lnTo>
                      <a:pt x="1581" y="1737"/>
                    </a:lnTo>
                    <a:lnTo>
                      <a:pt x="1545" y="1761"/>
                    </a:lnTo>
                    <a:lnTo>
                      <a:pt x="1507" y="1784"/>
                    </a:lnTo>
                    <a:lnTo>
                      <a:pt x="1467" y="1806"/>
                    </a:lnTo>
                    <a:lnTo>
                      <a:pt x="1427" y="1825"/>
                    </a:lnTo>
                    <a:lnTo>
                      <a:pt x="1384" y="1843"/>
                    </a:lnTo>
                    <a:lnTo>
                      <a:pt x="1339" y="1858"/>
                    </a:lnTo>
                    <a:lnTo>
                      <a:pt x="1293" y="1873"/>
                    </a:lnTo>
                    <a:lnTo>
                      <a:pt x="1244" y="1884"/>
                    </a:lnTo>
                    <a:lnTo>
                      <a:pt x="1195" y="1893"/>
                    </a:lnTo>
                    <a:lnTo>
                      <a:pt x="1143" y="1900"/>
                    </a:lnTo>
                    <a:lnTo>
                      <a:pt x="1090" y="1906"/>
                    </a:lnTo>
                    <a:lnTo>
                      <a:pt x="1035" y="1909"/>
                    </a:lnTo>
                    <a:lnTo>
                      <a:pt x="978" y="1910"/>
                    </a:lnTo>
                    <a:lnTo>
                      <a:pt x="924" y="1909"/>
                    </a:lnTo>
                    <a:lnTo>
                      <a:pt x="870" y="1907"/>
                    </a:lnTo>
                    <a:lnTo>
                      <a:pt x="818" y="1901"/>
                    </a:lnTo>
                    <a:lnTo>
                      <a:pt x="766" y="1895"/>
                    </a:lnTo>
                    <a:lnTo>
                      <a:pt x="716" y="1887"/>
                    </a:lnTo>
                    <a:lnTo>
                      <a:pt x="669" y="1876"/>
                    </a:lnTo>
                    <a:lnTo>
                      <a:pt x="622" y="1864"/>
                    </a:lnTo>
                    <a:lnTo>
                      <a:pt x="576" y="1850"/>
                    </a:lnTo>
                    <a:lnTo>
                      <a:pt x="532" y="1834"/>
                    </a:lnTo>
                    <a:lnTo>
                      <a:pt x="490" y="1816"/>
                    </a:lnTo>
                    <a:lnTo>
                      <a:pt x="448" y="1796"/>
                    </a:lnTo>
                    <a:lnTo>
                      <a:pt x="409" y="1775"/>
                    </a:lnTo>
                    <a:lnTo>
                      <a:pt x="371" y="1752"/>
                    </a:lnTo>
                    <a:lnTo>
                      <a:pt x="335" y="1727"/>
                    </a:lnTo>
                    <a:lnTo>
                      <a:pt x="300" y="1699"/>
                    </a:lnTo>
                    <a:lnTo>
                      <a:pt x="268" y="1671"/>
                    </a:lnTo>
                    <a:lnTo>
                      <a:pt x="236" y="1640"/>
                    </a:lnTo>
                    <a:lnTo>
                      <a:pt x="207" y="1608"/>
                    </a:lnTo>
                    <a:lnTo>
                      <a:pt x="180" y="1573"/>
                    </a:lnTo>
                    <a:lnTo>
                      <a:pt x="154" y="1536"/>
                    </a:lnTo>
                    <a:lnTo>
                      <a:pt x="130" y="1499"/>
                    </a:lnTo>
                    <a:lnTo>
                      <a:pt x="108" y="1458"/>
                    </a:lnTo>
                    <a:lnTo>
                      <a:pt x="88" y="1416"/>
                    </a:lnTo>
                    <a:lnTo>
                      <a:pt x="70" y="1373"/>
                    </a:lnTo>
                    <a:lnTo>
                      <a:pt x="54" y="1327"/>
                    </a:lnTo>
                    <a:lnTo>
                      <a:pt x="40" y="1279"/>
                    </a:lnTo>
                    <a:lnTo>
                      <a:pt x="28" y="1231"/>
                    </a:lnTo>
                    <a:lnTo>
                      <a:pt x="19" y="1179"/>
                    </a:lnTo>
                    <a:lnTo>
                      <a:pt x="11" y="1126"/>
                    </a:lnTo>
                    <a:lnTo>
                      <a:pt x="5" y="1071"/>
                    </a:lnTo>
                    <a:lnTo>
                      <a:pt x="1" y="1015"/>
                    </a:lnTo>
                    <a:lnTo>
                      <a:pt x="0" y="956"/>
                    </a:lnTo>
                    <a:close/>
                    <a:moveTo>
                      <a:pt x="572" y="958"/>
                    </a:moveTo>
                    <a:lnTo>
                      <a:pt x="573" y="1008"/>
                    </a:lnTo>
                    <a:lnTo>
                      <a:pt x="576" y="1056"/>
                    </a:lnTo>
                    <a:lnTo>
                      <a:pt x="578" y="1081"/>
                    </a:lnTo>
                    <a:lnTo>
                      <a:pt x="582" y="1105"/>
                    </a:lnTo>
                    <a:lnTo>
                      <a:pt x="585" y="1128"/>
                    </a:lnTo>
                    <a:lnTo>
                      <a:pt x="588" y="1151"/>
                    </a:lnTo>
                    <a:lnTo>
                      <a:pt x="594" y="1174"/>
                    </a:lnTo>
                    <a:lnTo>
                      <a:pt x="599" y="1197"/>
                    </a:lnTo>
                    <a:lnTo>
                      <a:pt x="606" y="1219"/>
                    </a:lnTo>
                    <a:lnTo>
                      <a:pt x="613" y="1240"/>
                    </a:lnTo>
                    <a:lnTo>
                      <a:pt x="620" y="1260"/>
                    </a:lnTo>
                    <a:lnTo>
                      <a:pt x="629" y="1281"/>
                    </a:lnTo>
                    <a:lnTo>
                      <a:pt x="638" y="1300"/>
                    </a:lnTo>
                    <a:lnTo>
                      <a:pt x="649" y="1319"/>
                    </a:lnTo>
                    <a:lnTo>
                      <a:pt x="660" y="1338"/>
                    </a:lnTo>
                    <a:lnTo>
                      <a:pt x="672" y="1354"/>
                    </a:lnTo>
                    <a:lnTo>
                      <a:pt x="686" y="1371"/>
                    </a:lnTo>
                    <a:lnTo>
                      <a:pt x="700" y="1386"/>
                    </a:lnTo>
                    <a:lnTo>
                      <a:pt x="715" y="1401"/>
                    </a:lnTo>
                    <a:lnTo>
                      <a:pt x="732" y="1414"/>
                    </a:lnTo>
                    <a:lnTo>
                      <a:pt x="749" y="1427"/>
                    </a:lnTo>
                    <a:lnTo>
                      <a:pt x="767" y="1438"/>
                    </a:lnTo>
                    <a:lnTo>
                      <a:pt x="787" y="1448"/>
                    </a:lnTo>
                    <a:lnTo>
                      <a:pt x="808" y="1457"/>
                    </a:lnTo>
                    <a:lnTo>
                      <a:pt x="830" y="1464"/>
                    </a:lnTo>
                    <a:lnTo>
                      <a:pt x="853" y="1471"/>
                    </a:lnTo>
                    <a:lnTo>
                      <a:pt x="878" y="1477"/>
                    </a:lnTo>
                    <a:lnTo>
                      <a:pt x="904" y="1480"/>
                    </a:lnTo>
                    <a:lnTo>
                      <a:pt x="931" y="1482"/>
                    </a:lnTo>
                    <a:lnTo>
                      <a:pt x="959" y="1483"/>
                    </a:lnTo>
                    <a:lnTo>
                      <a:pt x="989" y="1482"/>
                    </a:lnTo>
                    <a:lnTo>
                      <a:pt x="1018" y="1480"/>
                    </a:lnTo>
                    <a:lnTo>
                      <a:pt x="1046" y="1476"/>
                    </a:lnTo>
                    <a:lnTo>
                      <a:pt x="1071" y="1470"/>
                    </a:lnTo>
                    <a:lnTo>
                      <a:pt x="1095" y="1463"/>
                    </a:lnTo>
                    <a:lnTo>
                      <a:pt x="1118" y="1456"/>
                    </a:lnTo>
                    <a:lnTo>
                      <a:pt x="1139" y="1446"/>
                    </a:lnTo>
                    <a:lnTo>
                      <a:pt x="1159" y="1436"/>
                    </a:lnTo>
                    <a:lnTo>
                      <a:pt x="1178" y="1424"/>
                    </a:lnTo>
                    <a:lnTo>
                      <a:pt x="1196" y="1410"/>
                    </a:lnTo>
                    <a:lnTo>
                      <a:pt x="1212" y="1396"/>
                    </a:lnTo>
                    <a:lnTo>
                      <a:pt x="1228" y="1381"/>
                    </a:lnTo>
                    <a:lnTo>
                      <a:pt x="1241" y="1365"/>
                    </a:lnTo>
                    <a:lnTo>
                      <a:pt x="1254" y="1348"/>
                    </a:lnTo>
                    <a:lnTo>
                      <a:pt x="1266" y="1330"/>
                    </a:lnTo>
                    <a:lnTo>
                      <a:pt x="1278" y="1310"/>
                    </a:lnTo>
                    <a:lnTo>
                      <a:pt x="1286" y="1291"/>
                    </a:lnTo>
                    <a:lnTo>
                      <a:pt x="1296" y="1270"/>
                    </a:lnTo>
                    <a:lnTo>
                      <a:pt x="1304" y="1249"/>
                    </a:lnTo>
                    <a:lnTo>
                      <a:pt x="1311" y="1227"/>
                    </a:lnTo>
                    <a:lnTo>
                      <a:pt x="1317" y="1205"/>
                    </a:lnTo>
                    <a:lnTo>
                      <a:pt x="1323" y="1182"/>
                    </a:lnTo>
                    <a:lnTo>
                      <a:pt x="1328" y="1158"/>
                    </a:lnTo>
                    <a:lnTo>
                      <a:pt x="1332" y="1135"/>
                    </a:lnTo>
                    <a:lnTo>
                      <a:pt x="1336" y="1110"/>
                    </a:lnTo>
                    <a:lnTo>
                      <a:pt x="1338" y="1085"/>
                    </a:lnTo>
                    <a:lnTo>
                      <a:pt x="1340" y="1061"/>
                    </a:lnTo>
                    <a:lnTo>
                      <a:pt x="1343" y="1036"/>
                    </a:lnTo>
                    <a:lnTo>
                      <a:pt x="1345" y="985"/>
                    </a:lnTo>
                    <a:lnTo>
                      <a:pt x="1346" y="934"/>
                    </a:lnTo>
                    <a:lnTo>
                      <a:pt x="1346" y="909"/>
                    </a:lnTo>
                    <a:lnTo>
                      <a:pt x="1345" y="884"/>
                    </a:lnTo>
                    <a:lnTo>
                      <a:pt x="1344" y="861"/>
                    </a:lnTo>
                    <a:lnTo>
                      <a:pt x="1342" y="837"/>
                    </a:lnTo>
                    <a:lnTo>
                      <a:pt x="1338" y="814"/>
                    </a:lnTo>
                    <a:lnTo>
                      <a:pt x="1335" y="790"/>
                    </a:lnTo>
                    <a:lnTo>
                      <a:pt x="1332" y="768"/>
                    </a:lnTo>
                    <a:lnTo>
                      <a:pt x="1327" y="744"/>
                    </a:lnTo>
                    <a:lnTo>
                      <a:pt x="1322" y="722"/>
                    </a:lnTo>
                    <a:lnTo>
                      <a:pt x="1315" y="701"/>
                    </a:lnTo>
                    <a:lnTo>
                      <a:pt x="1308" y="680"/>
                    </a:lnTo>
                    <a:lnTo>
                      <a:pt x="1301" y="659"/>
                    </a:lnTo>
                    <a:lnTo>
                      <a:pt x="1293" y="640"/>
                    </a:lnTo>
                    <a:lnTo>
                      <a:pt x="1284" y="621"/>
                    </a:lnTo>
                    <a:lnTo>
                      <a:pt x="1274" y="602"/>
                    </a:lnTo>
                    <a:lnTo>
                      <a:pt x="1263" y="584"/>
                    </a:lnTo>
                    <a:lnTo>
                      <a:pt x="1251" y="568"/>
                    </a:lnTo>
                    <a:lnTo>
                      <a:pt x="1239" y="551"/>
                    </a:lnTo>
                    <a:lnTo>
                      <a:pt x="1225" y="536"/>
                    </a:lnTo>
                    <a:lnTo>
                      <a:pt x="1210" y="522"/>
                    </a:lnTo>
                    <a:lnTo>
                      <a:pt x="1195" y="508"/>
                    </a:lnTo>
                    <a:lnTo>
                      <a:pt x="1178" y="496"/>
                    </a:lnTo>
                    <a:lnTo>
                      <a:pt x="1160" y="484"/>
                    </a:lnTo>
                    <a:lnTo>
                      <a:pt x="1143" y="474"/>
                    </a:lnTo>
                    <a:lnTo>
                      <a:pt x="1123" y="464"/>
                    </a:lnTo>
                    <a:lnTo>
                      <a:pt x="1102" y="457"/>
                    </a:lnTo>
                    <a:lnTo>
                      <a:pt x="1080" y="449"/>
                    </a:lnTo>
                    <a:lnTo>
                      <a:pt x="1058" y="443"/>
                    </a:lnTo>
                    <a:lnTo>
                      <a:pt x="1033" y="439"/>
                    </a:lnTo>
                    <a:lnTo>
                      <a:pt x="1008" y="434"/>
                    </a:lnTo>
                    <a:lnTo>
                      <a:pt x="982" y="433"/>
                    </a:lnTo>
                    <a:lnTo>
                      <a:pt x="954" y="432"/>
                    </a:lnTo>
                    <a:lnTo>
                      <a:pt x="926" y="433"/>
                    </a:lnTo>
                    <a:lnTo>
                      <a:pt x="899" y="436"/>
                    </a:lnTo>
                    <a:lnTo>
                      <a:pt x="873" y="439"/>
                    </a:lnTo>
                    <a:lnTo>
                      <a:pt x="849" y="444"/>
                    </a:lnTo>
                    <a:lnTo>
                      <a:pt x="827" y="451"/>
                    </a:lnTo>
                    <a:lnTo>
                      <a:pt x="805" y="459"/>
                    </a:lnTo>
                    <a:lnTo>
                      <a:pt x="784" y="468"/>
                    </a:lnTo>
                    <a:lnTo>
                      <a:pt x="765" y="479"/>
                    </a:lnTo>
                    <a:lnTo>
                      <a:pt x="746" y="490"/>
                    </a:lnTo>
                    <a:lnTo>
                      <a:pt x="729" y="503"/>
                    </a:lnTo>
                    <a:lnTo>
                      <a:pt x="713" y="516"/>
                    </a:lnTo>
                    <a:lnTo>
                      <a:pt x="698" y="532"/>
                    </a:lnTo>
                    <a:lnTo>
                      <a:pt x="684" y="547"/>
                    </a:lnTo>
                    <a:lnTo>
                      <a:pt x="671" y="564"/>
                    </a:lnTo>
                    <a:lnTo>
                      <a:pt x="659" y="581"/>
                    </a:lnTo>
                    <a:lnTo>
                      <a:pt x="648" y="599"/>
                    </a:lnTo>
                    <a:lnTo>
                      <a:pt x="637" y="619"/>
                    </a:lnTo>
                    <a:lnTo>
                      <a:pt x="628" y="637"/>
                    </a:lnTo>
                    <a:lnTo>
                      <a:pt x="619" y="658"/>
                    </a:lnTo>
                    <a:lnTo>
                      <a:pt x="612" y="679"/>
                    </a:lnTo>
                    <a:lnTo>
                      <a:pt x="605" y="700"/>
                    </a:lnTo>
                    <a:lnTo>
                      <a:pt x="598" y="722"/>
                    </a:lnTo>
                    <a:lnTo>
                      <a:pt x="594" y="745"/>
                    </a:lnTo>
                    <a:lnTo>
                      <a:pt x="588" y="768"/>
                    </a:lnTo>
                    <a:lnTo>
                      <a:pt x="585" y="792"/>
                    </a:lnTo>
                    <a:lnTo>
                      <a:pt x="581" y="815"/>
                    </a:lnTo>
                    <a:lnTo>
                      <a:pt x="578" y="838"/>
                    </a:lnTo>
                    <a:lnTo>
                      <a:pt x="576" y="862"/>
                    </a:lnTo>
                    <a:lnTo>
                      <a:pt x="573" y="911"/>
                    </a:lnTo>
                    <a:lnTo>
                      <a:pt x="572" y="9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6" name="Freeform 12"/>
              <p:cNvSpPr>
                <a:spLocks noEditPoints="1"/>
              </p:cNvSpPr>
              <p:nvPr/>
            </p:nvSpPr>
            <p:spPr bwMode="auto">
              <a:xfrm>
                <a:off x="10414861" y="822770"/>
                <a:ext cx="304800" cy="303212"/>
              </a:xfrm>
              <a:custGeom>
                <a:avLst/>
                <a:gdLst>
                  <a:gd name="T0" fmla="*/ 9 w 1917"/>
                  <a:gd name="T1" fmla="*/ 794 h 1910"/>
                  <a:gd name="T2" fmla="*/ 50 w 1917"/>
                  <a:gd name="T3" fmla="*/ 600 h 1910"/>
                  <a:gd name="T4" fmla="*/ 122 w 1917"/>
                  <a:gd name="T5" fmla="*/ 430 h 1910"/>
                  <a:gd name="T6" fmla="*/ 223 w 1917"/>
                  <a:gd name="T7" fmla="*/ 286 h 1910"/>
                  <a:gd name="T8" fmla="*/ 353 w 1917"/>
                  <a:gd name="T9" fmla="*/ 170 h 1910"/>
                  <a:gd name="T10" fmla="*/ 510 w 1917"/>
                  <a:gd name="T11" fmla="*/ 83 h 1910"/>
                  <a:gd name="T12" fmla="*/ 694 w 1917"/>
                  <a:gd name="T13" fmla="*/ 25 h 1910"/>
                  <a:gd name="T14" fmla="*/ 900 w 1917"/>
                  <a:gd name="T15" fmla="*/ 1 h 1910"/>
                  <a:gd name="T16" fmla="*/ 1117 w 1917"/>
                  <a:gd name="T17" fmla="*/ 9 h 1910"/>
                  <a:gd name="T18" fmla="*/ 1312 w 1917"/>
                  <a:gd name="T19" fmla="*/ 47 h 1910"/>
                  <a:gd name="T20" fmla="*/ 1483 w 1917"/>
                  <a:gd name="T21" fmla="*/ 117 h 1910"/>
                  <a:gd name="T22" fmla="*/ 1628 w 1917"/>
                  <a:gd name="T23" fmla="*/ 216 h 1910"/>
                  <a:gd name="T24" fmla="*/ 1745 w 1917"/>
                  <a:gd name="T25" fmla="*/ 343 h 1910"/>
                  <a:gd name="T26" fmla="*/ 1833 w 1917"/>
                  <a:gd name="T27" fmla="*/ 497 h 1910"/>
                  <a:gd name="T28" fmla="*/ 1891 w 1917"/>
                  <a:gd name="T29" fmla="*/ 678 h 1910"/>
                  <a:gd name="T30" fmla="*/ 1916 w 1917"/>
                  <a:gd name="T31" fmla="*/ 886 h 1910"/>
                  <a:gd name="T32" fmla="*/ 1908 w 1917"/>
                  <a:gd name="T33" fmla="*/ 1104 h 1910"/>
                  <a:gd name="T34" fmla="*/ 1871 w 1917"/>
                  <a:gd name="T35" fmla="*/ 1300 h 1910"/>
                  <a:gd name="T36" fmla="*/ 1802 w 1917"/>
                  <a:gd name="T37" fmla="*/ 1472 h 1910"/>
                  <a:gd name="T38" fmla="*/ 1706 w 1917"/>
                  <a:gd name="T39" fmla="*/ 1618 h 1910"/>
                  <a:gd name="T40" fmla="*/ 1580 w 1917"/>
                  <a:gd name="T41" fmla="*/ 1737 h 1910"/>
                  <a:gd name="T42" fmla="*/ 1426 w 1917"/>
                  <a:gd name="T43" fmla="*/ 1825 h 1910"/>
                  <a:gd name="T44" fmla="*/ 1244 w 1917"/>
                  <a:gd name="T45" fmla="*/ 1884 h 1910"/>
                  <a:gd name="T46" fmla="*/ 1035 w 1917"/>
                  <a:gd name="T47" fmla="*/ 1909 h 1910"/>
                  <a:gd name="T48" fmla="*/ 813 w 1917"/>
                  <a:gd name="T49" fmla="*/ 1901 h 1910"/>
                  <a:gd name="T50" fmla="*/ 614 w 1917"/>
                  <a:gd name="T51" fmla="*/ 1863 h 1910"/>
                  <a:gd name="T52" fmla="*/ 441 w 1917"/>
                  <a:gd name="T53" fmla="*/ 1794 h 1910"/>
                  <a:gd name="T54" fmla="*/ 294 w 1917"/>
                  <a:gd name="T55" fmla="*/ 1695 h 1910"/>
                  <a:gd name="T56" fmla="*/ 175 w 1917"/>
                  <a:gd name="T57" fmla="*/ 1568 h 1910"/>
                  <a:gd name="T58" fmla="*/ 85 w 1917"/>
                  <a:gd name="T59" fmla="*/ 1412 h 1910"/>
                  <a:gd name="T60" fmla="*/ 27 w 1917"/>
                  <a:gd name="T61" fmla="*/ 1226 h 1910"/>
                  <a:gd name="T62" fmla="*/ 1 w 1917"/>
                  <a:gd name="T63" fmla="*/ 1013 h 1910"/>
                  <a:gd name="T64" fmla="*/ 575 w 1917"/>
                  <a:gd name="T65" fmla="*/ 1056 h 1910"/>
                  <a:gd name="T66" fmla="*/ 589 w 1917"/>
                  <a:gd name="T67" fmla="*/ 1151 h 1910"/>
                  <a:gd name="T68" fmla="*/ 612 w 1917"/>
                  <a:gd name="T69" fmla="*/ 1240 h 1910"/>
                  <a:gd name="T70" fmla="*/ 648 w 1917"/>
                  <a:gd name="T71" fmla="*/ 1319 h 1910"/>
                  <a:gd name="T72" fmla="*/ 699 w 1917"/>
                  <a:gd name="T73" fmla="*/ 1386 h 1910"/>
                  <a:gd name="T74" fmla="*/ 767 w 1917"/>
                  <a:gd name="T75" fmla="*/ 1438 h 1910"/>
                  <a:gd name="T76" fmla="*/ 853 w 1917"/>
                  <a:gd name="T77" fmla="*/ 1471 h 1910"/>
                  <a:gd name="T78" fmla="*/ 959 w 1917"/>
                  <a:gd name="T79" fmla="*/ 1483 h 1910"/>
                  <a:gd name="T80" fmla="*/ 1071 w 1917"/>
                  <a:gd name="T81" fmla="*/ 1470 h 1910"/>
                  <a:gd name="T82" fmla="*/ 1160 w 1917"/>
                  <a:gd name="T83" fmla="*/ 1436 h 1910"/>
                  <a:gd name="T84" fmla="*/ 1227 w 1917"/>
                  <a:gd name="T85" fmla="*/ 1381 h 1910"/>
                  <a:gd name="T86" fmla="*/ 1277 w 1917"/>
                  <a:gd name="T87" fmla="*/ 1310 h 1910"/>
                  <a:gd name="T88" fmla="*/ 1311 w 1917"/>
                  <a:gd name="T89" fmla="*/ 1227 h 1910"/>
                  <a:gd name="T90" fmla="*/ 1332 w 1917"/>
                  <a:gd name="T91" fmla="*/ 1135 h 1910"/>
                  <a:gd name="T92" fmla="*/ 1342 w 1917"/>
                  <a:gd name="T93" fmla="*/ 1036 h 1910"/>
                  <a:gd name="T94" fmla="*/ 1344 w 1917"/>
                  <a:gd name="T95" fmla="*/ 884 h 1910"/>
                  <a:gd name="T96" fmla="*/ 1335 w 1917"/>
                  <a:gd name="T97" fmla="*/ 790 h 1910"/>
                  <a:gd name="T98" fmla="*/ 1315 w 1917"/>
                  <a:gd name="T99" fmla="*/ 701 h 1910"/>
                  <a:gd name="T100" fmla="*/ 1283 w 1917"/>
                  <a:gd name="T101" fmla="*/ 621 h 1910"/>
                  <a:gd name="T102" fmla="*/ 1238 w 1917"/>
                  <a:gd name="T103" fmla="*/ 551 h 1910"/>
                  <a:gd name="T104" fmla="*/ 1177 w 1917"/>
                  <a:gd name="T105" fmla="*/ 496 h 1910"/>
                  <a:gd name="T106" fmla="*/ 1101 w 1917"/>
                  <a:gd name="T107" fmla="*/ 457 h 1910"/>
                  <a:gd name="T108" fmla="*/ 1007 w 1917"/>
                  <a:gd name="T109" fmla="*/ 434 h 1910"/>
                  <a:gd name="T110" fmla="*/ 899 w 1917"/>
                  <a:gd name="T111" fmla="*/ 436 h 1910"/>
                  <a:gd name="T112" fmla="*/ 804 w 1917"/>
                  <a:gd name="T113" fmla="*/ 459 h 1910"/>
                  <a:gd name="T114" fmla="*/ 729 w 1917"/>
                  <a:gd name="T115" fmla="*/ 503 h 1910"/>
                  <a:gd name="T116" fmla="*/ 670 w 1917"/>
                  <a:gd name="T117" fmla="*/ 564 h 1910"/>
                  <a:gd name="T118" fmla="*/ 627 w 1917"/>
                  <a:gd name="T119" fmla="*/ 637 h 1910"/>
                  <a:gd name="T120" fmla="*/ 599 w 1917"/>
                  <a:gd name="T121" fmla="*/ 722 h 1910"/>
                  <a:gd name="T122" fmla="*/ 581 w 1917"/>
                  <a:gd name="T123" fmla="*/ 815 h 1910"/>
                  <a:gd name="T124" fmla="*/ 572 w 1917"/>
                  <a:gd name="T125" fmla="*/ 958 h 19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917" h="1910">
                    <a:moveTo>
                      <a:pt x="0" y="956"/>
                    </a:moveTo>
                    <a:lnTo>
                      <a:pt x="1" y="901"/>
                    </a:lnTo>
                    <a:lnTo>
                      <a:pt x="5" y="847"/>
                    </a:lnTo>
                    <a:lnTo>
                      <a:pt x="9" y="794"/>
                    </a:lnTo>
                    <a:lnTo>
                      <a:pt x="17" y="743"/>
                    </a:lnTo>
                    <a:lnTo>
                      <a:pt x="25" y="694"/>
                    </a:lnTo>
                    <a:lnTo>
                      <a:pt x="37" y="646"/>
                    </a:lnTo>
                    <a:lnTo>
                      <a:pt x="50" y="600"/>
                    </a:lnTo>
                    <a:lnTo>
                      <a:pt x="65" y="555"/>
                    </a:lnTo>
                    <a:lnTo>
                      <a:pt x="82" y="512"/>
                    </a:lnTo>
                    <a:lnTo>
                      <a:pt x="101" y="470"/>
                    </a:lnTo>
                    <a:lnTo>
                      <a:pt x="122" y="430"/>
                    </a:lnTo>
                    <a:lnTo>
                      <a:pt x="145" y="391"/>
                    </a:lnTo>
                    <a:lnTo>
                      <a:pt x="169" y="354"/>
                    </a:lnTo>
                    <a:lnTo>
                      <a:pt x="196" y="320"/>
                    </a:lnTo>
                    <a:lnTo>
                      <a:pt x="223" y="286"/>
                    </a:lnTo>
                    <a:lnTo>
                      <a:pt x="254" y="254"/>
                    </a:lnTo>
                    <a:lnTo>
                      <a:pt x="285" y="224"/>
                    </a:lnTo>
                    <a:lnTo>
                      <a:pt x="318" y="196"/>
                    </a:lnTo>
                    <a:lnTo>
                      <a:pt x="353" y="170"/>
                    </a:lnTo>
                    <a:lnTo>
                      <a:pt x="390" y="146"/>
                    </a:lnTo>
                    <a:lnTo>
                      <a:pt x="429" y="122"/>
                    </a:lnTo>
                    <a:lnTo>
                      <a:pt x="469" y="101"/>
                    </a:lnTo>
                    <a:lnTo>
                      <a:pt x="510" y="83"/>
                    </a:lnTo>
                    <a:lnTo>
                      <a:pt x="554" y="65"/>
                    </a:lnTo>
                    <a:lnTo>
                      <a:pt x="599" y="51"/>
                    </a:lnTo>
                    <a:lnTo>
                      <a:pt x="645" y="37"/>
                    </a:lnTo>
                    <a:lnTo>
                      <a:pt x="694" y="25"/>
                    </a:lnTo>
                    <a:lnTo>
                      <a:pt x="742" y="17"/>
                    </a:lnTo>
                    <a:lnTo>
                      <a:pt x="794" y="9"/>
                    </a:lnTo>
                    <a:lnTo>
                      <a:pt x="846" y="4"/>
                    </a:lnTo>
                    <a:lnTo>
                      <a:pt x="900" y="1"/>
                    </a:lnTo>
                    <a:lnTo>
                      <a:pt x="955" y="0"/>
                    </a:lnTo>
                    <a:lnTo>
                      <a:pt x="1011" y="1"/>
                    </a:lnTo>
                    <a:lnTo>
                      <a:pt x="1065" y="4"/>
                    </a:lnTo>
                    <a:lnTo>
                      <a:pt x="1117" y="9"/>
                    </a:lnTo>
                    <a:lnTo>
                      <a:pt x="1169" y="15"/>
                    </a:lnTo>
                    <a:lnTo>
                      <a:pt x="1218" y="24"/>
                    </a:lnTo>
                    <a:lnTo>
                      <a:pt x="1266" y="35"/>
                    </a:lnTo>
                    <a:lnTo>
                      <a:pt x="1312" y="47"/>
                    </a:lnTo>
                    <a:lnTo>
                      <a:pt x="1357" y="63"/>
                    </a:lnTo>
                    <a:lnTo>
                      <a:pt x="1402" y="78"/>
                    </a:lnTo>
                    <a:lnTo>
                      <a:pt x="1444" y="97"/>
                    </a:lnTo>
                    <a:lnTo>
                      <a:pt x="1483" y="117"/>
                    </a:lnTo>
                    <a:lnTo>
                      <a:pt x="1522" y="139"/>
                    </a:lnTo>
                    <a:lnTo>
                      <a:pt x="1559" y="163"/>
                    </a:lnTo>
                    <a:lnTo>
                      <a:pt x="1595" y="189"/>
                    </a:lnTo>
                    <a:lnTo>
                      <a:pt x="1628" y="216"/>
                    </a:lnTo>
                    <a:lnTo>
                      <a:pt x="1660" y="245"/>
                    </a:lnTo>
                    <a:lnTo>
                      <a:pt x="1691" y="276"/>
                    </a:lnTo>
                    <a:lnTo>
                      <a:pt x="1718" y="309"/>
                    </a:lnTo>
                    <a:lnTo>
                      <a:pt x="1745" y="343"/>
                    </a:lnTo>
                    <a:lnTo>
                      <a:pt x="1770" y="379"/>
                    </a:lnTo>
                    <a:lnTo>
                      <a:pt x="1794" y="417"/>
                    </a:lnTo>
                    <a:lnTo>
                      <a:pt x="1815" y="457"/>
                    </a:lnTo>
                    <a:lnTo>
                      <a:pt x="1833" y="497"/>
                    </a:lnTo>
                    <a:lnTo>
                      <a:pt x="1851" y="540"/>
                    </a:lnTo>
                    <a:lnTo>
                      <a:pt x="1866" y="584"/>
                    </a:lnTo>
                    <a:lnTo>
                      <a:pt x="1880" y="631"/>
                    </a:lnTo>
                    <a:lnTo>
                      <a:pt x="1891" y="678"/>
                    </a:lnTo>
                    <a:lnTo>
                      <a:pt x="1900" y="728"/>
                    </a:lnTo>
                    <a:lnTo>
                      <a:pt x="1907" y="779"/>
                    </a:lnTo>
                    <a:lnTo>
                      <a:pt x="1913" y="831"/>
                    </a:lnTo>
                    <a:lnTo>
                      <a:pt x="1916" y="886"/>
                    </a:lnTo>
                    <a:lnTo>
                      <a:pt x="1917" y="941"/>
                    </a:lnTo>
                    <a:lnTo>
                      <a:pt x="1916" y="997"/>
                    </a:lnTo>
                    <a:lnTo>
                      <a:pt x="1913" y="1051"/>
                    </a:lnTo>
                    <a:lnTo>
                      <a:pt x="1908" y="1104"/>
                    </a:lnTo>
                    <a:lnTo>
                      <a:pt x="1902" y="1155"/>
                    </a:lnTo>
                    <a:lnTo>
                      <a:pt x="1893" y="1204"/>
                    </a:lnTo>
                    <a:lnTo>
                      <a:pt x="1883" y="1253"/>
                    </a:lnTo>
                    <a:lnTo>
                      <a:pt x="1871" y="1300"/>
                    </a:lnTo>
                    <a:lnTo>
                      <a:pt x="1857" y="1345"/>
                    </a:lnTo>
                    <a:lnTo>
                      <a:pt x="1840" y="1389"/>
                    </a:lnTo>
                    <a:lnTo>
                      <a:pt x="1822" y="1431"/>
                    </a:lnTo>
                    <a:lnTo>
                      <a:pt x="1802" y="1472"/>
                    </a:lnTo>
                    <a:lnTo>
                      <a:pt x="1781" y="1511"/>
                    </a:lnTo>
                    <a:lnTo>
                      <a:pt x="1758" y="1548"/>
                    </a:lnTo>
                    <a:lnTo>
                      <a:pt x="1733" y="1584"/>
                    </a:lnTo>
                    <a:lnTo>
                      <a:pt x="1706" y="1618"/>
                    </a:lnTo>
                    <a:lnTo>
                      <a:pt x="1678" y="1651"/>
                    </a:lnTo>
                    <a:lnTo>
                      <a:pt x="1647" y="1681"/>
                    </a:lnTo>
                    <a:lnTo>
                      <a:pt x="1615" y="1709"/>
                    </a:lnTo>
                    <a:lnTo>
                      <a:pt x="1580" y="1737"/>
                    </a:lnTo>
                    <a:lnTo>
                      <a:pt x="1544" y="1761"/>
                    </a:lnTo>
                    <a:lnTo>
                      <a:pt x="1506" y="1784"/>
                    </a:lnTo>
                    <a:lnTo>
                      <a:pt x="1467" y="1806"/>
                    </a:lnTo>
                    <a:lnTo>
                      <a:pt x="1426" y="1825"/>
                    </a:lnTo>
                    <a:lnTo>
                      <a:pt x="1383" y="1843"/>
                    </a:lnTo>
                    <a:lnTo>
                      <a:pt x="1339" y="1858"/>
                    </a:lnTo>
                    <a:lnTo>
                      <a:pt x="1292" y="1873"/>
                    </a:lnTo>
                    <a:lnTo>
                      <a:pt x="1244" y="1884"/>
                    </a:lnTo>
                    <a:lnTo>
                      <a:pt x="1194" y="1893"/>
                    </a:lnTo>
                    <a:lnTo>
                      <a:pt x="1143" y="1900"/>
                    </a:lnTo>
                    <a:lnTo>
                      <a:pt x="1089" y="1906"/>
                    </a:lnTo>
                    <a:lnTo>
                      <a:pt x="1035" y="1909"/>
                    </a:lnTo>
                    <a:lnTo>
                      <a:pt x="977" y="1910"/>
                    </a:lnTo>
                    <a:lnTo>
                      <a:pt x="921" y="1909"/>
                    </a:lnTo>
                    <a:lnTo>
                      <a:pt x="867" y="1906"/>
                    </a:lnTo>
                    <a:lnTo>
                      <a:pt x="813" y="1901"/>
                    </a:lnTo>
                    <a:lnTo>
                      <a:pt x="761" y="1895"/>
                    </a:lnTo>
                    <a:lnTo>
                      <a:pt x="711" y="1886"/>
                    </a:lnTo>
                    <a:lnTo>
                      <a:pt x="662" y="1875"/>
                    </a:lnTo>
                    <a:lnTo>
                      <a:pt x="614" y="1863"/>
                    </a:lnTo>
                    <a:lnTo>
                      <a:pt x="569" y="1848"/>
                    </a:lnTo>
                    <a:lnTo>
                      <a:pt x="525" y="1832"/>
                    </a:lnTo>
                    <a:lnTo>
                      <a:pt x="482" y="1814"/>
                    </a:lnTo>
                    <a:lnTo>
                      <a:pt x="441" y="1794"/>
                    </a:lnTo>
                    <a:lnTo>
                      <a:pt x="401" y="1772"/>
                    </a:lnTo>
                    <a:lnTo>
                      <a:pt x="363" y="1749"/>
                    </a:lnTo>
                    <a:lnTo>
                      <a:pt x="328" y="1723"/>
                    </a:lnTo>
                    <a:lnTo>
                      <a:pt x="294" y="1695"/>
                    </a:lnTo>
                    <a:lnTo>
                      <a:pt x="261" y="1666"/>
                    </a:lnTo>
                    <a:lnTo>
                      <a:pt x="230" y="1635"/>
                    </a:lnTo>
                    <a:lnTo>
                      <a:pt x="201" y="1602"/>
                    </a:lnTo>
                    <a:lnTo>
                      <a:pt x="175" y="1568"/>
                    </a:lnTo>
                    <a:lnTo>
                      <a:pt x="149" y="1532"/>
                    </a:lnTo>
                    <a:lnTo>
                      <a:pt x="126" y="1493"/>
                    </a:lnTo>
                    <a:lnTo>
                      <a:pt x="104" y="1453"/>
                    </a:lnTo>
                    <a:lnTo>
                      <a:pt x="85" y="1412"/>
                    </a:lnTo>
                    <a:lnTo>
                      <a:pt x="67" y="1367"/>
                    </a:lnTo>
                    <a:lnTo>
                      <a:pt x="52" y="1322"/>
                    </a:lnTo>
                    <a:lnTo>
                      <a:pt x="38" y="1275"/>
                    </a:lnTo>
                    <a:lnTo>
                      <a:pt x="27" y="1226"/>
                    </a:lnTo>
                    <a:lnTo>
                      <a:pt x="17" y="1176"/>
                    </a:lnTo>
                    <a:lnTo>
                      <a:pt x="9" y="1124"/>
                    </a:lnTo>
                    <a:lnTo>
                      <a:pt x="5" y="1070"/>
                    </a:lnTo>
                    <a:lnTo>
                      <a:pt x="1" y="1013"/>
                    </a:lnTo>
                    <a:lnTo>
                      <a:pt x="0" y="956"/>
                    </a:lnTo>
                    <a:close/>
                    <a:moveTo>
                      <a:pt x="572" y="958"/>
                    </a:moveTo>
                    <a:lnTo>
                      <a:pt x="573" y="1008"/>
                    </a:lnTo>
                    <a:lnTo>
                      <a:pt x="575" y="1056"/>
                    </a:lnTo>
                    <a:lnTo>
                      <a:pt x="578" y="1081"/>
                    </a:lnTo>
                    <a:lnTo>
                      <a:pt x="581" y="1105"/>
                    </a:lnTo>
                    <a:lnTo>
                      <a:pt x="584" y="1128"/>
                    </a:lnTo>
                    <a:lnTo>
                      <a:pt x="589" y="1151"/>
                    </a:lnTo>
                    <a:lnTo>
                      <a:pt x="593" y="1174"/>
                    </a:lnTo>
                    <a:lnTo>
                      <a:pt x="599" y="1197"/>
                    </a:lnTo>
                    <a:lnTo>
                      <a:pt x="605" y="1219"/>
                    </a:lnTo>
                    <a:lnTo>
                      <a:pt x="612" y="1240"/>
                    </a:lnTo>
                    <a:lnTo>
                      <a:pt x="620" y="1260"/>
                    </a:lnTo>
                    <a:lnTo>
                      <a:pt x="628" y="1281"/>
                    </a:lnTo>
                    <a:lnTo>
                      <a:pt x="638" y="1300"/>
                    </a:lnTo>
                    <a:lnTo>
                      <a:pt x="648" y="1319"/>
                    </a:lnTo>
                    <a:lnTo>
                      <a:pt x="659" y="1338"/>
                    </a:lnTo>
                    <a:lnTo>
                      <a:pt x="672" y="1354"/>
                    </a:lnTo>
                    <a:lnTo>
                      <a:pt x="685" y="1371"/>
                    </a:lnTo>
                    <a:lnTo>
                      <a:pt x="699" y="1386"/>
                    </a:lnTo>
                    <a:lnTo>
                      <a:pt x="715" y="1401"/>
                    </a:lnTo>
                    <a:lnTo>
                      <a:pt x="731" y="1414"/>
                    </a:lnTo>
                    <a:lnTo>
                      <a:pt x="749" y="1427"/>
                    </a:lnTo>
                    <a:lnTo>
                      <a:pt x="767" y="1438"/>
                    </a:lnTo>
                    <a:lnTo>
                      <a:pt x="786" y="1448"/>
                    </a:lnTo>
                    <a:lnTo>
                      <a:pt x="807" y="1457"/>
                    </a:lnTo>
                    <a:lnTo>
                      <a:pt x="829" y="1464"/>
                    </a:lnTo>
                    <a:lnTo>
                      <a:pt x="853" y="1471"/>
                    </a:lnTo>
                    <a:lnTo>
                      <a:pt x="877" y="1477"/>
                    </a:lnTo>
                    <a:lnTo>
                      <a:pt x="903" y="1480"/>
                    </a:lnTo>
                    <a:lnTo>
                      <a:pt x="930" y="1482"/>
                    </a:lnTo>
                    <a:lnTo>
                      <a:pt x="959" y="1483"/>
                    </a:lnTo>
                    <a:lnTo>
                      <a:pt x="990" y="1482"/>
                    </a:lnTo>
                    <a:lnTo>
                      <a:pt x="1018" y="1480"/>
                    </a:lnTo>
                    <a:lnTo>
                      <a:pt x="1045" y="1476"/>
                    </a:lnTo>
                    <a:lnTo>
                      <a:pt x="1071" y="1470"/>
                    </a:lnTo>
                    <a:lnTo>
                      <a:pt x="1095" y="1463"/>
                    </a:lnTo>
                    <a:lnTo>
                      <a:pt x="1118" y="1456"/>
                    </a:lnTo>
                    <a:lnTo>
                      <a:pt x="1139" y="1446"/>
                    </a:lnTo>
                    <a:lnTo>
                      <a:pt x="1160" y="1436"/>
                    </a:lnTo>
                    <a:lnTo>
                      <a:pt x="1178" y="1424"/>
                    </a:lnTo>
                    <a:lnTo>
                      <a:pt x="1195" y="1410"/>
                    </a:lnTo>
                    <a:lnTo>
                      <a:pt x="1212" y="1396"/>
                    </a:lnTo>
                    <a:lnTo>
                      <a:pt x="1227" y="1381"/>
                    </a:lnTo>
                    <a:lnTo>
                      <a:pt x="1241" y="1365"/>
                    </a:lnTo>
                    <a:lnTo>
                      <a:pt x="1254" y="1348"/>
                    </a:lnTo>
                    <a:lnTo>
                      <a:pt x="1266" y="1330"/>
                    </a:lnTo>
                    <a:lnTo>
                      <a:pt x="1277" y="1310"/>
                    </a:lnTo>
                    <a:lnTo>
                      <a:pt x="1287" y="1291"/>
                    </a:lnTo>
                    <a:lnTo>
                      <a:pt x="1296" y="1270"/>
                    </a:lnTo>
                    <a:lnTo>
                      <a:pt x="1303" y="1249"/>
                    </a:lnTo>
                    <a:lnTo>
                      <a:pt x="1311" y="1227"/>
                    </a:lnTo>
                    <a:lnTo>
                      <a:pt x="1317" y="1205"/>
                    </a:lnTo>
                    <a:lnTo>
                      <a:pt x="1322" y="1182"/>
                    </a:lnTo>
                    <a:lnTo>
                      <a:pt x="1328" y="1158"/>
                    </a:lnTo>
                    <a:lnTo>
                      <a:pt x="1332" y="1135"/>
                    </a:lnTo>
                    <a:lnTo>
                      <a:pt x="1335" y="1110"/>
                    </a:lnTo>
                    <a:lnTo>
                      <a:pt x="1339" y="1085"/>
                    </a:lnTo>
                    <a:lnTo>
                      <a:pt x="1341" y="1061"/>
                    </a:lnTo>
                    <a:lnTo>
                      <a:pt x="1342" y="1036"/>
                    </a:lnTo>
                    <a:lnTo>
                      <a:pt x="1344" y="985"/>
                    </a:lnTo>
                    <a:lnTo>
                      <a:pt x="1345" y="934"/>
                    </a:lnTo>
                    <a:lnTo>
                      <a:pt x="1345" y="909"/>
                    </a:lnTo>
                    <a:lnTo>
                      <a:pt x="1344" y="884"/>
                    </a:lnTo>
                    <a:lnTo>
                      <a:pt x="1343" y="861"/>
                    </a:lnTo>
                    <a:lnTo>
                      <a:pt x="1341" y="837"/>
                    </a:lnTo>
                    <a:lnTo>
                      <a:pt x="1339" y="814"/>
                    </a:lnTo>
                    <a:lnTo>
                      <a:pt x="1335" y="790"/>
                    </a:lnTo>
                    <a:lnTo>
                      <a:pt x="1331" y="768"/>
                    </a:lnTo>
                    <a:lnTo>
                      <a:pt x="1326" y="744"/>
                    </a:lnTo>
                    <a:lnTo>
                      <a:pt x="1321" y="722"/>
                    </a:lnTo>
                    <a:lnTo>
                      <a:pt x="1315" y="701"/>
                    </a:lnTo>
                    <a:lnTo>
                      <a:pt x="1309" y="680"/>
                    </a:lnTo>
                    <a:lnTo>
                      <a:pt x="1301" y="659"/>
                    </a:lnTo>
                    <a:lnTo>
                      <a:pt x="1292" y="640"/>
                    </a:lnTo>
                    <a:lnTo>
                      <a:pt x="1283" y="621"/>
                    </a:lnTo>
                    <a:lnTo>
                      <a:pt x="1273" y="602"/>
                    </a:lnTo>
                    <a:lnTo>
                      <a:pt x="1262" y="584"/>
                    </a:lnTo>
                    <a:lnTo>
                      <a:pt x="1250" y="568"/>
                    </a:lnTo>
                    <a:lnTo>
                      <a:pt x="1238" y="551"/>
                    </a:lnTo>
                    <a:lnTo>
                      <a:pt x="1225" y="536"/>
                    </a:lnTo>
                    <a:lnTo>
                      <a:pt x="1209" y="522"/>
                    </a:lnTo>
                    <a:lnTo>
                      <a:pt x="1194" y="508"/>
                    </a:lnTo>
                    <a:lnTo>
                      <a:pt x="1177" y="496"/>
                    </a:lnTo>
                    <a:lnTo>
                      <a:pt x="1161" y="484"/>
                    </a:lnTo>
                    <a:lnTo>
                      <a:pt x="1142" y="474"/>
                    </a:lnTo>
                    <a:lnTo>
                      <a:pt x="1122" y="464"/>
                    </a:lnTo>
                    <a:lnTo>
                      <a:pt x="1101" y="457"/>
                    </a:lnTo>
                    <a:lnTo>
                      <a:pt x="1080" y="449"/>
                    </a:lnTo>
                    <a:lnTo>
                      <a:pt x="1057" y="443"/>
                    </a:lnTo>
                    <a:lnTo>
                      <a:pt x="1033" y="439"/>
                    </a:lnTo>
                    <a:lnTo>
                      <a:pt x="1007" y="434"/>
                    </a:lnTo>
                    <a:lnTo>
                      <a:pt x="982" y="433"/>
                    </a:lnTo>
                    <a:lnTo>
                      <a:pt x="954" y="432"/>
                    </a:lnTo>
                    <a:lnTo>
                      <a:pt x="926" y="433"/>
                    </a:lnTo>
                    <a:lnTo>
                      <a:pt x="899" y="436"/>
                    </a:lnTo>
                    <a:lnTo>
                      <a:pt x="874" y="439"/>
                    </a:lnTo>
                    <a:lnTo>
                      <a:pt x="849" y="444"/>
                    </a:lnTo>
                    <a:lnTo>
                      <a:pt x="826" y="451"/>
                    </a:lnTo>
                    <a:lnTo>
                      <a:pt x="804" y="459"/>
                    </a:lnTo>
                    <a:lnTo>
                      <a:pt x="783" y="468"/>
                    </a:lnTo>
                    <a:lnTo>
                      <a:pt x="764" y="479"/>
                    </a:lnTo>
                    <a:lnTo>
                      <a:pt x="746" y="490"/>
                    </a:lnTo>
                    <a:lnTo>
                      <a:pt x="729" y="503"/>
                    </a:lnTo>
                    <a:lnTo>
                      <a:pt x="712" y="516"/>
                    </a:lnTo>
                    <a:lnTo>
                      <a:pt x="698" y="532"/>
                    </a:lnTo>
                    <a:lnTo>
                      <a:pt x="684" y="547"/>
                    </a:lnTo>
                    <a:lnTo>
                      <a:pt x="670" y="564"/>
                    </a:lnTo>
                    <a:lnTo>
                      <a:pt x="658" y="581"/>
                    </a:lnTo>
                    <a:lnTo>
                      <a:pt x="647" y="599"/>
                    </a:lnTo>
                    <a:lnTo>
                      <a:pt x="637" y="619"/>
                    </a:lnTo>
                    <a:lnTo>
                      <a:pt x="627" y="637"/>
                    </a:lnTo>
                    <a:lnTo>
                      <a:pt x="620" y="658"/>
                    </a:lnTo>
                    <a:lnTo>
                      <a:pt x="612" y="679"/>
                    </a:lnTo>
                    <a:lnTo>
                      <a:pt x="604" y="700"/>
                    </a:lnTo>
                    <a:lnTo>
                      <a:pt x="599" y="722"/>
                    </a:lnTo>
                    <a:lnTo>
                      <a:pt x="593" y="745"/>
                    </a:lnTo>
                    <a:lnTo>
                      <a:pt x="589" y="768"/>
                    </a:lnTo>
                    <a:lnTo>
                      <a:pt x="584" y="792"/>
                    </a:lnTo>
                    <a:lnTo>
                      <a:pt x="581" y="815"/>
                    </a:lnTo>
                    <a:lnTo>
                      <a:pt x="578" y="838"/>
                    </a:lnTo>
                    <a:lnTo>
                      <a:pt x="575" y="862"/>
                    </a:lnTo>
                    <a:lnTo>
                      <a:pt x="573" y="911"/>
                    </a:lnTo>
                    <a:lnTo>
                      <a:pt x="572" y="9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7" name="Freeform 13"/>
              <p:cNvSpPr>
                <a:spLocks noEditPoints="1"/>
              </p:cNvSpPr>
              <p:nvPr/>
            </p:nvSpPr>
            <p:spPr bwMode="auto">
              <a:xfrm>
                <a:off x="10081486" y="822770"/>
                <a:ext cx="303212" cy="303212"/>
              </a:xfrm>
              <a:custGeom>
                <a:avLst/>
                <a:gdLst>
                  <a:gd name="T0" fmla="*/ 17 w 1918"/>
                  <a:gd name="T1" fmla="*/ 743 h 1910"/>
                  <a:gd name="T2" fmla="*/ 83 w 1918"/>
                  <a:gd name="T3" fmla="*/ 512 h 1910"/>
                  <a:gd name="T4" fmla="*/ 197 w 1918"/>
                  <a:gd name="T5" fmla="*/ 320 h 1910"/>
                  <a:gd name="T6" fmla="*/ 355 w 1918"/>
                  <a:gd name="T7" fmla="*/ 170 h 1910"/>
                  <a:gd name="T8" fmla="*/ 555 w 1918"/>
                  <a:gd name="T9" fmla="*/ 65 h 1910"/>
                  <a:gd name="T10" fmla="*/ 794 w 1918"/>
                  <a:gd name="T11" fmla="*/ 9 h 1910"/>
                  <a:gd name="T12" fmla="*/ 1065 w 1918"/>
                  <a:gd name="T13" fmla="*/ 4 h 1910"/>
                  <a:gd name="T14" fmla="*/ 1313 w 1918"/>
                  <a:gd name="T15" fmla="*/ 47 h 1910"/>
                  <a:gd name="T16" fmla="*/ 1523 w 1918"/>
                  <a:gd name="T17" fmla="*/ 139 h 1910"/>
                  <a:gd name="T18" fmla="*/ 1691 w 1918"/>
                  <a:gd name="T19" fmla="*/ 276 h 1910"/>
                  <a:gd name="T20" fmla="*/ 1815 w 1918"/>
                  <a:gd name="T21" fmla="*/ 457 h 1910"/>
                  <a:gd name="T22" fmla="*/ 1892 w 1918"/>
                  <a:gd name="T23" fmla="*/ 678 h 1910"/>
                  <a:gd name="T24" fmla="*/ 1918 w 1918"/>
                  <a:gd name="T25" fmla="*/ 941 h 1910"/>
                  <a:gd name="T26" fmla="*/ 1908 w 1918"/>
                  <a:gd name="T27" fmla="*/ 1133 h 1910"/>
                  <a:gd name="T28" fmla="*/ 1874 w 1918"/>
                  <a:gd name="T29" fmla="*/ 1300 h 1910"/>
                  <a:gd name="T30" fmla="*/ 1821 w 1918"/>
                  <a:gd name="T31" fmla="*/ 1446 h 1910"/>
                  <a:gd name="T32" fmla="*/ 1739 w 1918"/>
                  <a:gd name="T33" fmla="*/ 1582 h 1910"/>
                  <a:gd name="T34" fmla="*/ 1634 w 1918"/>
                  <a:gd name="T35" fmla="*/ 1695 h 1910"/>
                  <a:gd name="T36" fmla="*/ 1512 w 1918"/>
                  <a:gd name="T37" fmla="*/ 1782 h 1910"/>
                  <a:gd name="T38" fmla="*/ 1378 w 1918"/>
                  <a:gd name="T39" fmla="*/ 1846 h 1910"/>
                  <a:gd name="T40" fmla="*/ 1231 w 1918"/>
                  <a:gd name="T41" fmla="*/ 1887 h 1910"/>
                  <a:gd name="T42" fmla="*/ 1075 w 1918"/>
                  <a:gd name="T43" fmla="*/ 1907 h 1910"/>
                  <a:gd name="T44" fmla="*/ 903 w 1918"/>
                  <a:gd name="T45" fmla="*/ 1909 h 1910"/>
                  <a:gd name="T46" fmla="*/ 726 w 1918"/>
                  <a:gd name="T47" fmla="*/ 1891 h 1910"/>
                  <a:gd name="T48" fmla="*/ 570 w 1918"/>
                  <a:gd name="T49" fmla="*/ 1854 h 1910"/>
                  <a:gd name="T50" fmla="*/ 430 w 1918"/>
                  <a:gd name="T51" fmla="*/ 1795 h 1910"/>
                  <a:gd name="T52" fmla="*/ 295 w 1918"/>
                  <a:gd name="T53" fmla="*/ 1702 h 1910"/>
                  <a:gd name="T54" fmla="*/ 188 w 1918"/>
                  <a:gd name="T55" fmla="*/ 1587 h 1910"/>
                  <a:gd name="T56" fmla="*/ 106 w 1918"/>
                  <a:gd name="T57" fmla="*/ 1453 h 1910"/>
                  <a:gd name="T58" fmla="*/ 50 w 1918"/>
                  <a:gd name="T59" fmla="*/ 1307 h 1910"/>
                  <a:gd name="T60" fmla="*/ 15 w 1918"/>
                  <a:gd name="T61" fmla="*/ 1151 h 1910"/>
                  <a:gd name="T62" fmla="*/ 1 w 1918"/>
                  <a:gd name="T63" fmla="*/ 989 h 1910"/>
                  <a:gd name="T64" fmla="*/ 579 w 1918"/>
                  <a:gd name="T65" fmla="*/ 1081 h 1910"/>
                  <a:gd name="T66" fmla="*/ 600 w 1918"/>
                  <a:gd name="T67" fmla="*/ 1197 h 1910"/>
                  <a:gd name="T68" fmla="*/ 639 w 1918"/>
                  <a:gd name="T69" fmla="*/ 1300 h 1910"/>
                  <a:gd name="T70" fmla="*/ 701 w 1918"/>
                  <a:gd name="T71" fmla="*/ 1386 h 1910"/>
                  <a:gd name="T72" fmla="*/ 788 w 1918"/>
                  <a:gd name="T73" fmla="*/ 1448 h 1910"/>
                  <a:gd name="T74" fmla="*/ 904 w 1918"/>
                  <a:gd name="T75" fmla="*/ 1480 h 1910"/>
                  <a:gd name="T76" fmla="*/ 1046 w 1918"/>
                  <a:gd name="T77" fmla="*/ 1476 h 1910"/>
                  <a:gd name="T78" fmla="*/ 1160 w 1918"/>
                  <a:gd name="T79" fmla="*/ 1436 h 1910"/>
                  <a:gd name="T80" fmla="*/ 1242 w 1918"/>
                  <a:gd name="T81" fmla="*/ 1365 h 1910"/>
                  <a:gd name="T82" fmla="*/ 1296 w 1918"/>
                  <a:gd name="T83" fmla="*/ 1270 h 1910"/>
                  <a:gd name="T84" fmla="*/ 1328 w 1918"/>
                  <a:gd name="T85" fmla="*/ 1158 h 1910"/>
                  <a:gd name="T86" fmla="*/ 1343 w 1918"/>
                  <a:gd name="T87" fmla="*/ 1036 h 1910"/>
                  <a:gd name="T88" fmla="*/ 1343 w 1918"/>
                  <a:gd name="T89" fmla="*/ 861 h 1910"/>
                  <a:gd name="T90" fmla="*/ 1328 w 1918"/>
                  <a:gd name="T91" fmla="*/ 744 h 1910"/>
                  <a:gd name="T92" fmla="*/ 1294 w 1918"/>
                  <a:gd name="T93" fmla="*/ 640 h 1910"/>
                  <a:gd name="T94" fmla="*/ 1238 w 1918"/>
                  <a:gd name="T95" fmla="*/ 551 h 1910"/>
                  <a:gd name="T96" fmla="*/ 1161 w 1918"/>
                  <a:gd name="T97" fmla="*/ 484 h 1910"/>
                  <a:gd name="T98" fmla="*/ 1058 w 1918"/>
                  <a:gd name="T99" fmla="*/ 443 h 1910"/>
                  <a:gd name="T100" fmla="*/ 927 w 1918"/>
                  <a:gd name="T101" fmla="*/ 433 h 1910"/>
                  <a:gd name="T102" fmla="*/ 805 w 1918"/>
                  <a:gd name="T103" fmla="*/ 459 h 1910"/>
                  <a:gd name="T104" fmla="*/ 714 w 1918"/>
                  <a:gd name="T105" fmla="*/ 516 h 1910"/>
                  <a:gd name="T106" fmla="*/ 649 w 1918"/>
                  <a:gd name="T107" fmla="*/ 599 h 1910"/>
                  <a:gd name="T108" fmla="*/ 606 w 1918"/>
                  <a:gd name="T109" fmla="*/ 700 h 1910"/>
                  <a:gd name="T110" fmla="*/ 581 w 1918"/>
                  <a:gd name="T111" fmla="*/ 815 h 19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1918" h="1910">
                    <a:moveTo>
                      <a:pt x="0" y="956"/>
                    </a:moveTo>
                    <a:lnTo>
                      <a:pt x="1" y="901"/>
                    </a:lnTo>
                    <a:lnTo>
                      <a:pt x="5" y="847"/>
                    </a:lnTo>
                    <a:lnTo>
                      <a:pt x="10" y="794"/>
                    </a:lnTo>
                    <a:lnTo>
                      <a:pt x="17" y="743"/>
                    </a:lnTo>
                    <a:lnTo>
                      <a:pt x="27" y="694"/>
                    </a:lnTo>
                    <a:lnTo>
                      <a:pt x="38" y="646"/>
                    </a:lnTo>
                    <a:lnTo>
                      <a:pt x="51" y="600"/>
                    </a:lnTo>
                    <a:lnTo>
                      <a:pt x="66" y="555"/>
                    </a:lnTo>
                    <a:lnTo>
                      <a:pt x="83" y="512"/>
                    </a:lnTo>
                    <a:lnTo>
                      <a:pt x="102" y="470"/>
                    </a:lnTo>
                    <a:lnTo>
                      <a:pt x="123" y="430"/>
                    </a:lnTo>
                    <a:lnTo>
                      <a:pt x="145" y="391"/>
                    </a:lnTo>
                    <a:lnTo>
                      <a:pt x="170" y="354"/>
                    </a:lnTo>
                    <a:lnTo>
                      <a:pt x="197" y="320"/>
                    </a:lnTo>
                    <a:lnTo>
                      <a:pt x="225" y="286"/>
                    </a:lnTo>
                    <a:lnTo>
                      <a:pt x="254" y="254"/>
                    </a:lnTo>
                    <a:lnTo>
                      <a:pt x="286" y="224"/>
                    </a:lnTo>
                    <a:lnTo>
                      <a:pt x="320" y="196"/>
                    </a:lnTo>
                    <a:lnTo>
                      <a:pt x="355" y="170"/>
                    </a:lnTo>
                    <a:lnTo>
                      <a:pt x="391" y="146"/>
                    </a:lnTo>
                    <a:lnTo>
                      <a:pt x="430" y="122"/>
                    </a:lnTo>
                    <a:lnTo>
                      <a:pt x="470" y="101"/>
                    </a:lnTo>
                    <a:lnTo>
                      <a:pt x="512" y="83"/>
                    </a:lnTo>
                    <a:lnTo>
                      <a:pt x="555" y="65"/>
                    </a:lnTo>
                    <a:lnTo>
                      <a:pt x="600" y="51"/>
                    </a:lnTo>
                    <a:lnTo>
                      <a:pt x="646" y="37"/>
                    </a:lnTo>
                    <a:lnTo>
                      <a:pt x="694" y="25"/>
                    </a:lnTo>
                    <a:lnTo>
                      <a:pt x="744" y="17"/>
                    </a:lnTo>
                    <a:lnTo>
                      <a:pt x="794" y="9"/>
                    </a:lnTo>
                    <a:lnTo>
                      <a:pt x="847" y="4"/>
                    </a:lnTo>
                    <a:lnTo>
                      <a:pt x="900" y="1"/>
                    </a:lnTo>
                    <a:lnTo>
                      <a:pt x="956" y="0"/>
                    </a:lnTo>
                    <a:lnTo>
                      <a:pt x="1011" y="1"/>
                    </a:lnTo>
                    <a:lnTo>
                      <a:pt x="1065" y="4"/>
                    </a:lnTo>
                    <a:lnTo>
                      <a:pt x="1118" y="9"/>
                    </a:lnTo>
                    <a:lnTo>
                      <a:pt x="1169" y="15"/>
                    </a:lnTo>
                    <a:lnTo>
                      <a:pt x="1218" y="24"/>
                    </a:lnTo>
                    <a:lnTo>
                      <a:pt x="1267" y="35"/>
                    </a:lnTo>
                    <a:lnTo>
                      <a:pt x="1313" y="47"/>
                    </a:lnTo>
                    <a:lnTo>
                      <a:pt x="1359" y="63"/>
                    </a:lnTo>
                    <a:lnTo>
                      <a:pt x="1402" y="78"/>
                    </a:lnTo>
                    <a:lnTo>
                      <a:pt x="1444" y="97"/>
                    </a:lnTo>
                    <a:lnTo>
                      <a:pt x="1485" y="117"/>
                    </a:lnTo>
                    <a:lnTo>
                      <a:pt x="1523" y="139"/>
                    </a:lnTo>
                    <a:lnTo>
                      <a:pt x="1560" y="163"/>
                    </a:lnTo>
                    <a:lnTo>
                      <a:pt x="1595" y="189"/>
                    </a:lnTo>
                    <a:lnTo>
                      <a:pt x="1629" y="216"/>
                    </a:lnTo>
                    <a:lnTo>
                      <a:pt x="1661" y="245"/>
                    </a:lnTo>
                    <a:lnTo>
                      <a:pt x="1691" y="276"/>
                    </a:lnTo>
                    <a:lnTo>
                      <a:pt x="1720" y="309"/>
                    </a:lnTo>
                    <a:lnTo>
                      <a:pt x="1746" y="343"/>
                    </a:lnTo>
                    <a:lnTo>
                      <a:pt x="1771" y="379"/>
                    </a:lnTo>
                    <a:lnTo>
                      <a:pt x="1794" y="417"/>
                    </a:lnTo>
                    <a:lnTo>
                      <a:pt x="1815" y="457"/>
                    </a:lnTo>
                    <a:lnTo>
                      <a:pt x="1835" y="497"/>
                    </a:lnTo>
                    <a:lnTo>
                      <a:pt x="1851" y="540"/>
                    </a:lnTo>
                    <a:lnTo>
                      <a:pt x="1867" y="584"/>
                    </a:lnTo>
                    <a:lnTo>
                      <a:pt x="1880" y="631"/>
                    </a:lnTo>
                    <a:lnTo>
                      <a:pt x="1892" y="678"/>
                    </a:lnTo>
                    <a:lnTo>
                      <a:pt x="1901" y="728"/>
                    </a:lnTo>
                    <a:lnTo>
                      <a:pt x="1909" y="779"/>
                    </a:lnTo>
                    <a:lnTo>
                      <a:pt x="1913" y="831"/>
                    </a:lnTo>
                    <a:lnTo>
                      <a:pt x="1916" y="886"/>
                    </a:lnTo>
                    <a:lnTo>
                      <a:pt x="1918" y="941"/>
                    </a:lnTo>
                    <a:lnTo>
                      <a:pt x="1918" y="981"/>
                    </a:lnTo>
                    <a:lnTo>
                      <a:pt x="1916" y="1020"/>
                    </a:lnTo>
                    <a:lnTo>
                      <a:pt x="1914" y="1059"/>
                    </a:lnTo>
                    <a:lnTo>
                      <a:pt x="1911" y="1096"/>
                    </a:lnTo>
                    <a:lnTo>
                      <a:pt x="1908" y="1133"/>
                    </a:lnTo>
                    <a:lnTo>
                      <a:pt x="1902" y="1168"/>
                    </a:lnTo>
                    <a:lnTo>
                      <a:pt x="1897" y="1202"/>
                    </a:lnTo>
                    <a:lnTo>
                      <a:pt x="1890" y="1236"/>
                    </a:lnTo>
                    <a:lnTo>
                      <a:pt x="1883" y="1268"/>
                    </a:lnTo>
                    <a:lnTo>
                      <a:pt x="1874" y="1300"/>
                    </a:lnTo>
                    <a:lnTo>
                      <a:pt x="1866" y="1331"/>
                    </a:lnTo>
                    <a:lnTo>
                      <a:pt x="1856" y="1361"/>
                    </a:lnTo>
                    <a:lnTo>
                      <a:pt x="1846" y="1391"/>
                    </a:lnTo>
                    <a:lnTo>
                      <a:pt x="1834" y="1418"/>
                    </a:lnTo>
                    <a:lnTo>
                      <a:pt x="1821" y="1446"/>
                    </a:lnTo>
                    <a:lnTo>
                      <a:pt x="1808" y="1472"/>
                    </a:lnTo>
                    <a:lnTo>
                      <a:pt x="1793" y="1502"/>
                    </a:lnTo>
                    <a:lnTo>
                      <a:pt x="1775" y="1530"/>
                    </a:lnTo>
                    <a:lnTo>
                      <a:pt x="1757" y="1557"/>
                    </a:lnTo>
                    <a:lnTo>
                      <a:pt x="1739" y="1582"/>
                    </a:lnTo>
                    <a:lnTo>
                      <a:pt x="1719" y="1607"/>
                    </a:lnTo>
                    <a:lnTo>
                      <a:pt x="1699" y="1631"/>
                    </a:lnTo>
                    <a:lnTo>
                      <a:pt x="1678" y="1653"/>
                    </a:lnTo>
                    <a:lnTo>
                      <a:pt x="1657" y="1675"/>
                    </a:lnTo>
                    <a:lnTo>
                      <a:pt x="1634" y="1695"/>
                    </a:lnTo>
                    <a:lnTo>
                      <a:pt x="1612" y="1715"/>
                    </a:lnTo>
                    <a:lnTo>
                      <a:pt x="1587" y="1734"/>
                    </a:lnTo>
                    <a:lnTo>
                      <a:pt x="1563" y="1751"/>
                    </a:lnTo>
                    <a:lnTo>
                      <a:pt x="1539" y="1767"/>
                    </a:lnTo>
                    <a:lnTo>
                      <a:pt x="1512" y="1782"/>
                    </a:lnTo>
                    <a:lnTo>
                      <a:pt x="1487" y="1798"/>
                    </a:lnTo>
                    <a:lnTo>
                      <a:pt x="1460" y="1811"/>
                    </a:lnTo>
                    <a:lnTo>
                      <a:pt x="1433" y="1823"/>
                    </a:lnTo>
                    <a:lnTo>
                      <a:pt x="1405" y="1835"/>
                    </a:lnTo>
                    <a:lnTo>
                      <a:pt x="1378" y="1846"/>
                    </a:lnTo>
                    <a:lnTo>
                      <a:pt x="1349" y="1856"/>
                    </a:lnTo>
                    <a:lnTo>
                      <a:pt x="1320" y="1865"/>
                    </a:lnTo>
                    <a:lnTo>
                      <a:pt x="1290" y="1873"/>
                    </a:lnTo>
                    <a:lnTo>
                      <a:pt x="1260" y="1880"/>
                    </a:lnTo>
                    <a:lnTo>
                      <a:pt x="1231" y="1887"/>
                    </a:lnTo>
                    <a:lnTo>
                      <a:pt x="1200" y="1892"/>
                    </a:lnTo>
                    <a:lnTo>
                      <a:pt x="1169" y="1897"/>
                    </a:lnTo>
                    <a:lnTo>
                      <a:pt x="1138" y="1901"/>
                    </a:lnTo>
                    <a:lnTo>
                      <a:pt x="1107" y="1904"/>
                    </a:lnTo>
                    <a:lnTo>
                      <a:pt x="1075" y="1907"/>
                    </a:lnTo>
                    <a:lnTo>
                      <a:pt x="1043" y="1909"/>
                    </a:lnTo>
                    <a:lnTo>
                      <a:pt x="1011" y="1910"/>
                    </a:lnTo>
                    <a:lnTo>
                      <a:pt x="979" y="1910"/>
                    </a:lnTo>
                    <a:lnTo>
                      <a:pt x="940" y="1910"/>
                    </a:lnTo>
                    <a:lnTo>
                      <a:pt x="903" y="1909"/>
                    </a:lnTo>
                    <a:lnTo>
                      <a:pt x="865" y="1907"/>
                    </a:lnTo>
                    <a:lnTo>
                      <a:pt x="830" y="1903"/>
                    </a:lnTo>
                    <a:lnTo>
                      <a:pt x="794" y="1900"/>
                    </a:lnTo>
                    <a:lnTo>
                      <a:pt x="759" y="1896"/>
                    </a:lnTo>
                    <a:lnTo>
                      <a:pt x="726" y="1891"/>
                    </a:lnTo>
                    <a:lnTo>
                      <a:pt x="693" y="1885"/>
                    </a:lnTo>
                    <a:lnTo>
                      <a:pt x="661" y="1879"/>
                    </a:lnTo>
                    <a:lnTo>
                      <a:pt x="630" y="1871"/>
                    </a:lnTo>
                    <a:lnTo>
                      <a:pt x="600" y="1863"/>
                    </a:lnTo>
                    <a:lnTo>
                      <a:pt x="570" y="1854"/>
                    </a:lnTo>
                    <a:lnTo>
                      <a:pt x="542" y="1845"/>
                    </a:lnTo>
                    <a:lnTo>
                      <a:pt x="514" y="1834"/>
                    </a:lnTo>
                    <a:lnTo>
                      <a:pt x="486" y="1823"/>
                    </a:lnTo>
                    <a:lnTo>
                      <a:pt x="461" y="1811"/>
                    </a:lnTo>
                    <a:lnTo>
                      <a:pt x="430" y="1795"/>
                    </a:lnTo>
                    <a:lnTo>
                      <a:pt x="401" y="1779"/>
                    </a:lnTo>
                    <a:lnTo>
                      <a:pt x="373" y="1761"/>
                    </a:lnTo>
                    <a:lnTo>
                      <a:pt x="346" y="1742"/>
                    </a:lnTo>
                    <a:lnTo>
                      <a:pt x="321" y="1723"/>
                    </a:lnTo>
                    <a:lnTo>
                      <a:pt x="295" y="1702"/>
                    </a:lnTo>
                    <a:lnTo>
                      <a:pt x="272" y="1681"/>
                    </a:lnTo>
                    <a:lnTo>
                      <a:pt x="250" y="1659"/>
                    </a:lnTo>
                    <a:lnTo>
                      <a:pt x="228" y="1635"/>
                    </a:lnTo>
                    <a:lnTo>
                      <a:pt x="208" y="1611"/>
                    </a:lnTo>
                    <a:lnTo>
                      <a:pt x="188" y="1587"/>
                    </a:lnTo>
                    <a:lnTo>
                      <a:pt x="170" y="1562"/>
                    </a:lnTo>
                    <a:lnTo>
                      <a:pt x="153" y="1535"/>
                    </a:lnTo>
                    <a:lnTo>
                      <a:pt x="136" y="1509"/>
                    </a:lnTo>
                    <a:lnTo>
                      <a:pt x="121" y="1482"/>
                    </a:lnTo>
                    <a:lnTo>
                      <a:pt x="106" y="1453"/>
                    </a:lnTo>
                    <a:lnTo>
                      <a:pt x="93" y="1426"/>
                    </a:lnTo>
                    <a:lnTo>
                      <a:pt x="81" y="1396"/>
                    </a:lnTo>
                    <a:lnTo>
                      <a:pt x="70" y="1367"/>
                    </a:lnTo>
                    <a:lnTo>
                      <a:pt x="59" y="1338"/>
                    </a:lnTo>
                    <a:lnTo>
                      <a:pt x="50" y="1307"/>
                    </a:lnTo>
                    <a:lnTo>
                      <a:pt x="41" y="1277"/>
                    </a:lnTo>
                    <a:lnTo>
                      <a:pt x="33" y="1245"/>
                    </a:lnTo>
                    <a:lnTo>
                      <a:pt x="26" y="1214"/>
                    </a:lnTo>
                    <a:lnTo>
                      <a:pt x="20" y="1182"/>
                    </a:lnTo>
                    <a:lnTo>
                      <a:pt x="15" y="1151"/>
                    </a:lnTo>
                    <a:lnTo>
                      <a:pt x="10" y="1118"/>
                    </a:lnTo>
                    <a:lnTo>
                      <a:pt x="7" y="1086"/>
                    </a:lnTo>
                    <a:lnTo>
                      <a:pt x="4" y="1054"/>
                    </a:lnTo>
                    <a:lnTo>
                      <a:pt x="3" y="1021"/>
                    </a:lnTo>
                    <a:lnTo>
                      <a:pt x="1" y="989"/>
                    </a:lnTo>
                    <a:lnTo>
                      <a:pt x="0" y="956"/>
                    </a:lnTo>
                    <a:close/>
                    <a:moveTo>
                      <a:pt x="572" y="958"/>
                    </a:moveTo>
                    <a:lnTo>
                      <a:pt x="574" y="1008"/>
                    </a:lnTo>
                    <a:lnTo>
                      <a:pt x="577" y="1056"/>
                    </a:lnTo>
                    <a:lnTo>
                      <a:pt x="579" y="1081"/>
                    </a:lnTo>
                    <a:lnTo>
                      <a:pt x="581" y="1105"/>
                    </a:lnTo>
                    <a:lnTo>
                      <a:pt x="586" y="1128"/>
                    </a:lnTo>
                    <a:lnTo>
                      <a:pt x="589" y="1151"/>
                    </a:lnTo>
                    <a:lnTo>
                      <a:pt x="595" y="1174"/>
                    </a:lnTo>
                    <a:lnTo>
                      <a:pt x="600" y="1197"/>
                    </a:lnTo>
                    <a:lnTo>
                      <a:pt x="606" y="1219"/>
                    </a:lnTo>
                    <a:lnTo>
                      <a:pt x="613" y="1240"/>
                    </a:lnTo>
                    <a:lnTo>
                      <a:pt x="621" y="1260"/>
                    </a:lnTo>
                    <a:lnTo>
                      <a:pt x="630" y="1281"/>
                    </a:lnTo>
                    <a:lnTo>
                      <a:pt x="639" y="1300"/>
                    </a:lnTo>
                    <a:lnTo>
                      <a:pt x="650" y="1319"/>
                    </a:lnTo>
                    <a:lnTo>
                      <a:pt x="661" y="1338"/>
                    </a:lnTo>
                    <a:lnTo>
                      <a:pt x="673" y="1354"/>
                    </a:lnTo>
                    <a:lnTo>
                      <a:pt x="686" y="1371"/>
                    </a:lnTo>
                    <a:lnTo>
                      <a:pt x="701" y="1386"/>
                    </a:lnTo>
                    <a:lnTo>
                      <a:pt x="716" y="1401"/>
                    </a:lnTo>
                    <a:lnTo>
                      <a:pt x="731" y="1414"/>
                    </a:lnTo>
                    <a:lnTo>
                      <a:pt x="749" y="1427"/>
                    </a:lnTo>
                    <a:lnTo>
                      <a:pt x="768" y="1438"/>
                    </a:lnTo>
                    <a:lnTo>
                      <a:pt x="788" y="1448"/>
                    </a:lnTo>
                    <a:lnTo>
                      <a:pt x="809" y="1457"/>
                    </a:lnTo>
                    <a:lnTo>
                      <a:pt x="831" y="1464"/>
                    </a:lnTo>
                    <a:lnTo>
                      <a:pt x="854" y="1471"/>
                    </a:lnTo>
                    <a:lnTo>
                      <a:pt x="878" y="1477"/>
                    </a:lnTo>
                    <a:lnTo>
                      <a:pt x="904" y="1480"/>
                    </a:lnTo>
                    <a:lnTo>
                      <a:pt x="931" y="1482"/>
                    </a:lnTo>
                    <a:lnTo>
                      <a:pt x="960" y="1483"/>
                    </a:lnTo>
                    <a:lnTo>
                      <a:pt x="990" y="1482"/>
                    </a:lnTo>
                    <a:lnTo>
                      <a:pt x="1019" y="1480"/>
                    </a:lnTo>
                    <a:lnTo>
                      <a:pt x="1046" y="1476"/>
                    </a:lnTo>
                    <a:lnTo>
                      <a:pt x="1072" y="1470"/>
                    </a:lnTo>
                    <a:lnTo>
                      <a:pt x="1096" y="1463"/>
                    </a:lnTo>
                    <a:lnTo>
                      <a:pt x="1119" y="1456"/>
                    </a:lnTo>
                    <a:lnTo>
                      <a:pt x="1140" y="1446"/>
                    </a:lnTo>
                    <a:lnTo>
                      <a:pt x="1160" y="1436"/>
                    </a:lnTo>
                    <a:lnTo>
                      <a:pt x="1179" y="1424"/>
                    </a:lnTo>
                    <a:lnTo>
                      <a:pt x="1196" y="1410"/>
                    </a:lnTo>
                    <a:lnTo>
                      <a:pt x="1213" y="1396"/>
                    </a:lnTo>
                    <a:lnTo>
                      <a:pt x="1227" y="1381"/>
                    </a:lnTo>
                    <a:lnTo>
                      <a:pt x="1242" y="1365"/>
                    </a:lnTo>
                    <a:lnTo>
                      <a:pt x="1255" y="1348"/>
                    </a:lnTo>
                    <a:lnTo>
                      <a:pt x="1267" y="1330"/>
                    </a:lnTo>
                    <a:lnTo>
                      <a:pt x="1277" y="1310"/>
                    </a:lnTo>
                    <a:lnTo>
                      <a:pt x="1287" y="1291"/>
                    </a:lnTo>
                    <a:lnTo>
                      <a:pt x="1296" y="1270"/>
                    </a:lnTo>
                    <a:lnTo>
                      <a:pt x="1305" y="1249"/>
                    </a:lnTo>
                    <a:lnTo>
                      <a:pt x="1311" y="1227"/>
                    </a:lnTo>
                    <a:lnTo>
                      <a:pt x="1318" y="1205"/>
                    </a:lnTo>
                    <a:lnTo>
                      <a:pt x="1323" y="1182"/>
                    </a:lnTo>
                    <a:lnTo>
                      <a:pt x="1328" y="1158"/>
                    </a:lnTo>
                    <a:lnTo>
                      <a:pt x="1332" y="1135"/>
                    </a:lnTo>
                    <a:lnTo>
                      <a:pt x="1336" y="1110"/>
                    </a:lnTo>
                    <a:lnTo>
                      <a:pt x="1339" y="1085"/>
                    </a:lnTo>
                    <a:lnTo>
                      <a:pt x="1341" y="1061"/>
                    </a:lnTo>
                    <a:lnTo>
                      <a:pt x="1343" y="1036"/>
                    </a:lnTo>
                    <a:lnTo>
                      <a:pt x="1345" y="985"/>
                    </a:lnTo>
                    <a:lnTo>
                      <a:pt x="1347" y="934"/>
                    </a:lnTo>
                    <a:lnTo>
                      <a:pt x="1345" y="909"/>
                    </a:lnTo>
                    <a:lnTo>
                      <a:pt x="1345" y="884"/>
                    </a:lnTo>
                    <a:lnTo>
                      <a:pt x="1343" y="861"/>
                    </a:lnTo>
                    <a:lnTo>
                      <a:pt x="1342" y="837"/>
                    </a:lnTo>
                    <a:lnTo>
                      <a:pt x="1339" y="814"/>
                    </a:lnTo>
                    <a:lnTo>
                      <a:pt x="1336" y="790"/>
                    </a:lnTo>
                    <a:lnTo>
                      <a:pt x="1332" y="768"/>
                    </a:lnTo>
                    <a:lnTo>
                      <a:pt x="1328" y="744"/>
                    </a:lnTo>
                    <a:lnTo>
                      <a:pt x="1322" y="722"/>
                    </a:lnTo>
                    <a:lnTo>
                      <a:pt x="1316" y="701"/>
                    </a:lnTo>
                    <a:lnTo>
                      <a:pt x="1309" y="680"/>
                    </a:lnTo>
                    <a:lnTo>
                      <a:pt x="1301" y="659"/>
                    </a:lnTo>
                    <a:lnTo>
                      <a:pt x="1294" y="640"/>
                    </a:lnTo>
                    <a:lnTo>
                      <a:pt x="1284" y="621"/>
                    </a:lnTo>
                    <a:lnTo>
                      <a:pt x="1274" y="602"/>
                    </a:lnTo>
                    <a:lnTo>
                      <a:pt x="1264" y="584"/>
                    </a:lnTo>
                    <a:lnTo>
                      <a:pt x="1252" y="568"/>
                    </a:lnTo>
                    <a:lnTo>
                      <a:pt x="1238" y="551"/>
                    </a:lnTo>
                    <a:lnTo>
                      <a:pt x="1225" y="536"/>
                    </a:lnTo>
                    <a:lnTo>
                      <a:pt x="1211" y="522"/>
                    </a:lnTo>
                    <a:lnTo>
                      <a:pt x="1195" y="508"/>
                    </a:lnTo>
                    <a:lnTo>
                      <a:pt x="1179" y="496"/>
                    </a:lnTo>
                    <a:lnTo>
                      <a:pt x="1161" y="484"/>
                    </a:lnTo>
                    <a:lnTo>
                      <a:pt x="1142" y="474"/>
                    </a:lnTo>
                    <a:lnTo>
                      <a:pt x="1124" y="464"/>
                    </a:lnTo>
                    <a:lnTo>
                      <a:pt x="1103" y="457"/>
                    </a:lnTo>
                    <a:lnTo>
                      <a:pt x="1080" y="449"/>
                    </a:lnTo>
                    <a:lnTo>
                      <a:pt x="1058" y="443"/>
                    </a:lnTo>
                    <a:lnTo>
                      <a:pt x="1034" y="439"/>
                    </a:lnTo>
                    <a:lnTo>
                      <a:pt x="1009" y="434"/>
                    </a:lnTo>
                    <a:lnTo>
                      <a:pt x="982" y="433"/>
                    </a:lnTo>
                    <a:lnTo>
                      <a:pt x="955" y="432"/>
                    </a:lnTo>
                    <a:lnTo>
                      <a:pt x="927" y="433"/>
                    </a:lnTo>
                    <a:lnTo>
                      <a:pt x="899" y="436"/>
                    </a:lnTo>
                    <a:lnTo>
                      <a:pt x="874" y="439"/>
                    </a:lnTo>
                    <a:lnTo>
                      <a:pt x="850" y="444"/>
                    </a:lnTo>
                    <a:lnTo>
                      <a:pt x="826" y="451"/>
                    </a:lnTo>
                    <a:lnTo>
                      <a:pt x="805" y="459"/>
                    </a:lnTo>
                    <a:lnTo>
                      <a:pt x="784" y="468"/>
                    </a:lnTo>
                    <a:lnTo>
                      <a:pt x="765" y="479"/>
                    </a:lnTo>
                    <a:lnTo>
                      <a:pt x="747" y="490"/>
                    </a:lnTo>
                    <a:lnTo>
                      <a:pt x="729" y="503"/>
                    </a:lnTo>
                    <a:lnTo>
                      <a:pt x="714" y="516"/>
                    </a:lnTo>
                    <a:lnTo>
                      <a:pt x="698" y="532"/>
                    </a:lnTo>
                    <a:lnTo>
                      <a:pt x="684" y="547"/>
                    </a:lnTo>
                    <a:lnTo>
                      <a:pt x="672" y="564"/>
                    </a:lnTo>
                    <a:lnTo>
                      <a:pt x="660" y="581"/>
                    </a:lnTo>
                    <a:lnTo>
                      <a:pt x="649" y="599"/>
                    </a:lnTo>
                    <a:lnTo>
                      <a:pt x="638" y="619"/>
                    </a:lnTo>
                    <a:lnTo>
                      <a:pt x="629" y="637"/>
                    </a:lnTo>
                    <a:lnTo>
                      <a:pt x="620" y="658"/>
                    </a:lnTo>
                    <a:lnTo>
                      <a:pt x="612" y="679"/>
                    </a:lnTo>
                    <a:lnTo>
                      <a:pt x="606" y="700"/>
                    </a:lnTo>
                    <a:lnTo>
                      <a:pt x="599" y="722"/>
                    </a:lnTo>
                    <a:lnTo>
                      <a:pt x="593" y="745"/>
                    </a:lnTo>
                    <a:lnTo>
                      <a:pt x="589" y="768"/>
                    </a:lnTo>
                    <a:lnTo>
                      <a:pt x="585" y="792"/>
                    </a:lnTo>
                    <a:lnTo>
                      <a:pt x="581" y="815"/>
                    </a:lnTo>
                    <a:lnTo>
                      <a:pt x="579" y="838"/>
                    </a:lnTo>
                    <a:lnTo>
                      <a:pt x="577" y="862"/>
                    </a:lnTo>
                    <a:lnTo>
                      <a:pt x="574" y="911"/>
                    </a:lnTo>
                    <a:lnTo>
                      <a:pt x="572" y="9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</p:grpSp>
      </p:grpSp>
      <p:grpSp>
        <p:nvGrpSpPr>
          <p:cNvPr id="28" name="组合 27"/>
          <p:cNvGrpSpPr/>
          <p:nvPr userDrawn="1"/>
        </p:nvGrpSpPr>
        <p:grpSpPr>
          <a:xfrm rot="10800000">
            <a:off x="11807681" y="4259214"/>
            <a:ext cx="253916" cy="1567687"/>
            <a:chOff x="278586" y="1234440"/>
            <a:chExt cx="253916" cy="1567687"/>
          </a:xfrm>
        </p:grpSpPr>
        <p:sp>
          <p:nvSpPr>
            <p:cNvPr id="29" name="文本框 28"/>
            <p:cNvSpPr txBox="1"/>
            <p:nvPr userDrawn="1"/>
          </p:nvSpPr>
          <p:spPr>
            <a:xfrm rot="16200000">
              <a:off x="-39450" y="1867967"/>
              <a:ext cx="88998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50" dirty="0">
                  <a:solidFill>
                    <a:schemeClr val="tx2"/>
                  </a:solidFill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rPr>
                <a:t>zvalley.com</a:t>
              </a:r>
              <a:endParaRPr lang="zh-CN" altLang="en-US" sz="1050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  <p:cxnSp>
          <p:nvCxnSpPr>
            <p:cNvPr id="30" name="直接连接符 29"/>
            <p:cNvCxnSpPr/>
            <p:nvPr userDrawn="1"/>
          </p:nvCxnSpPr>
          <p:spPr>
            <a:xfrm>
              <a:off x="405543" y="123444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 userDrawn="1"/>
          </p:nvCxnSpPr>
          <p:spPr>
            <a:xfrm>
              <a:off x="405543" y="246126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图片 8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586" y="-101600"/>
            <a:ext cx="12230100" cy="6981030"/>
          </a:xfrm>
          <a:prstGeom prst="rect">
            <a:avLst/>
          </a:prstGeom>
        </p:spPr>
      </p:pic>
      <p:grpSp>
        <p:nvGrpSpPr>
          <p:cNvPr id="17" name="组合 16"/>
          <p:cNvGrpSpPr/>
          <p:nvPr userDrawn="1"/>
        </p:nvGrpSpPr>
        <p:grpSpPr>
          <a:xfrm>
            <a:off x="0" y="172255"/>
            <a:ext cx="847493" cy="219554"/>
            <a:chOff x="844550" y="5881709"/>
            <a:chExt cx="1443461" cy="373947"/>
          </a:xfrm>
        </p:grpSpPr>
        <p:sp>
          <p:nvSpPr>
            <p:cNvPr id="18" name="任意多边形: 形状 2"/>
            <p:cNvSpPr/>
            <p:nvPr/>
          </p:nvSpPr>
          <p:spPr>
            <a:xfrm>
              <a:off x="844550" y="5881709"/>
              <a:ext cx="1443461" cy="373947"/>
            </a:xfrm>
            <a:custGeom>
              <a:avLst/>
              <a:gdLst>
                <a:gd name="connsiteX0" fmla="*/ 0 w 1443461"/>
                <a:gd name="connsiteY0" fmla="*/ 0 h 373947"/>
                <a:gd name="connsiteX1" fmla="*/ 213076 w 1443461"/>
                <a:gd name="connsiteY1" fmla="*/ 0 h 373947"/>
                <a:gd name="connsiteX2" fmla="*/ 223612 w 1443461"/>
                <a:gd name="connsiteY2" fmla="*/ 0 h 373947"/>
                <a:gd name="connsiteX3" fmla="*/ 1281239 w 1443461"/>
                <a:gd name="connsiteY3" fmla="*/ 0 h 373947"/>
                <a:gd name="connsiteX4" fmla="*/ 1443461 w 1443461"/>
                <a:gd name="connsiteY4" fmla="*/ 373947 h 373947"/>
                <a:gd name="connsiteX5" fmla="*/ 385835 w 1443461"/>
                <a:gd name="connsiteY5" fmla="*/ 373947 h 373947"/>
                <a:gd name="connsiteX6" fmla="*/ 213076 w 1443461"/>
                <a:gd name="connsiteY6" fmla="*/ 373947 h 373947"/>
                <a:gd name="connsiteX7" fmla="*/ 0 w 1443461"/>
                <a:gd name="connsiteY7" fmla="*/ 373947 h 373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43461" h="373947">
                  <a:moveTo>
                    <a:pt x="0" y="0"/>
                  </a:moveTo>
                  <a:lnTo>
                    <a:pt x="213076" y="0"/>
                  </a:lnTo>
                  <a:lnTo>
                    <a:pt x="223612" y="0"/>
                  </a:lnTo>
                  <a:lnTo>
                    <a:pt x="1281239" y="0"/>
                  </a:lnTo>
                  <a:lnTo>
                    <a:pt x="1443461" y="373947"/>
                  </a:lnTo>
                  <a:lnTo>
                    <a:pt x="385835" y="373947"/>
                  </a:lnTo>
                  <a:lnTo>
                    <a:pt x="213076" y="373947"/>
                  </a:lnTo>
                  <a:lnTo>
                    <a:pt x="0" y="373947"/>
                  </a:ln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965200" y="6003203"/>
              <a:ext cx="1066799" cy="137489"/>
              <a:chOff x="9773511" y="822770"/>
              <a:chExt cx="2352675" cy="303212"/>
            </a:xfrm>
            <a:solidFill>
              <a:schemeClr val="tx1">
                <a:lumMod val="85000"/>
                <a:lumOff val="15000"/>
              </a:schemeClr>
            </a:solidFill>
          </p:grpSpPr>
          <p:sp>
            <p:nvSpPr>
              <p:cNvPr id="20" name="Rectangle 6"/>
              <p:cNvSpPr>
                <a:spLocks noChangeArrowheads="1"/>
              </p:cNvSpPr>
              <p:nvPr/>
            </p:nvSpPr>
            <p:spPr bwMode="auto">
              <a:xfrm>
                <a:off x="11391174" y="827532"/>
                <a:ext cx="90487" cy="293687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1" name="Freeform 7"/>
              <p:cNvSpPr/>
              <p:nvPr/>
            </p:nvSpPr>
            <p:spPr bwMode="auto">
              <a:xfrm>
                <a:off x="11124474" y="827532"/>
                <a:ext cx="231775" cy="293687"/>
              </a:xfrm>
              <a:custGeom>
                <a:avLst/>
                <a:gdLst>
                  <a:gd name="T0" fmla="*/ 0 w 1465"/>
                  <a:gd name="T1" fmla="*/ 0 h 1848"/>
                  <a:gd name="T2" fmla="*/ 572 w 1465"/>
                  <a:gd name="T3" fmla="*/ 0 h 1848"/>
                  <a:gd name="T4" fmla="*/ 572 w 1465"/>
                  <a:gd name="T5" fmla="*/ 1393 h 1848"/>
                  <a:gd name="T6" fmla="*/ 1465 w 1465"/>
                  <a:gd name="T7" fmla="*/ 1393 h 1848"/>
                  <a:gd name="T8" fmla="*/ 1465 w 1465"/>
                  <a:gd name="T9" fmla="*/ 1848 h 1848"/>
                  <a:gd name="T10" fmla="*/ 0 w 1465"/>
                  <a:gd name="T11" fmla="*/ 1848 h 1848"/>
                  <a:gd name="T12" fmla="*/ 0 w 1465"/>
                  <a:gd name="T13" fmla="*/ 0 h 1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65" h="1848">
                    <a:moveTo>
                      <a:pt x="0" y="0"/>
                    </a:moveTo>
                    <a:lnTo>
                      <a:pt x="572" y="0"/>
                    </a:lnTo>
                    <a:lnTo>
                      <a:pt x="572" y="1393"/>
                    </a:lnTo>
                    <a:lnTo>
                      <a:pt x="1465" y="1393"/>
                    </a:lnTo>
                    <a:lnTo>
                      <a:pt x="1465" y="1848"/>
                    </a:lnTo>
                    <a:lnTo>
                      <a:pt x="0" y="1848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2" name="Freeform 8"/>
              <p:cNvSpPr/>
              <p:nvPr/>
            </p:nvSpPr>
            <p:spPr bwMode="auto">
              <a:xfrm>
                <a:off x="10748236" y="827532"/>
                <a:ext cx="330200" cy="293687"/>
              </a:xfrm>
              <a:custGeom>
                <a:avLst/>
                <a:gdLst>
                  <a:gd name="T0" fmla="*/ 0 w 2081"/>
                  <a:gd name="T1" fmla="*/ 0 h 1848"/>
                  <a:gd name="T2" fmla="*/ 752 w 2081"/>
                  <a:gd name="T3" fmla="*/ 0 h 1848"/>
                  <a:gd name="T4" fmla="*/ 1043 w 2081"/>
                  <a:gd name="T5" fmla="*/ 1125 h 1848"/>
                  <a:gd name="T6" fmla="*/ 1332 w 2081"/>
                  <a:gd name="T7" fmla="*/ 0 h 1848"/>
                  <a:gd name="T8" fmla="*/ 2081 w 2081"/>
                  <a:gd name="T9" fmla="*/ 0 h 1848"/>
                  <a:gd name="T10" fmla="*/ 2081 w 2081"/>
                  <a:gd name="T11" fmla="*/ 1848 h 1848"/>
                  <a:gd name="T12" fmla="*/ 1615 w 2081"/>
                  <a:gd name="T13" fmla="*/ 1848 h 1848"/>
                  <a:gd name="T14" fmla="*/ 1615 w 2081"/>
                  <a:gd name="T15" fmla="*/ 439 h 1848"/>
                  <a:gd name="T16" fmla="*/ 1253 w 2081"/>
                  <a:gd name="T17" fmla="*/ 1848 h 1848"/>
                  <a:gd name="T18" fmla="*/ 830 w 2081"/>
                  <a:gd name="T19" fmla="*/ 1848 h 1848"/>
                  <a:gd name="T20" fmla="*/ 469 w 2081"/>
                  <a:gd name="T21" fmla="*/ 439 h 1848"/>
                  <a:gd name="T22" fmla="*/ 469 w 2081"/>
                  <a:gd name="T23" fmla="*/ 1848 h 1848"/>
                  <a:gd name="T24" fmla="*/ 0 w 2081"/>
                  <a:gd name="T25" fmla="*/ 1848 h 1848"/>
                  <a:gd name="T26" fmla="*/ 0 w 2081"/>
                  <a:gd name="T27" fmla="*/ 0 h 1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081" h="1848">
                    <a:moveTo>
                      <a:pt x="0" y="0"/>
                    </a:moveTo>
                    <a:lnTo>
                      <a:pt x="752" y="0"/>
                    </a:lnTo>
                    <a:lnTo>
                      <a:pt x="1043" y="1125"/>
                    </a:lnTo>
                    <a:lnTo>
                      <a:pt x="1332" y="0"/>
                    </a:lnTo>
                    <a:lnTo>
                      <a:pt x="2081" y="0"/>
                    </a:lnTo>
                    <a:lnTo>
                      <a:pt x="2081" y="1848"/>
                    </a:lnTo>
                    <a:lnTo>
                      <a:pt x="1615" y="1848"/>
                    </a:lnTo>
                    <a:lnTo>
                      <a:pt x="1615" y="439"/>
                    </a:lnTo>
                    <a:lnTo>
                      <a:pt x="1253" y="1848"/>
                    </a:lnTo>
                    <a:lnTo>
                      <a:pt x="830" y="1848"/>
                    </a:lnTo>
                    <a:lnTo>
                      <a:pt x="469" y="439"/>
                    </a:lnTo>
                    <a:lnTo>
                      <a:pt x="469" y="1848"/>
                    </a:lnTo>
                    <a:lnTo>
                      <a:pt x="0" y="1848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3" name="Freeform 9"/>
              <p:cNvSpPr/>
              <p:nvPr/>
            </p:nvSpPr>
            <p:spPr bwMode="auto">
              <a:xfrm>
                <a:off x="11845199" y="827532"/>
                <a:ext cx="280987" cy="293687"/>
              </a:xfrm>
              <a:custGeom>
                <a:avLst/>
                <a:gdLst>
                  <a:gd name="T0" fmla="*/ 0 w 1773"/>
                  <a:gd name="T1" fmla="*/ 0 h 1846"/>
                  <a:gd name="T2" fmla="*/ 541 w 1773"/>
                  <a:gd name="T3" fmla="*/ 0 h 1846"/>
                  <a:gd name="T4" fmla="*/ 1233 w 1773"/>
                  <a:gd name="T5" fmla="*/ 995 h 1846"/>
                  <a:gd name="T6" fmla="*/ 1233 w 1773"/>
                  <a:gd name="T7" fmla="*/ 0 h 1846"/>
                  <a:gd name="T8" fmla="*/ 1773 w 1773"/>
                  <a:gd name="T9" fmla="*/ 0 h 1846"/>
                  <a:gd name="T10" fmla="*/ 1773 w 1773"/>
                  <a:gd name="T11" fmla="*/ 1846 h 1846"/>
                  <a:gd name="T12" fmla="*/ 1233 w 1773"/>
                  <a:gd name="T13" fmla="*/ 1846 h 1846"/>
                  <a:gd name="T14" fmla="*/ 1233 w 1773"/>
                  <a:gd name="T15" fmla="*/ 1845 h 1846"/>
                  <a:gd name="T16" fmla="*/ 541 w 1773"/>
                  <a:gd name="T17" fmla="*/ 850 h 1846"/>
                  <a:gd name="T18" fmla="*/ 541 w 1773"/>
                  <a:gd name="T19" fmla="*/ 1846 h 1846"/>
                  <a:gd name="T20" fmla="*/ 0 w 1773"/>
                  <a:gd name="T21" fmla="*/ 1846 h 1846"/>
                  <a:gd name="T22" fmla="*/ 0 w 1773"/>
                  <a:gd name="T23" fmla="*/ 0 h 18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773" h="1846">
                    <a:moveTo>
                      <a:pt x="0" y="0"/>
                    </a:moveTo>
                    <a:lnTo>
                      <a:pt x="541" y="0"/>
                    </a:lnTo>
                    <a:lnTo>
                      <a:pt x="1233" y="995"/>
                    </a:lnTo>
                    <a:lnTo>
                      <a:pt x="1233" y="0"/>
                    </a:lnTo>
                    <a:lnTo>
                      <a:pt x="1773" y="0"/>
                    </a:lnTo>
                    <a:lnTo>
                      <a:pt x="1773" y="1846"/>
                    </a:lnTo>
                    <a:lnTo>
                      <a:pt x="1233" y="1846"/>
                    </a:lnTo>
                    <a:lnTo>
                      <a:pt x="1233" y="1845"/>
                    </a:lnTo>
                    <a:lnTo>
                      <a:pt x="541" y="850"/>
                    </a:lnTo>
                    <a:lnTo>
                      <a:pt x="541" y="1846"/>
                    </a:lnTo>
                    <a:lnTo>
                      <a:pt x="0" y="1846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4" name="Freeform 10"/>
              <p:cNvSpPr/>
              <p:nvPr/>
            </p:nvSpPr>
            <p:spPr bwMode="auto">
              <a:xfrm>
                <a:off x="9773511" y="829120"/>
                <a:ext cx="277812" cy="290512"/>
              </a:xfrm>
              <a:custGeom>
                <a:avLst/>
                <a:gdLst>
                  <a:gd name="T0" fmla="*/ 0 w 1755"/>
                  <a:gd name="T1" fmla="*/ 0 h 1840"/>
                  <a:gd name="T2" fmla="*/ 1755 w 1755"/>
                  <a:gd name="T3" fmla="*/ 0 h 1840"/>
                  <a:gd name="T4" fmla="*/ 1755 w 1755"/>
                  <a:gd name="T5" fmla="*/ 380 h 1840"/>
                  <a:gd name="T6" fmla="*/ 1755 w 1755"/>
                  <a:gd name="T7" fmla="*/ 380 h 1840"/>
                  <a:gd name="T8" fmla="*/ 1755 w 1755"/>
                  <a:gd name="T9" fmla="*/ 380 h 1840"/>
                  <a:gd name="T10" fmla="*/ 1755 w 1755"/>
                  <a:gd name="T11" fmla="*/ 380 h 1840"/>
                  <a:gd name="T12" fmla="*/ 1755 w 1755"/>
                  <a:gd name="T13" fmla="*/ 380 h 1840"/>
                  <a:gd name="T14" fmla="*/ 686 w 1755"/>
                  <a:gd name="T15" fmla="*/ 1460 h 1840"/>
                  <a:gd name="T16" fmla="*/ 1755 w 1755"/>
                  <a:gd name="T17" fmla="*/ 1460 h 1840"/>
                  <a:gd name="T18" fmla="*/ 1755 w 1755"/>
                  <a:gd name="T19" fmla="*/ 1840 h 1840"/>
                  <a:gd name="T20" fmla="*/ 0 w 1755"/>
                  <a:gd name="T21" fmla="*/ 1840 h 1840"/>
                  <a:gd name="T22" fmla="*/ 0 w 1755"/>
                  <a:gd name="T23" fmla="*/ 1464 h 1840"/>
                  <a:gd name="T24" fmla="*/ 1067 w 1755"/>
                  <a:gd name="T25" fmla="*/ 380 h 1840"/>
                  <a:gd name="T26" fmla="*/ 0 w 1755"/>
                  <a:gd name="T27" fmla="*/ 380 h 1840"/>
                  <a:gd name="T28" fmla="*/ 0 w 1755"/>
                  <a:gd name="T29" fmla="*/ 0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55" h="1840">
                    <a:moveTo>
                      <a:pt x="0" y="0"/>
                    </a:moveTo>
                    <a:lnTo>
                      <a:pt x="1755" y="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686" y="1460"/>
                    </a:lnTo>
                    <a:lnTo>
                      <a:pt x="1755" y="1460"/>
                    </a:lnTo>
                    <a:lnTo>
                      <a:pt x="1755" y="1840"/>
                    </a:lnTo>
                    <a:lnTo>
                      <a:pt x="0" y="1840"/>
                    </a:lnTo>
                    <a:lnTo>
                      <a:pt x="0" y="1464"/>
                    </a:lnTo>
                    <a:lnTo>
                      <a:pt x="1067" y="380"/>
                    </a:lnTo>
                    <a:lnTo>
                      <a:pt x="0" y="38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5" name="Freeform 11"/>
              <p:cNvSpPr>
                <a:spLocks noEditPoints="1"/>
              </p:cNvSpPr>
              <p:nvPr/>
            </p:nvSpPr>
            <p:spPr bwMode="auto">
              <a:xfrm>
                <a:off x="11510236" y="822770"/>
                <a:ext cx="304800" cy="303212"/>
              </a:xfrm>
              <a:custGeom>
                <a:avLst/>
                <a:gdLst>
                  <a:gd name="T0" fmla="*/ 10 w 1917"/>
                  <a:gd name="T1" fmla="*/ 794 h 1910"/>
                  <a:gd name="T2" fmla="*/ 51 w 1917"/>
                  <a:gd name="T3" fmla="*/ 600 h 1910"/>
                  <a:gd name="T4" fmla="*/ 122 w 1917"/>
                  <a:gd name="T5" fmla="*/ 430 h 1910"/>
                  <a:gd name="T6" fmla="*/ 224 w 1917"/>
                  <a:gd name="T7" fmla="*/ 286 h 1910"/>
                  <a:gd name="T8" fmla="*/ 354 w 1917"/>
                  <a:gd name="T9" fmla="*/ 170 h 1910"/>
                  <a:gd name="T10" fmla="*/ 511 w 1917"/>
                  <a:gd name="T11" fmla="*/ 83 h 1910"/>
                  <a:gd name="T12" fmla="*/ 693 w 1917"/>
                  <a:gd name="T13" fmla="*/ 25 h 1910"/>
                  <a:gd name="T14" fmla="*/ 900 w 1917"/>
                  <a:gd name="T15" fmla="*/ 1 h 1910"/>
                  <a:gd name="T16" fmla="*/ 1117 w 1917"/>
                  <a:gd name="T17" fmla="*/ 9 h 1910"/>
                  <a:gd name="T18" fmla="*/ 1313 w 1917"/>
                  <a:gd name="T19" fmla="*/ 47 h 1910"/>
                  <a:gd name="T20" fmla="*/ 1484 w 1917"/>
                  <a:gd name="T21" fmla="*/ 117 h 1910"/>
                  <a:gd name="T22" fmla="*/ 1629 w 1917"/>
                  <a:gd name="T23" fmla="*/ 216 h 1910"/>
                  <a:gd name="T24" fmla="*/ 1746 w 1917"/>
                  <a:gd name="T25" fmla="*/ 343 h 1910"/>
                  <a:gd name="T26" fmla="*/ 1834 w 1917"/>
                  <a:gd name="T27" fmla="*/ 497 h 1910"/>
                  <a:gd name="T28" fmla="*/ 1892 w 1917"/>
                  <a:gd name="T29" fmla="*/ 678 h 1910"/>
                  <a:gd name="T30" fmla="*/ 1916 w 1917"/>
                  <a:gd name="T31" fmla="*/ 886 h 1910"/>
                  <a:gd name="T32" fmla="*/ 1909 w 1917"/>
                  <a:gd name="T33" fmla="*/ 1104 h 1910"/>
                  <a:gd name="T34" fmla="*/ 1871 w 1917"/>
                  <a:gd name="T35" fmla="*/ 1300 h 1910"/>
                  <a:gd name="T36" fmla="*/ 1803 w 1917"/>
                  <a:gd name="T37" fmla="*/ 1472 h 1910"/>
                  <a:gd name="T38" fmla="*/ 1706 w 1917"/>
                  <a:gd name="T39" fmla="*/ 1618 h 1910"/>
                  <a:gd name="T40" fmla="*/ 1581 w 1917"/>
                  <a:gd name="T41" fmla="*/ 1737 h 1910"/>
                  <a:gd name="T42" fmla="*/ 1427 w 1917"/>
                  <a:gd name="T43" fmla="*/ 1825 h 1910"/>
                  <a:gd name="T44" fmla="*/ 1244 w 1917"/>
                  <a:gd name="T45" fmla="*/ 1884 h 1910"/>
                  <a:gd name="T46" fmla="*/ 1035 w 1917"/>
                  <a:gd name="T47" fmla="*/ 1909 h 1910"/>
                  <a:gd name="T48" fmla="*/ 818 w 1917"/>
                  <a:gd name="T49" fmla="*/ 1901 h 1910"/>
                  <a:gd name="T50" fmla="*/ 622 w 1917"/>
                  <a:gd name="T51" fmla="*/ 1864 h 1910"/>
                  <a:gd name="T52" fmla="*/ 448 w 1917"/>
                  <a:gd name="T53" fmla="*/ 1796 h 1910"/>
                  <a:gd name="T54" fmla="*/ 300 w 1917"/>
                  <a:gd name="T55" fmla="*/ 1699 h 1910"/>
                  <a:gd name="T56" fmla="*/ 180 w 1917"/>
                  <a:gd name="T57" fmla="*/ 1573 h 1910"/>
                  <a:gd name="T58" fmla="*/ 88 w 1917"/>
                  <a:gd name="T59" fmla="*/ 1416 h 1910"/>
                  <a:gd name="T60" fmla="*/ 28 w 1917"/>
                  <a:gd name="T61" fmla="*/ 1231 h 1910"/>
                  <a:gd name="T62" fmla="*/ 1 w 1917"/>
                  <a:gd name="T63" fmla="*/ 1015 h 1910"/>
                  <a:gd name="T64" fmla="*/ 576 w 1917"/>
                  <a:gd name="T65" fmla="*/ 1056 h 1910"/>
                  <a:gd name="T66" fmla="*/ 588 w 1917"/>
                  <a:gd name="T67" fmla="*/ 1151 h 1910"/>
                  <a:gd name="T68" fmla="*/ 613 w 1917"/>
                  <a:gd name="T69" fmla="*/ 1240 h 1910"/>
                  <a:gd name="T70" fmla="*/ 649 w 1917"/>
                  <a:gd name="T71" fmla="*/ 1319 h 1910"/>
                  <a:gd name="T72" fmla="*/ 700 w 1917"/>
                  <a:gd name="T73" fmla="*/ 1386 h 1910"/>
                  <a:gd name="T74" fmla="*/ 767 w 1917"/>
                  <a:gd name="T75" fmla="*/ 1438 h 1910"/>
                  <a:gd name="T76" fmla="*/ 853 w 1917"/>
                  <a:gd name="T77" fmla="*/ 1471 h 1910"/>
                  <a:gd name="T78" fmla="*/ 959 w 1917"/>
                  <a:gd name="T79" fmla="*/ 1483 h 1910"/>
                  <a:gd name="T80" fmla="*/ 1071 w 1917"/>
                  <a:gd name="T81" fmla="*/ 1470 h 1910"/>
                  <a:gd name="T82" fmla="*/ 1159 w 1917"/>
                  <a:gd name="T83" fmla="*/ 1436 h 1910"/>
                  <a:gd name="T84" fmla="*/ 1228 w 1917"/>
                  <a:gd name="T85" fmla="*/ 1381 h 1910"/>
                  <a:gd name="T86" fmla="*/ 1278 w 1917"/>
                  <a:gd name="T87" fmla="*/ 1310 h 1910"/>
                  <a:gd name="T88" fmla="*/ 1311 w 1917"/>
                  <a:gd name="T89" fmla="*/ 1227 h 1910"/>
                  <a:gd name="T90" fmla="*/ 1332 w 1917"/>
                  <a:gd name="T91" fmla="*/ 1135 h 1910"/>
                  <a:gd name="T92" fmla="*/ 1343 w 1917"/>
                  <a:gd name="T93" fmla="*/ 1036 h 1910"/>
                  <a:gd name="T94" fmla="*/ 1345 w 1917"/>
                  <a:gd name="T95" fmla="*/ 884 h 1910"/>
                  <a:gd name="T96" fmla="*/ 1335 w 1917"/>
                  <a:gd name="T97" fmla="*/ 790 h 1910"/>
                  <a:gd name="T98" fmla="*/ 1315 w 1917"/>
                  <a:gd name="T99" fmla="*/ 701 h 1910"/>
                  <a:gd name="T100" fmla="*/ 1284 w 1917"/>
                  <a:gd name="T101" fmla="*/ 621 h 1910"/>
                  <a:gd name="T102" fmla="*/ 1239 w 1917"/>
                  <a:gd name="T103" fmla="*/ 551 h 1910"/>
                  <a:gd name="T104" fmla="*/ 1178 w 1917"/>
                  <a:gd name="T105" fmla="*/ 496 h 1910"/>
                  <a:gd name="T106" fmla="*/ 1102 w 1917"/>
                  <a:gd name="T107" fmla="*/ 457 h 1910"/>
                  <a:gd name="T108" fmla="*/ 1008 w 1917"/>
                  <a:gd name="T109" fmla="*/ 434 h 1910"/>
                  <a:gd name="T110" fmla="*/ 899 w 1917"/>
                  <a:gd name="T111" fmla="*/ 436 h 1910"/>
                  <a:gd name="T112" fmla="*/ 805 w 1917"/>
                  <a:gd name="T113" fmla="*/ 459 h 1910"/>
                  <a:gd name="T114" fmla="*/ 729 w 1917"/>
                  <a:gd name="T115" fmla="*/ 503 h 1910"/>
                  <a:gd name="T116" fmla="*/ 671 w 1917"/>
                  <a:gd name="T117" fmla="*/ 564 h 1910"/>
                  <a:gd name="T118" fmla="*/ 628 w 1917"/>
                  <a:gd name="T119" fmla="*/ 637 h 1910"/>
                  <a:gd name="T120" fmla="*/ 598 w 1917"/>
                  <a:gd name="T121" fmla="*/ 722 h 1910"/>
                  <a:gd name="T122" fmla="*/ 581 w 1917"/>
                  <a:gd name="T123" fmla="*/ 815 h 1910"/>
                  <a:gd name="T124" fmla="*/ 572 w 1917"/>
                  <a:gd name="T125" fmla="*/ 958 h 19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917" h="1910">
                    <a:moveTo>
                      <a:pt x="0" y="956"/>
                    </a:moveTo>
                    <a:lnTo>
                      <a:pt x="1" y="901"/>
                    </a:lnTo>
                    <a:lnTo>
                      <a:pt x="4" y="847"/>
                    </a:lnTo>
                    <a:lnTo>
                      <a:pt x="10" y="794"/>
                    </a:lnTo>
                    <a:lnTo>
                      <a:pt x="16" y="743"/>
                    </a:lnTo>
                    <a:lnTo>
                      <a:pt x="26" y="694"/>
                    </a:lnTo>
                    <a:lnTo>
                      <a:pt x="37" y="646"/>
                    </a:lnTo>
                    <a:lnTo>
                      <a:pt x="51" y="600"/>
                    </a:lnTo>
                    <a:lnTo>
                      <a:pt x="66" y="555"/>
                    </a:lnTo>
                    <a:lnTo>
                      <a:pt x="83" y="512"/>
                    </a:lnTo>
                    <a:lnTo>
                      <a:pt x="101" y="470"/>
                    </a:lnTo>
                    <a:lnTo>
                      <a:pt x="122" y="430"/>
                    </a:lnTo>
                    <a:lnTo>
                      <a:pt x="146" y="391"/>
                    </a:lnTo>
                    <a:lnTo>
                      <a:pt x="170" y="354"/>
                    </a:lnTo>
                    <a:lnTo>
                      <a:pt x="196" y="320"/>
                    </a:lnTo>
                    <a:lnTo>
                      <a:pt x="224" y="286"/>
                    </a:lnTo>
                    <a:lnTo>
                      <a:pt x="254" y="254"/>
                    </a:lnTo>
                    <a:lnTo>
                      <a:pt x="286" y="224"/>
                    </a:lnTo>
                    <a:lnTo>
                      <a:pt x="319" y="196"/>
                    </a:lnTo>
                    <a:lnTo>
                      <a:pt x="354" y="170"/>
                    </a:lnTo>
                    <a:lnTo>
                      <a:pt x="391" y="146"/>
                    </a:lnTo>
                    <a:lnTo>
                      <a:pt x="429" y="122"/>
                    </a:lnTo>
                    <a:lnTo>
                      <a:pt x="469" y="101"/>
                    </a:lnTo>
                    <a:lnTo>
                      <a:pt x="511" y="83"/>
                    </a:lnTo>
                    <a:lnTo>
                      <a:pt x="554" y="65"/>
                    </a:lnTo>
                    <a:lnTo>
                      <a:pt x="599" y="51"/>
                    </a:lnTo>
                    <a:lnTo>
                      <a:pt x="646" y="37"/>
                    </a:lnTo>
                    <a:lnTo>
                      <a:pt x="693" y="25"/>
                    </a:lnTo>
                    <a:lnTo>
                      <a:pt x="743" y="17"/>
                    </a:lnTo>
                    <a:lnTo>
                      <a:pt x="794" y="9"/>
                    </a:lnTo>
                    <a:lnTo>
                      <a:pt x="847" y="4"/>
                    </a:lnTo>
                    <a:lnTo>
                      <a:pt x="900" y="1"/>
                    </a:lnTo>
                    <a:lnTo>
                      <a:pt x="956" y="0"/>
                    </a:lnTo>
                    <a:lnTo>
                      <a:pt x="1011" y="1"/>
                    </a:lnTo>
                    <a:lnTo>
                      <a:pt x="1064" y="4"/>
                    </a:lnTo>
                    <a:lnTo>
                      <a:pt x="1117" y="9"/>
                    </a:lnTo>
                    <a:lnTo>
                      <a:pt x="1168" y="15"/>
                    </a:lnTo>
                    <a:lnTo>
                      <a:pt x="1218" y="24"/>
                    </a:lnTo>
                    <a:lnTo>
                      <a:pt x="1266" y="35"/>
                    </a:lnTo>
                    <a:lnTo>
                      <a:pt x="1313" y="47"/>
                    </a:lnTo>
                    <a:lnTo>
                      <a:pt x="1358" y="63"/>
                    </a:lnTo>
                    <a:lnTo>
                      <a:pt x="1401" y="78"/>
                    </a:lnTo>
                    <a:lnTo>
                      <a:pt x="1443" y="97"/>
                    </a:lnTo>
                    <a:lnTo>
                      <a:pt x="1484" y="117"/>
                    </a:lnTo>
                    <a:lnTo>
                      <a:pt x="1523" y="139"/>
                    </a:lnTo>
                    <a:lnTo>
                      <a:pt x="1559" y="163"/>
                    </a:lnTo>
                    <a:lnTo>
                      <a:pt x="1594" y="189"/>
                    </a:lnTo>
                    <a:lnTo>
                      <a:pt x="1629" y="216"/>
                    </a:lnTo>
                    <a:lnTo>
                      <a:pt x="1661" y="245"/>
                    </a:lnTo>
                    <a:lnTo>
                      <a:pt x="1691" y="276"/>
                    </a:lnTo>
                    <a:lnTo>
                      <a:pt x="1719" y="309"/>
                    </a:lnTo>
                    <a:lnTo>
                      <a:pt x="1746" y="343"/>
                    </a:lnTo>
                    <a:lnTo>
                      <a:pt x="1771" y="379"/>
                    </a:lnTo>
                    <a:lnTo>
                      <a:pt x="1793" y="417"/>
                    </a:lnTo>
                    <a:lnTo>
                      <a:pt x="1814" y="457"/>
                    </a:lnTo>
                    <a:lnTo>
                      <a:pt x="1834" y="497"/>
                    </a:lnTo>
                    <a:lnTo>
                      <a:pt x="1851" y="540"/>
                    </a:lnTo>
                    <a:lnTo>
                      <a:pt x="1866" y="584"/>
                    </a:lnTo>
                    <a:lnTo>
                      <a:pt x="1879" y="631"/>
                    </a:lnTo>
                    <a:lnTo>
                      <a:pt x="1892" y="678"/>
                    </a:lnTo>
                    <a:lnTo>
                      <a:pt x="1900" y="728"/>
                    </a:lnTo>
                    <a:lnTo>
                      <a:pt x="1908" y="779"/>
                    </a:lnTo>
                    <a:lnTo>
                      <a:pt x="1914" y="831"/>
                    </a:lnTo>
                    <a:lnTo>
                      <a:pt x="1916" y="886"/>
                    </a:lnTo>
                    <a:lnTo>
                      <a:pt x="1917" y="941"/>
                    </a:lnTo>
                    <a:lnTo>
                      <a:pt x="1917" y="997"/>
                    </a:lnTo>
                    <a:lnTo>
                      <a:pt x="1914" y="1051"/>
                    </a:lnTo>
                    <a:lnTo>
                      <a:pt x="1909" y="1104"/>
                    </a:lnTo>
                    <a:lnTo>
                      <a:pt x="1903" y="1155"/>
                    </a:lnTo>
                    <a:lnTo>
                      <a:pt x="1894" y="1204"/>
                    </a:lnTo>
                    <a:lnTo>
                      <a:pt x="1883" y="1253"/>
                    </a:lnTo>
                    <a:lnTo>
                      <a:pt x="1871" y="1300"/>
                    </a:lnTo>
                    <a:lnTo>
                      <a:pt x="1857" y="1345"/>
                    </a:lnTo>
                    <a:lnTo>
                      <a:pt x="1841" y="1389"/>
                    </a:lnTo>
                    <a:lnTo>
                      <a:pt x="1823" y="1431"/>
                    </a:lnTo>
                    <a:lnTo>
                      <a:pt x="1803" y="1472"/>
                    </a:lnTo>
                    <a:lnTo>
                      <a:pt x="1782" y="1511"/>
                    </a:lnTo>
                    <a:lnTo>
                      <a:pt x="1759" y="1548"/>
                    </a:lnTo>
                    <a:lnTo>
                      <a:pt x="1734" y="1584"/>
                    </a:lnTo>
                    <a:lnTo>
                      <a:pt x="1706" y="1618"/>
                    </a:lnTo>
                    <a:lnTo>
                      <a:pt x="1677" y="1651"/>
                    </a:lnTo>
                    <a:lnTo>
                      <a:pt x="1647" y="1681"/>
                    </a:lnTo>
                    <a:lnTo>
                      <a:pt x="1614" y="1709"/>
                    </a:lnTo>
                    <a:lnTo>
                      <a:pt x="1581" y="1737"/>
                    </a:lnTo>
                    <a:lnTo>
                      <a:pt x="1545" y="1761"/>
                    </a:lnTo>
                    <a:lnTo>
                      <a:pt x="1507" y="1784"/>
                    </a:lnTo>
                    <a:lnTo>
                      <a:pt x="1467" y="1806"/>
                    </a:lnTo>
                    <a:lnTo>
                      <a:pt x="1427" y="1825"/>
                    </a:lnTo>
                    <a:lnTo>
                      <a:pt x="1384" y="1843"/>
                    </a:lnTo>
                    <a:lnTo>
                      <a:pt x="1339" y="1858"/>
                    </a:lnTo>
                    <a:lnTo>
                      <a:pt x="1293" y="1873"/>
                    </a:lnTo>
                    <a:lnTo>
                      <a:pt x="1244" y="1884"/>
                    </a:lnTo>
                    <a:lnTo>
                      <a:pt x="1195" y="1893"/>
                    </a:lnTo>
                    <a:lnTo>
                      <a:pt x="1143" y="1900"/>
                    </a:lnTo>
                    <a:lnTo>
                      <a:pt x="1090" y="1906"/>
                    </a:lnTo>
                    <a:lnTo>
                      <a:pt x="1035" y="1909"/>
                    </a:lnTo>
                    <a:lnTo>
                      <a:pt x="978" y="1910"/>
                    </a:lnTo>
                    <a:lnTo>
                      <a:pt x="924" y="1909"/>
                    </a:lnTo>
                    <a:lnTo>
                      <a:pt x="870" y="1907"/>
                    </a:lnTo>
                    <a:lnTo>
                      <a:pt x="818" y="1901"/>
                    </a:lnTo>
                    <a:lnTo>
                      <a:pt x="766" y="1895"/>
                    </a:lnTo>
                    <a:lnTo>
                      <a:pt x="716" y="1887"/>
                    </a:lnTo>
                    <a:lnTo>
                      <a:pt x="669" y="1876"/>
                    </a:lnTo>
                    <a:lnTo>
                      <a:pt x="622" y="1864"/>
                    </a:lnTo>
                    <a:lnTo>
                      <a:pt x="576" y="1850"/>
                    </a:lnTo>
                    <a:lnTo>
                      <a:pt x="532" y="1834"/>
                    </a:lnTo>
                    <a:lnTo>
                      <a:pt x="490" y="1816"/>
                    </a:lnTo>
                    <a:lnTo>
                      <a:pt x="448" y="1796"/>
                    </a:lnTo>
                    <a:lnTo>
                      <a:pt x="409" y="1775"/>
                    </a:lnTo>
                    <a:lnTo>
                      <a:pt x="371" y="1752"/>
                    </a:lnTo>
                    <a:lnTo>
                      <a:pt x="335" y="1727"/>
                    </a:lnTo>
                    <a:lnTo>
                      <a:pt x="300" y="1699"/>
                    </a:lnTo>
                    <a:lnTo>
                      <a:pt x="268" y="1671"/>
                    </a:lnTo>
                    <a:lnTo>
                      <a:pt x="236" y="1640"/>
                    </a:lnTo>
                    <a:lnTo>
                      <a:pt x="207" y="1608"/>
                    </a:lnTo>
                    <a:lnTo>
                      <a:pt x="180" y="1573"/>
                    </a:lnTo>
                    <a:lnTo>
                      <a:pt x="154" y="1536"/>
                    </a:lnTo>
                    <a:lnTo>
                      <a:pt x="130" y="1499"/>
                    </a:lnTo>
                    <a:lnTo>
                      <a:pt x="108" y="1458"/>
                    </a:lnTo>
                    <a:lnTo>
                      <a:pt x="88" y="1416"/>
                    </a:lnTo>
                    <a:lnTo>
                      <a:pt x="70" y="1373"/>
                    </a:lnTo>
                    <a:lnTo>
                      <a:pt x="54" y="1327"/>
                    </a:lnTo>
                    <a:lnTo>
                      <a:pt x="40" y="1279"/>
                    </a:lnTo>
                    <a:lnTo>
                      <a:pt x="28" y="1231"/>
                    </a:lnTo>
                    <a:lnTo>
                      <a:pt x="19" y="1179"/>
                    </a:lnTo>
                    <a:lnTo>
                      <a:pt x="11" y="1126"/>
                    </a:lnTo>
                    <a:lnTo>
                      <a:pt x="5" y="1071"/>
                    </a:lnTo>
                    <a:lnTo>
                      <a:pt x="1" y="1015"/>
                    </a:lnTo>
                    <a:lnTo>
                      <a:pt x="0" y="956"/>
                    </a:lnTo>
                    <a:close/>
                    <a:moveTo>
                      <a:pt x="572" y="958"/>
                    </a:moveTo>
                    <a:lnTo>
                      <a:pt x="573" y="1008"/>
                    </a:lnTo>
                    <a:lnTo>
                      <a:pt x="576" y="1056"/>
                    </a:lnTo>
                    <a:lnTo>
                      <a:pt x="578" y="1081"/>
                    </a:lnTo>
                    <a:lnTo>
                      <a:pt x="582" y="1105"/>
                    </a:lnTo>
                    <a:lnTo>
                      <a:pt x="585" y="1128"/>
                    </a:lnTo>
                    <a:lnTo>
                      <a:pt x="588" y="1151"/>
                    </a:lnTo>
                    <a:lnTo>
                      <a:pt x="594" y="1174"/>
                    </a:lnTo>
                    <a:lnTo>
                      <a:pt x="599" y="1197"/>
                    </a:lnTo>
                    <a:lnTo>
                      <a:pt x="606" y="1219"/>
                    </a:lnTo>
                    <a:lnTo>
                      <a:pt x="613" y="1240"/>
                    </a:lnTo>
                    <a:lnTo>
                      <a:pt x="620" y="1260"/>
                    </a:lnTo>
                    <a:lnTo>
                      <a:pt x="629" y="1281"/>
                    </a:lnTo>
                    <a:lnTo>
                      <a:pt x="638" y="1300"/>
                    </a:lnTo>
                    <a:lnTo>
                      <a:pt x="649" y="1319"/>
                    </a:lnTo>
                    <a:lnTo>
                      <a:pt x="660" y="1338"/>
                    </a:lnTo>
                    <a:lnTo>
                      <a:pt x="672" y="1354"/>
                    </a:lnTo>
                    <a:lnTo>
                      <a:pt x="686" y="1371"/>
                    </a:lnTo>
                    <a:lnTo>
                      <a:pt x="700" y="1386"/>
                    </a:lnTo>
                    <a:lnTo>
                      <a:pt x="715" y="1401"/>
                    </a:lnTo>
                    <a:lnTo>
                      <a:pt x="732" y="1414"/>
                    </a:lnTo>
                    <a:lnTo>
                      <a:pt x="749" y="1427"/>
                    </a:lnTo>
                    <a:lnTo>
                      <a:pt x="767" y="1438"/>
                    </a:lnTo>
                    <a:lnTo>
                      <a:pt x="787" y="1448"/>
                    </a:lnTo>
                    <a:lnTo>
                      <a:pt x="808" y="1457"/>
                    </a:lnTo>
                    <a:lnTo>
                      <a:pt x="830" y="1464"/>
                    </a:lnTo>
                    <a:lnTo>
                      <a:pt x="853" y="1471"/>
                    </a:lnTo>
                    <a:lnTo>
                      <a:pt x="878" y="1477"/>
                    </a:lnTo>
                    <a:lnTo>
                      <a:pt x="904" y="1480"/>
                    </a:lnTo>
                    <a:lnTo>
                      <a:pt x="931" y="1482"/>
                    </a:lnTo>
                    <a:lnTo>
                      <a:pt x="959" y="1483"/>
                    </a:lnTo>
                    <a:lnTo>
                      <a:pt x="989" y="1482"/>
                    </a:lnTo>
                    <a:lnTo>
                      <a:pt x="1018" y="1480"/>
                    </a:lnTo>
                    <a:lnTo>
                      <a:pt x="1046" y="1476"/>
                    </a:lnTo>
                    <a:lnTo>
                      <a:pt x="1071" y="1470"/>
                    </a:lnTo>
                    <a:lnTo>
                      <a:pt x="1095" y="1463"/>
                    </a:lnTo>
                    <a:lnTo>
                      <a:pt x="1118" y="1456"/>
                    </a:lnTo>
                    <a:lnTo>
                      <a:pt x="1139" y="1446"/>
                    </a:lnTo>
                    <a:lnTo>
                      <a:pt x="1159" y="1436"/>
                    </a:lnTo>
                    <a:lnTo>
                      <a:pt x="1178" y="1424"/>
                    </a:lnTo>
                    <a:lnTo>
                      <a:pt x="1196" y="1410"/>
                    </a:lnTo>
                    <a:lnTo>
                      <a:pt x="1212" y="1396"/>
                    </a:lnTo>
                    <a:lnTo>
                      <a:pt x="1228" y="1381"/>
                    </a:lnTo>
                    <a:lnTo>
                      <a:pt x="1241" y="1365"/>
                    </a:lnTo>
                    <a:lnTo>
                      <a:pt x="1254" y="1348"/>
                    </a:lnTo>
                    <a:lnTo>
                      <a:pt x="1266" y="1330"/>
                    </a:lnTo>
                    <a:lnTo>
                      <a:pt x="1278" y="1310"/>
                    </a:lnTo>
                    <a:lnTo>
                      <a:pt x="1286" y="1291"/>
                    </a:lnTo>
                    <a:lnTo>
                      <a:pt x="1296" y="1270"/>
                    </a:lnTo>
                    <a:lnTo>
                      <a:pt x="1304" y="1249"/>
                    </a:lnTo>
                    <a:lnTo>
                      <a:pt x="1311" y="1227"/>
                    </a:lnTo>
                    <a:lnTo>
                      <a:pt x="1317" y="1205"/>
                    </a:lnTo>
                    <a:lnTo>
                      <a:pt x="1323" y="1182"/>
                    </a:lnTo>
                    <a:lnTo>
                      <a:pt x="1328" y="1158"/>
                    </a:lnTo>
                    <a:lnTo>
                      <a:pt x="1332" y="1135"/>
                    </a:lnTo>
                    <a:lnTo>
                      <a:pt x="1336" y="1110"/>
                    </a:lnTo>
                    <a:lnTo>
                      <a:pt x="1338" y="1085"/>
                    </a:lnTo>
                    <a:lnTo>
                      <a:pt x="1340" y="1061"/>
                    </a:lnTo>
                    <a:lnTo>
                      <a:pt x="1343" y="1036"/>
                    </a:lnTo>
                    <a:lnTo>
                      <a:pt x="1345" y="985"/>
                    </a:lnTo>
                    <a:lnTo>
                      <a:pt x="1346" y="934"/>
                    </a:lnTo>
                    <a:lnTo>
                      <a:pt x="1346" y="909"/>
                    </a:lnTo>
                    <a:lnTo>
                      <a:pt x="1345" y="884"/>
                    </a:lnTo>
                    <a:lnTo>
                      <a:pt x="1344" y="861"/>
                    </a:lnTo>
                    <a:lnTo>
                      <a:pt x="1342" y="837"/>
                    </a:lnTo>
                    <a:lnTo>
                      <a:pt x="1338" y="814"/>
                    </a:lnTo>
                    <a:lnTo>
                      <a:pt x="1335" y="790"/>
                    </a:lnTo>
                    <a:lnTo>
                      <a:pt x="1332" y="768"/>
                    </a:lnTo>
                    <a:lnTo>
                      <a:pt x="1327" y="744"/>
                    </a:lnTo>
                    <a:lnTo>
                      <a:pt x="1322" y="722"/>
                    </a:lnTo>
                    <a:lnTo>
                      <a:pt x="1315" y="701"/>
                    </a:lnTo>
                    <a:lnTo>
                      <a:pt x="1308" y="680"/>
                    </a:lnTo>
                    <a:lnTo>
                      <a:pt x="1301" y="659"/>
                    </a:lnTo>
                    <a:lnTo>
                      <a:pt x="1293" y="640"/>
                    </a:lnTo>
                    <a:lnTo>
                      <a:pt x="1284" y="621"/>
                    </a:lnTo>
                    <a:lnTo>
                      <a:pt x="1274" y="602"/>
                    </a:lnTo>
                    <a:lnTo>
                      <a:pt x="1263" y="584"/>
                    </a:lnTo>
                    <a:lnTo>
                      <a:pt x="1251" y="568"/>
                    </a:lnTo>
                    <a:lnTo>
                      <a:pt x="1239" y="551"/>
                    </a:lnTo>
                    <a:lnTo>
                      <a:pt x="1225" y="536"/>
                    </a:lnTo>
                    <a:lnTo>
                      <a:pt x="1210" y="522"/>
                    </a:lnTo>
                    <a:lnTo>
                      <a:pt x="1195" y="508"/>
                    </a:lnTo>
                    <a:lnTo>
                      <a:pt x="1178" y="496"/>
                    </a:lnTo>
                    <a:lnTo>
                      <a:pt x="1160" y="484"/>
                    </a:lnTo>
                    <a:lnTo>
                      <a:pt x="1143" y="474"/>
                    </a:lnTo>
                    <a:lnTo>
                      <a:pt x="1123" y="464"/>
                    </a:lnTo>
                    <a:lnTo>
                      <a:pt x="1102" y="457"/>
                    </a:lnTo>
                    <a:lnTo>
                      <a:pt x="1080" y="449"/>
                    </a:lnTo>
                    <a:lnTo>
                      <a:pt x="1058" y="443"/>
                    </a:lnTo>
                    <a:lnTo>
                      <a:pt x="1033" y="439"/>
                    </a:lnTo>
                    <a:lnTo>
                      <a:pt x="1008" y="434"/>
                    </a:lnTo>
                    <a:lnTo>
                      <a:pt x="982" y="433"/>
                    </a:lnTo>
                    <a:lnTo>
                      <a:pt x="954" y="432"/>
                    </a:lnTo>
                    <a:lnTo>
                      <a:pt x="926" y="433"/>
                    </a:lnTo>
                    <a:lnTo>
                      <a:pt x="899" y="436"/>
                    </a:lnTo>
                    <a:lnTo>
                      <a:pt x="873" y="439"/>
                    </a:lnTo>
                    <a:lnTo>
                      <a:pt x="849" y="444"/>
                    </a:lnTo>
                    <a:lnTo>
                      <a:pt x="827" y="451"/>
                    </a:lnTo>
                    <a:lnTo>
                      <a:pt x="805" y="459"/>
                    </a:lnTo>
                    <a:lnTo>
                      <a:pt x="784" y="468"/>
                    </a:lnTo>
                    <a:lnTo>
                      <a:pt x="765" y="479"/>
                    </a:lnTo>
                    <a:lnTo>
                      <a:pt x="746" y="490"/>
                    </a:lnTo>
                    <a:lnTo>
                      <a:pt x="729" y="503"/>
                    </a:lnTo>
                    <a:lnTo>
                      <a:pt x="713" y="516"/>
                    </a:lnTo>
                    <a:lnTo>
                      <a:pt x="698" y="532"/>
                    </a:lnTo>
                    <a:lnTo>
                      <a:pt x="684" y="547"/>
                    </a:lnTo>
                    <a:lnTo>
                      <a:pt x="671" y="564"/>
                    </a:lnTo>
                    <a:lnTo>
                      <a:pt x="659" y="581"/>
                    </a:lnTo>
                    <a:lnTo>
                      <a:pt x="648" y="599"/>
                    </a:lnTo>
                    <a:lnTo>
                      <a:pt x="637" y="619"/>
                    </a:lnTo>
                    <a:lnTo>
                      <a:pt x="628" y="637"/>
                    </a:lnTo>
                    <a:lnTo>
                      <a:pt x="619" y="658"/>
                    </a:lnTo>
                    <a:lnTo>
                      <a:pt x="612" y="679"/>
                    </a:lnTo>
                    <a:lnTo>
                      <a:pt x="605" y="700"/>
                    </a:lnTo>
                    <a:lnTo>
                      <a:pt x="598" y="722"/>
                    </a:lnTo>
                    <a:lnTo>
                      <a:pt x="594" y="745"/>
                    </a:lnTo>
                    <a:lnTo>
                      <a:pt x="588" y="768"/>
                    </a:lnTo>
                    <a:lnTo>
                      <a:pt x="585" y="792"/>
                    </a:lnTo>
                    <a:lnTo>
                      <a:pt x="581" y="815"/>
                    </a:lnTo>
                    <a:lnTo>
                      <a:pt x="578" y="838"/>
                    </a:lnTo>
                    <a:lnTo>
                      <a:pt x="576" y="862"/>
                    </a:lnTo>
                    <a:lnTo>
                      <a:pt x="573" y="911"/>
                    </a:lnTo>
                    <a:lnTo>
                      <a:pt x="572" y="9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6" name="Freeform 12"/>
              <p:cNvSpPr>
                <a:spLocks noEditPoints="1"/>
              </p:cNvSpPr>
              <p:nvPr/>
            </p:nvSpPr>
            <p:spPr bwMode="auto">
              <a:xfrm>
                <a:off x="10414861" y="822770"/>
                <a:ext cx="304800" cy="303212"/>
              </a:xfrm>
              <a:custGeom>
                <a:avLst/>
                <a:gdLst>
                  <a:gd name="T0" fmla="*/ 9 w 1917"/>
                  <a:gd name="T1" fmla="*/ 794 h 1910"/>
                  <a:gd name="T2" fmla="*/ 50 w 1917"/>
                  <a:gd name="T3" fmla="*/ 600 h 1910"/>
                  <a:gd name="T4" fmla="*/ 122 w 1917"/>
                  <a:gd name="T5" fmla="*/ 430 h 1910"/>
                  <a:gd name="T6" fmla="*/ 223 w 1917"/>
                  <a:gd name="T7" fmla="*/ 286 h 1910"/>
                  <a:gd name="T8" fmla="*/ 353 w 1917"/>
                  <a:gd name="T9" fmla="*/ 170 h 1910"/>
                  <a:gd name="T10" fmla="*/ 510 w 1917"/>
                  <a:gd name="T11" fmla="*/ 83 h 1910"/>
                  <a:gd name="T12" fmla="*/ 694 w 1917"/>
                  <a:gd name="T13" fmla="*/ 25 h 1910"/>
                  <a:gd name="T14" fmla="*/ 900 w 1917"/>
                  <a:gd name="T15" fmla="*/ 1 h 1910"/>
                  <a:gd name="T16" fmla="*/ 1117 w 1917"/>
                  <a:gd name="T17" fmla="*/ 9 h 1910"/>
                  <a:gd name="T18" fmla="*/ 1312 w 1917"/>
                  <a:gd name="T19" fmla="*/ 47 h 1910"/>
                  <a:gd name="T20" fmla="*/ 1483 w 1917"/>
                  <a:gd name="T21" fmla="*/ 117 h 1910"/>
                  <a:gd name="T22" fmla="*/ 1628 w 1917"/>
                  <a:gd name="T23" fmla="*/ 216 h 1910"/>
                  <a:gd name="T24" fmla="*/ 1745 w 1917"/>
                  <a:gd name="T25" fmla="*/ 343 h 1910"/>
                  <a:gd name="T26" fmla="*/ 1833 w 1917"/>
                  <a:gd name="T27" fmla="*/ 497 h 1910"/>
                  <a:gd name="T28" fmla="*/ 1891 w 1917"/>
                  <a:gd name="T29" fmla="*/ 678 h 1910"/>
                  <a:gd name="T30" fmla="*/ 1916 w 1917"/>
                  <a:gd name="T31" fmla="*/ 886 h 1910"/>
                  <a:gd name="T32" fmla="*/ 1908 w 1917"/>
                  <a:gd name="T33" fmla="*/ 1104 h 1910"/>
                  <a:gd name="T34" fmla="*/ 1871 w 1917"/>
                  <a:gd name="T35" fmla="*/ 1300 h 1910"/>
                  <a:gd name="T36" fmla="*/ 1802 w 1917"/>
                  <a:gd name="T37" fmla="*/ 1472 h 1910"/>
                  <a:gd name="T38" fmla="*/ 1706 w 1917"/>
                  <a:gd name="T39" fmla="*/ 1618 h 1910"/>
                  <a:gd name="T40" fmla="*/ 1580 w 1917"/>
                  <a:gd name="T41" fmla="*/ 1737 h 1910"/>
                  <a:gd name="T42" fmla="*/ 1426 w 1917"/>
                  <a:gd name="T43" fmla="*/ 1825 h 1910"/>
                  <a:gd name="T44" fmla="*/ 1244 w 1917"/>
                  <a:gd name="T45" fmla="*/ 1884 h 1910"/>
                  <a:gd name="T46" fmla="*/ 1035 w 1917"/>
                  <a:gd name="T47" fmla="*/ 1909 h 1910"/>
                  <a:gd name="T48" fmla="*/ 813 w 1917"/>
                  <a:gd name="T49" fmla="*/ 1901 h 1910"/>
                  <a:gd name="T50" fmla="*/ 614 w 1917"/>
                  <a:gd name="T51" fmla="*/ 1863 h 1910"/>
                  <a:gd name="T52" fmla="*/ 441 w 1917"/>
                  <a:gd name="T53" fmla="*/ 1794 h 1910"/>
                  <a:gd name="T54" fmla="*/ 294 w 1917"/>
                  <a:gd name="T55" fmla="*/ 1695 h 1910"/>
                  <a:gd name="T56" fmla="*/ 175 w 1917"/>
                  <a:gd name="T57" fmla="*/ 1568 h 1910"/>
                  <a:gd name="T58" fmla="*/ 85 w 1917"/>
                  <a:gd name="T59" fmla="*/ 1412 h 1910"/>
                  <a:gd name="T60" fmla="*/ 27 w 1917"/>
                  <a:gd name="T61" fmla="*/ 1226 h 1910"/>
                  <a:gd name="T62" fmla="*/ 1 w 1917"/>
                  <a:gd name="T63" fmla="*/ 1013 h 1910"/>
                  <a:gd name="T64" fmla="*/ 575 w 1917"/>
                  <a:gd name="T65" fmla="*/ 1056 h 1910"/>
                  <a:gd name="T66" fmla="*/ 589 w 1917"/>
                  <a:gd name="T67" fmla="*/ 1151 h 1910"/>
                  <a:gd name="T68" fmla="*/ 612 w 1917"/>
                  <a:gd name="T69" fmla="*/ 1240 h 1910"/>
                  <a:gd name="T70" fmla="*/ 648 w 1917"/>
                  <a:gd name="T71" fmla="*/ 1319 h 1910"/>
                  <a:gd name="T72" fmla="*/ 699 w 1917"/>
                  <a:gd name="T73" fmla="*/ 1386 h 1910"/>
                  <a:gd name="T74" fmla="*/ 767 w 1917"/>
                  <a:gd name="T75" fmla="*/ 1438 h 1910"/>
                  <a:gd name="T76" fmla="*/ 853 w 1917"/>
                  <a:gd name="T77" fmla="*/ 1471 h 1910"/>
                  <a:gd name="T78" fmla="*/ 959 w 1917"/>
                  <a:gd name="T79" fmla="*/ 1483 h 1910"/>
                  <a:gd name="T80" fmla="*/ 1071 w 1917"/>
                  <a:gd name="T81" fmla="*/ 1470 h 1910"/>
                  <a:gd name="T82" fmla="*/ 1160 w 1917"/>
                  <a:gd name="T83" fmla="*/ 1436 h 1910"/>
                  <a:gd name="T84" fmla="*/ 1227 w 1917"/>
                  <a:gd name="T85" fmla="*/ 1381 h 1910"/>
                  <a:gd name="T86" fmla="*/ 1277 w 1917"/>
                  <a:gd name="T87" fmla="*/ 1310 h 1910"/>
                  <a:gd name="T88" fmla="*/ 1311 w 1917"/>
                  <a:gd name="T89" fmla="*/ 1227 h 1910"/>
                  <a:gd name="T90" fmla="*/ 1332 w 1917"/>
                  <a:gd name="T91" fmla="*/ 1135 h 1910"/>
                  <a:gd name="T92" fmla="*/ 1342 w 1917"/>
                  <a:gd name="T93" fmla="*/ 1036 h 1910"/>
                  <a:gd name="T94" fmla="*/ 1344 w 1917"/>
                  <a:gd name="T95" fmla="*/ 884 h 1910"/>
                  <a:gd name="T96" fmla="*/ 1335 w 1917"/>
                  <a:gd name="T97" fmla="*/ 790 h 1910"/>
                  <a:gd name="T98" fmla="*/ 1315 w 1917"/>
                  <a:gd name="T99" fmla="*/ 701 h 1910"/>
                  <a:gd name="T100" fmla="*/ 1283 w 1917"/>
                  <a:gd name="T101" fmla="*/ 621 h 1910"/>
                  <a:gd name="T102" fmla="*/ 1238 w 1917"/>
                  <a:gd name="T103" fmla="*/ 551 h 1910"/>
                  <a:gd name="T104" fmla="*/ 1177 w 1917"/>
                  <a:gd name="T105" fmla="*/ 496 h 1910"/>
                  <a:gd name="T106" fmla="*/ 1101 w 1917"/>
                  <a:gd name="T107" fmla="*/ 457 h 1910"/>
                  <a:gd name="T108" fmla="*/ 1007 w 1917"/>
                  <a:gd name="T109" fmla="*/ 434 h 1910"/>
                  <a:gd name="T110" fmla="*/ 899 w 1917"/>
                  <a:gd name="T111" fmla="*/ 436 h 1910"/>
                  <a:gd name="T112" fmla="*/ 804 w 1917"/>
                  <a:gd name="T113" fmla="*/ 459 h 1910"/>
                  <a:gd name="T114" fmla="*/ 729 w 1917"/>
                  <a:gd name="T115" fmla="*/ 503 h 1910"/>
                  <a:gd name="T116" fmla="*/ 670 w 1917"/>
                  <a:gd name="T117" fmla="*/ 564 h 1910"/>
                  <a:gd name="T118" fmla="*/ 627 w 1917"/>
                  <a:gd name="T119" fmla="*/ 637 h 1910"/>
                  <a:gd name="T120" fmla="*/ 599 w 1917"/>
                  <a:gd name="T121" fmla="*/ 722 h 1910"/>
                  <a:gd name="T122" fmla="*/ 581 w 1917"/>
                  <a:gd name="T123" fmla="*/ 815 h 1910"/>
                  <a:gd name="T124" fmla="*/ 572 w 1917"/>
                  <a:gd name="T125" fmla="*/ 958 h 19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917" h="1910">
                    <a:moveTo>
                      <a:pt x="0" y="956"/>
                    </a:moveTo>
                    <a:lnTo>
                      <a:pt x="1" y="901"/>
                    </a:lnTo>
                    <a:lnTo>
                      <a:pt x="5" y="847"/>
                    </a:lnTo>
                    <a:lnTo>
                      <a:pt x="9" y="794"/>
                    </a:lnTo>
                    <a:lnTo>
                      <a:pt x="17" y="743"/>
                    </a:lnTo>
                    <a:lnTo>
                      <a:pt x="25" y="694"/>
                    </a:lnTo>
                    <a:lnTo>
                      <a:pt x="37" y="646"/>
                    </a:lnTo>
                    <a:lnTo>
                      <a:pt x="50" y="600"/>
                    </a:lnTo>
                    <a:lnTo>
                      <a:pt x="65" y="555"/>
                    </a:lnTo>
                    <a:lnTo>
                      <a:pt x="82" y="512"/>
                    </a:lnTo>
                    <a:lnTo>
                      <a:pt x="101" y="470"/>
                    </a:lnTo>
                    <a:lnTo>
                      <a:pt x="122" y="430"/>
                    </a:lnTo>
                    <a:lnTo>
                      <a:pt x="145" y="391"/>
                    </a:lnTo>
                    <a:lnTo>
                      <a:pt x="169" y="354"/>
                    </a:lnTo>
                    <a:lnTo>
                      <a:pt x="196" y="320"/>
                    </a:lnTo>
                    <a:lnTo>
                      <a:pt x="223" y="286"/>
                    </a:lnTo>
                    <a:lnTo>
                      <a:pt x="254" y="254"/>
                    </a:lnTo>
                    <a:lnTo>
                      <a:pt x="285" y="224"/>
                    </a:lnTo>
                    <a:lnTo>
                      <a:pt x="318" y="196"/>
                    </a:lnTo>
                    <a:lnTo>
                      <a:pt x="353" y="170"/>
                    </a:lnTo>
                    <a:lnTo>
                      <a:pt x="390" y="146"/>
                    </a:lnTo>
                    <a:lnTo>
                      <a:pt x="429" y="122"/>
                    </a:lnTo>
                    <a:lnTo>
                      <a:pt x="469" y="101"/>
                    </a:lnTo>
                    <a:lnTo>
                      <a:pt x="510" y="83"/>
                    </a:lnTo>
                    <a:lnTo>
                      <a:pt x="554" y="65"/>
                    </a:lnTo>
                    <a:lnTo>
                      <a:pt x="599" y="51"/>
                    </a:lnTo>
                    <a:lnTo>
                      <a:pt x="645" y="37"/>
                    </a:lnTo>
                    <a:lnTo>
                      <a:pt x="694" y="25"/>
                    </a:lnTo>
                    <a:lnTo>
                      <a:pt x="742" y="17"/>
                    </a:lnTo>
                    <a:lnTo>
                      <a:pt x="794" y="9"/>
                    </a:lnTo>
                    <a:lnTo>
                      <a:pt x="846" y="4"/>
                    </a:lnTo>
                    <a:lnTo>
                      <a:pt x="900" y="1"/>
                    </a:lnTo>
                    <a:lnTo>
                      <a:pt x="955" y="0"/>
                    </a:lnTo>
                    <a:lnTo>
                      <a:pt x="1011" y="1"/>
                    </a:lnTo>
                    <a:lnTo>
                      <a:pt x="1065" y="4"/>
                    </a:lnTo>
                    <a:lnTo>
                      <a:pt x="1117" y="9"/>
                    </a:lnTo>
                    <a:lnTo>
                      <a:pt x="1169" y="15"/>
                    </a:lnTo>
                    <a:lnTo>
                      <a:pt x="1218" y="24"/>
                    </a:lnTo>
                    <a:lnTo>
                      <a:pt x="1266" y="35"/>
                    </a:lnTo>
                    <a:lnTo>
                      <a:pt x="1312" y="47"/>
                    </a:lnTo>
                    <a:lnTo>
                      <a:pt x="1357" y="63"/>
                    </a:lnTo>
                    <a:lnTo>
                      <a:pt x="1402" y="78"/>
                    </a:lnTo>
                    <a:lnTo>
                      <a:pt x="1444" y="97"/>
                    </a:lnTo>
                    <a:lnTo>
                      <a:pt x="1483" y="117"/>
                    </a:lnTo>
                    <a:lnTo>
                      <a:pt x="1522" y="139"/>
                    </a:lnTo>
                    <a:lnTo>
                      <a:pt x="1559" y="163"/>
                    </a:lnTo>
                    <a:lnTo>
                      <a:pt x="1595" y="189"/>
                    </a:lnTo>
                    <a:lnTo>
                      <a:pt x="1628" y="216"/>
                    </a:lnTo>
                    <a:lnTo>
                      <a:pt x="1660" y="245"/>
                    </a:lnTo>
                    <a:lnTo>
                      <a:pt x="1691" y="276"/>
                    </a:lnTo>
                    <a:lnTo>
                      <a:pt x="1718" y="309"/>
                    </a:lnTo>
                    <a:lnTo>
                      <a:pt x="1745" y="343"/>
                    </a:lnTo>
                    <a:lnTo>
                      <a:pt x="1770" y="379"/>
                    </a:lnTo>
                    <a:lnTo>
                      <a:pt x="1794" y="417"/>
                    </a:lnTo>
                    <a:lnTo>
                      <a:pt x="1815" y="457"/>
                    </a:lnTo>
                    <a:lnTo>
                      <a:pt x="1833" y="497"/>
                    </a:lnTo>
                    <a:lnTo>
                      <a:pt x="1851" y="540"/>
                    </a:lnTo>
                    <a:lnTo>
                      <a:pt x="1866" y="584"/>
                    </a:lnTo>
                    <a:lnTo>
                      <a:pt x="1880" y="631"/>
                    </a:lnTo>
                    <a:lnTo>
                      <a:pt x="1891" y="678"/>
                    </a:lnTo>
                    <a:lnTo>
                      <a:pt x="1900" y="728"/>
                    </a:lnTo>
                    <a:lnTo>
                      <a:pt x="1907" y="779"/>
                    </a:lnTo>
                    <a:lnTo>
                      <a:pt x="1913" y="831"/>
                    </a:lnTo>
                    <a:lnTo>
                      <a:pt x="1916" y="886"/>
                    </a:lnTo>
                    <a:lnTo>
                      <a:pt x="1917" y="941"/>
                    </a:lnTo>
                    <a:lnTo>
                      <a:pt x="1916" y="997"/>
                    </a:lnTo>
                    <a:lnTo>
                      <a:pt x="1913" y="1051"/>
                    </a:lnTo>
                    <a:lnTo>
                      <a:pt x="1908" y="1104"/>
                    </a:lnTo>
                    <a:lnTo>
                      <a:pt x="1902" y="1155"/>
                    </a:lnTo>
                    <a:lnTo>
                      <a:pt x="1893" y="1204"/>
                    </a:lnTo>
                    <a:lnTo>
                      <a:pt x="1883" y="1253"/>
                    </a:lnTo>
                    <a:lnTo>
                      <a:pt x="1871" y="1300"/>
                    </a:lnTo>
                    <a:lnTo>
                      <a:pt x="1857" y="1345"/>
                    </a:lnTo>
                    <a:lnTo>
                      <a:pt x="1840" y="1389"/>
                    </a:lnTo>
                    <a:lnTo>
                      <a:pt x="1822" y="1431"/>
                    </a:lnTo>
                    <a:lnTo>
                      <a:pt x="1802" y="1472"/>
                    </a:lnTo>
                    <a:lnTo>
                      <a:pt x="1781" y="1511"/>
                    </a:lnTo>
                    <a:lnTo>
                      <a:pt x="1758" y="1548"/>
                    </a:lnTo>
                    <a:lnTo>
                      <a:pt x="1733" y="1584"/>
                    </a:lnTo>
                    <a:lnTo>
                      <a:pt x="1706" y="1618"/>
                    </a:lnTo>
                    <a:lnTo>
                      <a:pt x="1678" y="1651"/>
                    </a:lnTo>
                    <a:lnTo>
                      <a:pt x="1647" y="1681"/>
                    </a:lnTo>
                    <a:lnTo>
                      <a:pt x="1615" y="1709"/>
                    </a:lnTo>
                    <a:lnTo>
                      <a:pt x="1580" y="1737"/>
                    </a:lnTo>
                    <a:lnTo>
                      <a:pt x="1544" y="1761"/>
                    </a:lnTo>
                    <a:lnTo>
                      <a:pt x="1506" y="1784"/>
                    </a:lnTo>
                    <a:lnTo>
                      <a:pt x="1467" y="1806"/>
                    </a:lnTo>
                    <a:lnTo>
                      <a:pt x="1426" y="1825"/>
                    </a:lnTo>
                    <a:lnTo>
                      <a:pt x="1383" y="1843"/>
                    </a:lnTo>
                    <a:lnTo>
                      <a:pt x="1339" y="1858"/>
                    </a:lnTo>
                    <a:lnTo>
                      <a:pt x="1292" y="1873"/>
                    </a:lnTo>
                    <a:lnTo>
                      <a:pt x="1244" y="1884"/>
                    </a:lnTo>
                    <a:lnTo>
                      <a:pt x="1194" y="1893"/>
                    </a:lnTo>
                    <a:lnTo>
                      <a:pt x="1143" y="1900"/>
                    </a:lnTo>
                    <a:lnTo>
                      <a:pt x="1089" y="1906"/>
                    </a:lnTo>
                    <a:lnTo>
                      <a:pt x="1035" y="1909"/>
                    </a:lnTo>
                    <a:lnTo>
                      <a:pt x="977" y="1910"/>
                    </a:lnTo>
                    <a:lnTo>
                      <a:pt x="921" y="1909"/>
                    </a:lnTo>
                    <a:lnTo>
                      <a:pt x="867" y="1906"/>
                    </a:lnTo>
                    <a:lnTo>
                      <a:pt x="813" y="1901"/>
                    </a:lnTo>
                    <a:lnTo>
                      <a:pt x="761" y="1895"/>
                    </a:lnTo>
                    <a:lnTo>
                      <a:pt x="711" y="1886"/>
                    </a:lnTo>
                    <a:lnTo>
                      <a:pt x="662" y="1875"/>
                    </a:lnTo>
                    <a:lnTo>
                      <a:pt x="614" y="1863"/>
                    </a:lnTo>
                    <a:lnTo>
                      <a:pt x="569" y="1848"/>
                    </a:lnTo>
                    <a:lnTo>
                      <a:pt x="525" y="1832"/>
                    </a:lnTo>
                    <a:lnTo>
                      <a:pt x="482" y="1814"/>
                    </a:lnTo>
                    <a:lnTo>
                      <a:pt x="441" y="1794"/>
                    </a:lnTo>
                    <a:lnTo>
                      <a:pt x="401" y="1772"/>
                    </a:lnTo>
                    <a:lnTo>
                      <a:pt x="363" y="1749"/>
                    </a:lnTo>
                    <a:lnTo>
                      <a:pt x="328" y="1723"/>
                    </a:lnTo>
                    <a:lnTo>
                      <a:pt x="294" y="1695"/>
                    </a:lnTo>
                    <a:lnTo>
                      <a:pt x="261" y="1666"/>
                    </a:lnTo>
                    <a:lnTo>
                      <a:pt x="230" y="1635"/>
                    </a:lnTo>
                    <a:lnTo>
                      <a:pt x="201" y="1602"/>
                    </a:lnTo>
                    <a:lnTo>
                      <a:pt x="175" y="1568"/>
                    </a:lnTo>
                    <a:lnTo>
                      <a:pt x="149" y="1532"/>
                    </a:lnTo>
                    <a:lnTo>
                      <a:pt x="126" y="1493"/>
                    </a:lnTo>
                    <a:lnTo>
                      <a:pt x="104" y="1453"/>
                    </a:lnTo>
                    <a:lnTo>
                      <a:pt x="85" y="1412"/>
                    </a:lnTo>
                    <a:lnTo>
                      <a:pt x="67" y="1367"/>
                    </a:lnTo>
                    <a:lnTo>
                      <a:pt x="52" y="1322"/>
                    </a:lnTo>
                    <a:lnTo>
                      <a:pt x="38" y="1275"/>
                    </a:lnTo>
                    <a:lnTo>
                      <a:pt x="27" y="1226"/>
                    </a:lnTo>
                    <a:lnTo>
                      <a:pt x="17" y="1176"/>
                    </a:lnTo>
                    <a:lnTo>
                      <a:pt x="9" y="1124"/>
                    </a:lnTo>
                    <a:lnTo>
                      <a:pt x="5" y="1070"/>
                    </a:lnTo>
                    <a:lnTo>
                      <a:pt x="1" y="1013"/>
                    </a:lnTo>
                    <a:lnTo>
                      <a:pt x="0" y="956"/>
                    </a:lnTo>
                    <a:close/>
                    <a:moveTo>
                      <a:pt x="572" y="958"/>
                    </a:moveTo>
                    <a:lnTo>
                      <a:pt x="573" y="1008"/>
                    </a:lnTo>
                    <a:lnTo>
                      <a:pt x="575" y="1056"/>
                    </a:lnTo>
                    <a:lnTo>
                      <a:pt x="578" y="1081"/>
                    </a:lnTo>
                    <a:lnTo>
                      <a:pt x="581" y="1105"/>
                    </a:lnTo>
                    <a:lnTo>
                      <a:pt x="584" y="1128"/>
                    </a:lnTo>
                    <a:lnTo>
                      <a:pt x="589" y="1151"/>
                    </a:lnTo>
                    <a:lnTo>
                      <a:pt x="593" y="1174"/>
                    </a:lnTo>
                    <a:lnTo>
                      <a:pt x="599" y="1197"/>
                    </a:lnTo>
                    <a:lnTo>
                      <a:pt x="605" y="1219"/>
                    </a:lnTo>
                    <a:lnTo>
                      <a:pt x="612" y="1240"/>
                    </a:lnTo>
                    <a:lnTo>
                      <a:pt x="620" y="1260"/>
                    </a:lnTo>
                    <a:lnTo>
                      <a:pt x="628" y="1281"/>
                    </a:lnTo>
                    <a:lnTo>
                      <a:pt x="638" y="1300"/>
                    </a:lnTo>
                    <a:lnTo>
                      <a:pt x="648" y="1319"/>
                    </a:lnTo>
                    <a:lnTo>
                      <a:pt x="659" y="1338"/>
                    </a:lnTo>
                    <a:lnTo>
                      <a:pt x="672" y="1354"/>
                    </a:lnTo>
                    <a:lnTo>
                      <a:pt x="685" y="1371"/>
                    </a:lnTo>
                    <a:lnTo>
                      <a:pt x="699" y="1386"/>
                    </a:lnTo>
                    <a:lnTo>
                      <a:pt x="715" y="1401"/>
                    </a:lnTo>
                    <a:lnTo>
                      <a:pt x="731" y="1414"/>
                    </a:lnTo>
                    <a:lnTo>
                      <a:pt x="749" y="1427"/>
                    </a:lnTo>
                    <a:lnTo>
                      <a:pt x="767" y="1438"/>
                    </a:lnTo>
                    <a:lnTo>
                      <a:pt x="786" y="1448"/>
                    </a:lnTo>
                    <a:lnTo>
                      <a:pt x="807" y="1457"/>
                    </a:lnTo>
                    <a:lnTo>
                      <a:pt x="829" y="1464"/>
                    </a:lnTo>
                    <a:lnTo>
                      <a:pt x="853" y="1471"/>
                    </a:lnTo>
                    <a:lnTo>
                      <a:pt x="877" y="1477"/>
                    </a:lnTo>
                    <a:lnTo>
                      <a:pt x="903" y="1480"/>
                    </a:lnTo>
                    <a:lnTo>
                      <a:pt x="930" y="1482"/>
                    </a:lnTo>
                    <a:lnTo>
                      <a:pt x="959" y="1483"/>
                    </a:lnTo>
                    <a:lnTo>
                      <a:pt x="990" y="1482"/>
                    </a:lnTo>
                    <a:lnTo>
                      <a:pt x="1018" y="1480"/>
                    </a:lnTo>
                    <a:lnTo>
                      <a:pt x="1045" y="1476"/>
                    </a:lnTo>
                    <a:lnTo>
                      <a:pt x="1071" y="1470"/>
                    </a:lnTo>
                    <a:lnTo>
                      <a:pt x="1095" y="1463"/>
                    </a:lnTo>
                    <a:lnTo>
                      <a:pt x="1118" y="1456"/>
                    </a:lnTo>
                    <a:lnTo>
                      <a:pt x="1139" y="1446"/>
                    </a:lnTo>
                    <a:lnTo>
                      <a:pt x="1160" y="1436"/>
                    </a:lnTo>
                    <a:lnTo>
                      <a:pt x="1178" y="1424"/>
                    </a:lnTo>
                    <a:lnTo>
                      <a:pt x="1195" y="1410"/>
                    </a:lnTo>
                    <a:lnTo>
                      <a:pt x="1212" y="1396"/>
                    </a:lnTo>
                    <a:lnTo>
                      <a:pt x="1227" y="1381"/>
                    </a:lnTo>
                    <a:lnTo>
                      <a:pt x="1241" y="1365"/>
                    </a:lnTo>
                    <a:lnTo>
                      <a:pt x="1254" y="1348"/>
                    </a:lnTo>
                    <a:lnTo>
                      <a:pt x="1266" y="1330"/>
                    </a:lnTo>
                    <a:lnTo>
                      <a:pt x="1277" y="1310"/>
                    </a:lnTo>
                    <a:lnTo>
                      <a:pt x="1287" y="1291"/>
                    </a:lnTo>
                    <a:lnTo>
                      <a:pt x="1296" y="1270"/>
                    </a:lnTo>
                    <a:lnTo>
                      <a:pt x="1303" y="1249"/>
                    </a:lnTo>
                    <a:lnTo>
                      <a:pt x="1311" y="1227"/>
                    </a:lnTo>
                    <a:lnTo>
                      <a:pt x="1317" y="1205"/>
                    </a:lnTo>
                    <a:lnTo>
                      <a:pt x="1322" y="1182"/>
                    </a:lnTo>
                    <a:lnTo>
                      <a:pt x="1328" y="1158"/>
                    </a:lnTo>
                    <a:lnTo>
                      <a:pt x="1332" y="1135"/>
                    </a:lnTo>
                    <a:lnTo>
                      <a:pt x="1335" y="1110"/>
                    </a:lnTo>
                    <a:lnTo>
                      <a:pt x="1339" y="1085"/>
                    </a:lnTo>
                    <a:lnTo>
                      <a:pt x="1341" y="1061"/>
                    </a:lnTo>
                    <a:lnTo>
                      <a:pt x="1342" y="1036"/>
                    </a:lnTo>
                    <a:lnTo>
                      <a:pt x="1344" y="985"/>
                    </a:lnTo>
                    <a:lnTo>
                      <a:pt x="1345" y="934"/>
                    </a:lnTo>
                    <a:lnTo>
                      <a:pt x="1345" y="909"/>
                    </a:lnTo>
                    <a:lnTo>
                      <a:pt x="1344" y="884"/>
                    </a:lnTo>
                    <a:lnTo>
                      <a:pt x="1343" y="861"/>
                    </a:lnTo>
                    <a:lnTo>
                      <a:pt x="1341" y="837"/>
                    </a:lnTo>
                    <a:lnTo>
                      <a:pt x="1339" y="814"/>
                    </a:lnTo>
                    <a:lnTo>
                      <a:pt x="1335" y="790"/>
                    </a:lnTo>
                    <a:lnTo>
                      <a:pt x="1331" y="768"/>
                    </a:lnTo>
                    <a:lnTo>
                      <a:pt x="1326" y="744"/>
                    </a:lnTo>
                    <a:lnTo>
                      <a:pt x="1321" y="722"/>
                    </a:lnTo>
                    <a:lnTo>
                      <a:pt x="1315" y="701"/>
                    </a:lnTo>
                    <a:lnTo>
                      <a:pt x="1309" y="680"/>
                    </a:lnTo>
                    <a:lnTo>
                      <a:pt x="1301" y="659"/>
                    </a:lnTo>
                    <a:lnTo>
                      <a:pt x="1292" y="640"/>
                    </a:lnTo>
                    <a:lnTo>
                      <a:pt x="1283" y="621"/>
                    </a:lnTo>
                    <a:lnTo>
                      <a:pt x="1273" y="602"/>
                    </a:lnTo>
                    <a:lnTo>
                      <a:pt x="1262" y="584"/>
                    </a:lnTo>
                    <a:lnTo>
                      <a:pt x="1250" y="568"/>
                    </a:lnTo>
                    <a:lnTo>
                      <a:pt x="1238" y="551"/>
                    </a:lnTo>
                    <a:lnTo>
                      <a:pt x="1225" y="536"/>
                    </a:lnTo>
                    <a:lnTo>
                      <a:pt x="1209" y="522"/>
                    </a:lnTo>
                    <a:lnTo>
                      <a:pt x="1194" y="508"/>
                    </a:lnTo>
                    <a:lnTo>
                      <a:pt x="1177" y="496"/>
                    </a:lnTo>
                    <a:lnTo>
                      <a:pt x="1161" y="484"/>
                    </a:lnTo>
                    <a:lnTo>
                      <a:pt x="1142" y="474"/>
                    </a:lnTo>
                    <a:lnTo>
                      <a:pt x="1122" y="464"/>
                    </a:lnTo>
                    <a:lnTo>
                      <a:pt x="1101" y="457"/>
                    </a:lnTo>
                    <a:lnTo>
                      <a:pt x="1080" y="449"/>
                    </a:lnTo>
                    <a:lnTo>
                      <a:pt x="1057" y="443"/>
                    </a:lnTo>
                    <a:lnTo>
                      <a:pt x="1033" y="439"/>
                    </a:lnTo>
                    <a:lnTo>
                      <a:pt x="1007" y="434"/>
                    </a:lnTo>
                    <a:lnTo>
                      <a:pt x="982" y="433"/>
                    </a:lnTo>
                    <a:lnTo>
                      <a:pt x="954" y="432"/>
                    </a:lnTo>
                    <a:lnTo>
                      <a:pt x="926" y="433"/>
                    </a:lnTo>
                    <a:lnTo>
                      <a:pt x="899" y="436"/>
                    </a:lnTo>
                    <a:lnTo>
                      <a:pt x="874" y="439"/>
                    </a:lnTo>
                    <a:lnTo>
                      <a:pt x="849" y="444"/>
                    </a:lnTo>
                    <a:lnTo>
                      <a:pt x="826" y="451"/>
                    </a:lnTo>
                    <a:lnTo>
                      <a:pt x="804" y="459"/>
                    </a:lnTo>
                    <a:lnTo>
                      <a:pt x="783" y="468"/>
                    </a:lnTo>
                    <a:lnTo>
                      <a:pt x="764" y="479"/>
                    </a:lnTo>
                    <a:lnTo>
                      <a:pt x="746" y="490"/>
                    </a:lnTo>
                    <a:lnTo>
                      <a:pt x="729" y="503"/>
                    </a:lnTo>
                    <a:lnTo>
                      <a:pt x="712" y="516"/>
                    </a:lnTo>
                    <a:lnTo>
                      <a:pt x="698" y="532"/>
                    </a:lnTo>
                    <a:lnTo>
                      <a:pt x="684" y="547"/>
                    </a:lnTo>
                    <a:lnTo>
                      <a:pt x="670" y="564"/>
                    </a:lnTo>
                    <a:lnTo>
                      <a:pt x="658" y="581"/>
                    </a:lnTo>
                    <a:lnTo>
                      <a:pt x="647" y="599"/>
                    </a:lnTo>
                    <a:lnTo>
                      <a:pt x="637" y="619"/>
                    </a:lnTo>
                    <a:lnTo>
                      <a:pt x="627" y="637"/>
                    </a:lnTo>
                    <a:lnTo>
                      <a:pt x="620" y="658"/>
                    </a:lnTo>
                    <a:lnTo>
                      <a:pt x="612" y="679"/>
                    </a:lnTo>
                    <a:lnTo>
                      <a:pt x="604" y="700"/>
                    </a:lnTo>
                    <a:lnTo>
                      <a:pt x="599" y="722"/>
                    </a:lnTo>
                    <a:lnTo>
                      <a:pt x="593" y="745"/>
                    </a:lnTo>
                    <a:lnTo>
                      <a:pt x="589" y="768"/>
                    </a:lnTo>
                    <a:lnTo>
                      <a:pt x="584" y="792"/>
                    </a:lnTo>
                    <a:lnTo>
                      <a:pt x="581" y="815"/>
                    </a:lnTo>
                    <a:lnTo>
                      <a:pt x="578" y="838"/>
                    </a:lnTo>
                    <a:lnTo>
                      <a:pt x="575" y="862"/>
                    </a:lnTo>
                    <a:lnTo>
                      <a:pt x="573" y="911"/>
                    </a:lnTo>
                    <a:lnTo>
                      <a:pt x="572" y="9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7" name="Freeform 13"/>
              <p:cNvSpPr>
                <a:spLocks noEditPoints="1"/>
              </p:cNvSpPr>
              <p:nvPr/>
            </p:nvSpPr>
            <p:spPr bwMode="auto">
              <a:xfrm>
                <a:off x="10081486" y="822770"/>
                <a:ext cx="303212" cy="303212"/>
              </a:xfrm>
              <a:custGeom>
                <a:avLst/>
                <a:gdLst>
                  <a:gd name="T0" fmla="*/ 17 w 1918"/>
                  <a:gd name="T1" fmla="*/ 743 h 1910"/>
                  <a:gd name="T2" fmla="*/ 83 w 1918"/>
                  <a:gd name="T3" fmla="*/ 512 h 1910"/>
                  <a:gd name="T4" fmla="*/ 197 w 1918"/>
                  <a:gd name="T5" fmla="*/ 320 h 1910"/>
                  <a:gd name="T6" fmla="*/ 355 w 1918"/>
                  <a:gd name="T7" fmla="*/ 170 h 1910"/>
                  <a:gd name="T8" fmla="*/ 555 w 1918"/>
                  <a:gd name="T9" fmla="*/ 65 h 1910"/>
                  <a:gd name="T10" fmla="*/ 794 w 1918"/>
                  <a:gd name="T11" fmla="*/ 9 h 1910"/>
                  <a:gd name="T12" fmla="*/ 1065 w 1918"/>
                  <a:gd name="T13" fmla="*/ 4 h 1910"/>
                  <a:gd name="T14" fmla="*/ 1313 w 1918"/>
                  <a:gd name="T15" fmla="*/ 47 h 1910"/>
                  <a:gd name="T16" fmla="*/ 1523 w 1918"/>
                  <a:gd name="T17" fmla="*/ 139 h 1910"/>
                  <a:gd name="T18" fmla="*/ 1691 w 1918"/>
                  <a:gd name="T19" fmla="*/ 276 h 1910"/>
                  <a:gd name="T20" fmla="*/ 1815 w 1918"/>
                  <a:gd name="T21" fmla="*/ 457 h 1910"/>
                  <a:gd name="T22" fmla="*/ 1892 w 1918"/>
                  <a:gd name="T23" fmla="*/ 678 h 1910"/>
                  <a:gd name="T24" fmla="*/ 1918 w 1918"/>
                  <a:gd name="T25" fmla="*/ 941 h 1910"/>
                  <a:gd name="T26" fmla="*/ 1908 w 1918"/>
                  <a:gd name="T27" fmla="*/ 1133 h 1910"/>
                  <a:gd name="T28" fmla="*/ 1874 w 1918"/>
                  <a:gd name="T29" fmla="*/ 1300 h 1910"/>
                  <a:gd name="T30" fmla="*/ 1821 w 1918"/>
                  <a:gd name="T31" fmla="*/ 1446 h 1910"/>
                  <a:gd name="T32" fmla="*/ 1739 w 1918"/>
                  <a:gd name="T33" fmla="*/ 1582 h 1910"/>
                  <a:gd name="T34" fmla="*/ 1634 w 1918"/>
                  <a:gd name="T35" fmla="*/ 1695 h 1910"/>
                  <a:gd name="T36" fmla="*/ 1512 w 1918"/>
                  <a:gd name="T37" fmla="*/ 1782 h 1910"/>
                  <a:gd name="T38" fmla="*/ 1378 w 1918"/>
                  <a:gd name="T39" fmla="*/ 1846 h 1910"/>
                  <a:gd name="T40" fmla="*/ 1231 w 1918"/>
                  <a:gd name="T41" fmla="*/ 1887 h 1910"/>
                  <a:gd name="T42" fmla="*/ 1075 w 1918"/>
                  <a:gd name="T43" fmla="*/ 1907 h 1910"/>
                  <a:gd name="T44" fmla="*/ 903 w 1918"/>
                  <a:gd name="T45" fmla="*/ 1909 h 1910"/>
                  <a:gd name="T46" fmla="*/ 726 w 1918"/>
                  <a:gd name="T47" fmla="*/ 1891 h 1910"/>
                  <a:gd name="T48" fmla="*/ 570 w 1918"/>
                  <a:gd name="T49" fmla="*/ 1854 h 1910"/>
                  <a:gd name="T50" fmla="*/ 430 w 1918"/>
                  <a:gd name="T51" fmla="*/ 1795 h 1910"/>
                  <a:gd name="T52" fmla="*/ 295 w 1918"/>
                  <a:gd name="T53" fmla="*/ 1702 h 1910"/>
                  <a:gd name="T54" fmla="*/ 188 w 1918"/>
                  <a:gd name="T55" fmla="*/ 1587 h 1910"/>
                  <a:gd name="T56" fmla="*/ 106 w 1918"/>
                  <a:gd name="T57" fmla="*/ 1453 h 1910"/>
                  <a:gd name="T58" fmla="*/ 50 w 1918"/>
                  <a:gd name="T59" fmla="*/ 1307 h 1910"/>
                  <a:gd name="T60" fmla="*/ 15 w 1918"/>
                  <a:gd name="T61" fmla="*/ 1151 h 1910"/>
                  <a:gd name="T62" fmla="*/ 1 w 1918"/>
                  <a:gd name="T63" fmla="*/ 989 h 1910"/>
                  <a:gd name="T64" fmla="*/ 579 w 1918"/>
                  <a:gd name="T65" fmla="*/ 1081 h 1910"/>
                  <a:gd name="T66" fmla="*/ 600 w 1918"/>
                  <a:gd name="T67" fmla="*/ 1197 h 1910"/>
                  <a:gd name="T68" fmla="*/ 639 w 1918"/>
                  <a:gd name="T69" fmla="*/ 1300 h 1910"/>
                  <a:gd name="T70" fmla="*/ 701 w 1918"/>
                  <a:gd name="T71" fmla="*/ 1386 h 1910"/>
                  <a:gd name="T72" fmla="*/ 788 w 1918"/>
                  <a:gd name="T73" fmla="*/ 1448 h 1910"/>
                  <a:gd name="T74" fmla="*/ 904 w 1918"/>
                  <a:gd name="T75" fmla="*/ 1480 h 1910"/>
                  <a:gd name="T76" fmla="*/ 1046 w 1918"/>
                  <a:gd name="T77" fmla="*/ 1476 h 1910"/>
                  <a:gd name="T78" fmla="*/ 1160 w 1918"/>
                  <a:gd name="T79" fmla="*/ 1436 h 1910"/>
                  <a:gd name="T80" fmla="*/ 1242 w 1918"/>
                  <a:gd name="T81" fmla="*/ 1365 h 1910"/>
                  <a:gd name="T82" fmla="*/ 1296 w 1918"/>
                  <a:gd name="T83" fmla="*/ 1270 h 1910"/>
                  <a:gd name="T84" fmla="*/ 1328 w 1918"/>
                  <a:gd name="T85" fmla="*/ 1158 h 1910"/>
                  <a:gd name="T86" fmla="*/ 1343 w 1918"/>
                  <a:gd name="T87" fmla="*/ 1036 h 1910"/>
                  <a:gd name="T88" fmla="*/ 1343 w 1918"/>
                  <a:gd name="T89" fmla="*/ 861 h 1910"/>
                  <a:gd name="T90" fmla="*/ 1328 w 1918"/>
                  <a:gd name="T91" fmla="*/ 744 h 1910"/>
                  <a:gd name="T92" fmla="*/ 1294 w 1918"/>
                  <a:gd name="T93" fmla="*/ 640 h 1910"/>
                  <a:gd name="T94" fmla="*/ 1238 w 1918"/>
                  <a:gd name="T95" fmla="*/ 551 h 1910"/>
                  <a:gd name="T96" fmla="*/ 1161 w 1918"/>
                  <a:gd name="T97" fmla="*/ 484 h 1910"/>
                  <a:gd name="T98" fmla="*/ 1058 w 1918"/>
                  <a:gd name="T99" fmla="*/ 443 h 1910"/>
                  <a:gd name="T100" fmla="*/ 927 w 1918"/>
                  <a:gd name="T101" fmla="*/ 433 h 1910"/>
                  <a:gd name="T102" fmla="*/ 805 w 1918"/>
                  <a:gd name="T103" fmla="*/ 459 h 1910"/>
                  <a:gd name="T104" fmla="*/ 714 w 1918"/>
                  <a:gd name="T105" fmla="*/ 516 h 1910"/>
                  <a:gd name="T106" fmla="*/ 649 w 1918"/>
                  <a:gd name="T107" fmla="*/ 599 h 1910"/>
                  <a:gd name="T108" fmla="*/ 606 w 1918"/>
                  <a:gd name="T109" fmla="*/ 700 h 1910"/>
                  <a:gd name="T110" fmla="*/ 581 w 1918"/>
                  <a:gd name="T111" fmla="*/ 815 h 19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1918" h="1910">
                    <a:moveTo>
                      <a:pt x="0" y="956"/>
                    </a:moveTo>
                    <a:lnTo>
                      <a:pt x="1" y="901"/>
                    </a:lnTo>
                    <a:lnTo>
                      <a:pt x="5" y="847"/>
                    </a:lnTo>
                    <a:lnTo>
                      <a:pt x="10" y="794"/>
                    </a:lnTo>
                    <a:lnTo>
                      <a:pt x="17" y="743"/>
                    </a:lnTo>
                    <a:lnTo>
                      <a:pt x="27" y="694"/>
                    </a:lnTo>
                    <a:lnTo>
                      <a:pt x="38" y="646"/>
                    </a:lnTo>
                    <a:lnTo>
                      <a:pt x="51" y="600"/>
                    </a:lnTo>
                    <a:lnTo>
                      <a:pt x="66" y="555"/>
                    </a:lnTo>
                    <a:lnTo>
                      <a:pt x="83" y="512"/>
                    </a:lnTo>
                    <a:lnTo>
                      <a:pt x="102" y="470"/>
                    </a:lnTo>
                    <a:lnTo>
                      <a:pt x="123" y="430"/>
                    </a:lnTo>
                    <a:lnTo>
                      <a:pt x="145" y="391"/>
                    </a:lnTo>
                    <a:lnTo>
                      <a:pt x="170" y="354"/>
                    </a:lnTo>
                    <a:lnTo>
                      <a:pt x="197" y="320"/>
                    </a:lnTo>
                    <a:lnTo>
                      <a:pt x="225" y="286"/>
                    </a:lnTo>
                    <a:lnTo>
                      <a:pt x="254" y="254"/>
                    </a:lnTo>
                    <a:lnTo>
                      <a:pt x="286" y="224"/>
                    </a:lnTo>
                    <a:lnTo>
                      <a:pt x="320" y="196"/>
                    </a:lnTo>
                    <a:lnTo>
                      <a:pt x="355" y="170"/>
                    </a:lnTo>
                    <a:lnTo>
                      <a:pt x="391" y="146"/>
                    </a:lnTo>
                    <a:lnTo>
                      <a:pt x="430" y="122"/>
                    </a:lnTo>
                    <a:lnTo>
                      <a:pt x="470" y="101"/>
                    </a:lnTo>
                    <a:lnTo>
                      <a:pt x="512" y="83"/>
                    </a:lnTo>
                    <a:lnTo>
                      <a:pt x="555" y="65"/>
                    </a:lnTo>
                    <a:lnTo>
                      <a:pt x="600" y="51"/>
                    </a:lnTo>
                    <a:lnTo>
                      <a:pt x="646" y="37"/>
                    </a:lnTo>
                    <a:lnTo>
                      <a:pt x="694" y="25"/>
                    </a:lnTo>
                    <a:lnTo>
                      <a:pt x="744" y="17"/>
                    </a:lnTo>
                    <a:lnTo>
                      <a:pt x="794" y="9"/>
                    </a:lnTo>
                    <a:lnTo>
                      <a:pt x="847" y="4"/>
                    </a:lnTo>
                    <a:lnTo>
                      <a:pt x="900" y="1"/>
                    </a:lnTo>
                    <a:lnTo>
                      <a:pt x="956" y="0"/>
                    </a:lnTo>
                    <a:lnTo>
                      <a:pt x="1011" y="1"/>
                    </a:lnTo>
                    <a:lnTo>
                      <a:pt x="1065" y="4"/>
                    </a:lnTo>
                    <a:lnTo>
                      <a:pt x="1118" y="9"/>
                    </a:lnTo>
                    <a:lnTo>
                      <a:pt x="1169" y="15"/>
                    </a:lnTo>
                    <a:lnTo>
                      <a:pt x="1218" y="24"/>
                    </a:lnTo>
                    <a:lnTo>
                      <a:pt x="1267" y="35"/>
                    </a:lnTo>
                    <a:lnTo>
                      <a:pt x="1313" y="47"/>
                    </a:lnTo>
                    <a:lnTo>
                      <a:pt x="1359" y="63"/>
                    </a:lnTo>
                    <a:lnTo>
                      <a:pt x="1402" y="78"/>
                    </a:lnTo>
                    <a:lnTo>
                      <a:pt x="1444" y="97"/>
                    </a:lnTo>
                    <a:lnTo>
                      <a:pt x="1485" y="117"/>
                    </a:lnTo>
                    <a:lnTo>
                      <a:pt x="1523" y="139"/>
                    </a:lnTo>
                    <a:lnTo>
                      <a:pt x="1560" y="163"/>
                    </a:lnTo>
                    <a:lnTo>
                      <a:pt x="1595" y="189"/>
                    </a:lnTo>
                    <a:lnTo>
                      <a:pt x="1629" y="216"/>
                    </a:lnTo>
                    <a:lnTo>
                      <a:pt x="1661" y="245"/>
                    </a:lnTo>
                    <a:lnTo>
                      <a:pt x="1691" y="276"/>
                    </a:lnTo>
                    <a:lnTo>
                      <a:pt x="1720" y="309"/>
                    </a:lnTo>
                    <a:lnTo>
                      <a:pt x="1746" y="343"/>
                    </a:lnTo>
                    <a:lnTo>
                      <a:pt x="1771" y="379"/>
                    </a:lnTo>
                    <a:lnTo>
                      <a:pt x="1794" y="417"/>
                    </a:lnTo>
                    <a:lnTo>
                      <a:pt x="1815" y="457"/>
                    </a:lnTo>
                    <a:lnTo>
                      <a:pt x="1835" y="497"/>
                    </a:lnTo>
                    <a:lnTo>
                      <a:pt x="1851" y="540"/>
                    </a:lnTo>
                    <a:lnTo>
                      <a:pt x="1867" y="584"/>
                    </a:lnTo>
                    <a:lnTo>
                      <a:pt x="1880" y="631"/>
                    </a:lnTo>
                    <a:lnTo>
                      <a:pt x="1892" y="678"/>
                    </a:lnTo>
                    <a:lnTo>
                      <a:pt x="1901" y="728"/>
                    </a:lnTo>
                    <a:lnTo>
                      <a:pt x="1909" y="779"/>
                    </a:lnTo>
                    <a:lnTo>
                      <a:pt x="1913" y="831"/>
                    </a:lnTo>
                    <a:lnTo>
                      <a:pt x="1916" y="886"/>
                    </a:lnTo>
                    <a:lnTo>
                      <a:pt x="1918" y="941"/>
                    </a:lnTo>
                    <a:lnTo>
                      <a:pt x="1918" y="981"/>
                    </a:lnTo>
                    <a:lnTo>
                      <a:pt x="1916" y="1020"/>
                    </a:lnTo>
                    <a:lnTo>
                      <a:pt x="1914" y="1059"/>
                    </a:lnTo>
                    <a:lnTo>
                      <a:pt x="1911" y="1096"/>
                    </a:lnTo>
                    <a:lnTo>
                      <a:pt x="1908" y="1133"/>
                    </a:lnTo>
                    <a:lnTo>
                      <a:pt x="1902" y="1168"/>
                    </a:lnTo>
                    <a:lnTo>
                      <a:pt x="1897" y="1202"/>
                    </a:lnTo>
                    <a:lnTo>
                      <a:pt x="1890" y="1236"/>
                    </a:lnTo>
                    <a:lnTo>
                      <a:pt x="1883" y="1268"/>
                    </a:lnTo>
                    <a:lnTo>
                      <a:pt x="1874" y="1300"/>
                    </a:lnTo>
                    <a:lnTo>
                      <a:pt x="1866" y="1331"/>
                    </a:lnTo>
                    <a:lnTo>
                      <a:pt x="1856" y="1361"/>
                    </a:lnTo>
                    <a:lnTo>
                      <a:pt x="1846" y="1391"/>
                    </a:lnTo>
                    <a:lnTo>
                      <a:pt x="1834" y="1418"/>
                    </a:lnTo>
                    <a:lnTo>
                      <a:pt x="1821" y="1446"/>
                    </a:lnTo>
                    <a:lnTo>
                      <a:pt x="1808" y="1472"/>
                    </a:lnTo>
                    <a:lnTo>
                      <a:pt x="1793" y="1502"/>
                    </a:lnTo>
                    <a:lnTo>
                      <a:pt x="1775" y="1530"/>
                    </a:lnTo>
                    <a:lnTo>
                      <a:pt x="1757" y="1557"/>
                    </a:lnTo>
                    <a:lnTo>
                      <a:pt x="1739" y="1582"/>
                    </a:lnTo>
                    <a:lnTo>
                      <a:pt x="1719" y="1607"/>
                    </a:lnTo>
                    <a:lnTo>
                      <a:pt x="1699" y="1631"/>
                    </a:lnTo>
                    <a:lnTo>
                      <a:pt x="1678" y="1653"/>
                    </a:lnTo>
                    <a:lnTo>
                      <a:pt x="1657" y="1675"/>
                    </a:lnTo>
                    <a:lnTo>
                      <a:pt x="1634" y="1695"/>
                    </a:lnTo>
                    <a:lnTo>
                      <a:pt x="1612" y="1715"/>
                    </a:lnTo>
                    <a:lnTo>
                      <a:pt x="1587" y="1734"/>
                    </a:lnTo>
                    <a:lnTo>
                      <a:pt x="1563" y="1751"/>
                    </a:lnTo>
                    <a:lnTo>
                      <a:pt x="1539" y="1767"/>
                    </a:lnTo>
                    <a:lnTo>
                      <a:pt x="1512" y="1782"/>
                    </a:lnTo>
                    <a:lnTo>
                      <a:pt x="1487" y="1798"/>
                    </a:lnTo>
                    <a:lnTo>
                      <a:pt x="1460" y="1811"/>
                    </a:lnTo>
                    <a:lnTo>
                      <a:pt x="1433" y="1823"/>
                    </a:lnTo>
                    <a:lnTo>
                      <a:pt x="1405" y="1835"/>
                    </a:lnTo>
                    <a:lnTo>
                      <a:pt x="1378" y="1846"/>
                    </a:lnTo>
                    <a:lnTo>
                      <a:pt x="1349" y="1856"/>
                    </a:lnTo>
                    <a:lnTo>
                      <a:pt x="1320" y="1865"/>
                    </a:lnTo>
                    <a:lnTo>
                      <a:pt x="1290" y="1873"/>
                    </a:lnTo>
                    <a:lnTo>
                      <a:pt x="1260" y="1880"/>
                    </a:lnTo>
                    <a:lnTo>
                      <a:pt x="1231" y="1887"/>
                    </a:lnTo>
                    <a:lnTo>
                      <a:pt x="1200" y="1892"/>
                    </a:lnTo>
                    <a:lnTo>
                      <a:pt x="1169" y="1897"/>
                    </a:lnTo>
                    <a:lnTo>
                      <a:pt x="1138" y="1901"/>
                    </a:lnTo>
                    <a:lnTo>
                      <a:pt x="1107" y="1904"/>
                    </a:lnTo>
                    <a:lnTo>
                      <a:pt x="1075" y="1907"/>
                    </a:lnTo>
                    <a:lnTo>
                      <a:pt x="1043" y="1909"/>
                    </a:lnTo>
                    <a:lnTo>
                      <a:pt x="1011" y="1910"/>
                    </a:lnTo>
                    <a:lnTo>
                      <a:pt x="979" y="1910"/>
                    </a:lnTo>
                    <a:lnTo>
                      <a:pt x="940" y="1910"/>
                    </a:lnTo>
                    <a:lnTo>
                      <a:pt x="903" y="1909"/>
                    </a:lnTo>
                    <a:lnTo>
                      <a:pt x="865" y="1907"/>
                    </a:lnTo>
                    <a:lnTo>
                      <a:pt x="830" y="1903"/>
                    </a:lnTo>
                    <a:lnTo>
                      <a:pt x="794" y="1900"/>
                    </a:lnTo>
                    <a:lnTo>
                      <a:pt x="759" y="1896"/>
                    </a:lnTo>
                    <a:lnTo>
                      <a:pt x="726" y="1891"/>
                    </a:lnTo>
                    <a:lnTo>
                      <a:pt x="693" y="1885"/>
                    </a:lnTo>
                    <a:lnTo>
                      <a:pt x="661" y="1879"/>
                    </a:lnTo>
                    <a:lnTo>
                      <a:pt x="630" y="1871"/>
                    </a:lnTo>
                    <a:lnTo>
                      <a:pt x="600" y="1863"/>
                    </a:lnTo>
                    <a:lnTo>
                      <a:pt x="570" y="1854"/>
                    </a:lnTo>
                    <a:lnTo>
                      <a:pt x="542" y="1845"/>
                    </a:lnTo>
                    <a:lnTo>
                      <a:pt x="514" y="1834"/>
                    </a:lnTo>
                    <a:lnTo>
                      <a:pt x="486" y="1823"/>
                    </a:lnTo>
                    <a:lnTo>
                      <a:pt x="461" y="1811"/>
                    </a:lnTo>
                    <a:lnTo>
                      <a:pt x="430" y="1795"/>
                    </a:lnTo>
                    <a:lnTo>
                      <a:pt x="401" y="1779"/>
                    </a:lnTo>
                    <a:lnTo>
                      <a:pt x="373" y="1761"/>
                    </a:lnTo>
                    <a:lnTo>
                      <a:pt x="346" y="1742"/>
                    </a:lnTo>
                    <a:lnTo>
                      <a:pt x="321" y="1723"/>
                    </a:lnTo>
                    <a:lnTo>
                      <a:pt x="295" y="1702"/>
                    </a:lnTo>
                    <a:lnTo>
                      <a:pt x="272" y="1681"/>
                    </a:lnTo>
                    <a:lnTo>
                      <a:pt x="250" y="1659"/>
                    </a:lnTo>
                    <a:lnTo>
                      <a:pt x="228" y="1635"/>
                    </a:lnTo>
                    <a:lnTo>
                      <a:pt x="208" y="1611"/>
                    </a:lnTo>
                    <a:lnTo>
                      <a:pt x="188" y="1587"/>
                    </a:lnTo>
                    <a:lnTo>
                      <a:pt x="170" y="1562"/>
                    </a:lnTo>
                    <a:lnTo>
                      <a:pt x="153" y="1535"/>
                    </a:lnTo>
                    <a:lnTo>
                      <a:pt x="136" y="1509"/>
                    </a:lnTo>
                    <a:lnTo>
                      <a:pt x="121" y="1482"/>
                    </a:lnTo>
                    <a:lnTo>
                      <a:pt x="106" y="1453"/>
                    </a:lnTo>
                    <a:lnTo>
                      <a:pt x="93" y="1426"/>
                    </a:lnTo>
                    <a:lnTo>
                      <a:pt x="81" y="1396"/>
                    </a:lnTo>
                    <a:lnTo>
                      <a:pt x="70" y="1367"/>
                    </a:lnTo>
                    <a:lnTo>
                      <a:pt x="59" y="1338"/>
                    </a:lnTo>
                    <a:lnTo>
                      <a:pt x="50" y="1307"/>
                    </a:lnTo>
                    <a:lnTo>
                      <a:pt x="41" y="1277"/>
                    </a:lnTo>
                    <a:lnTo>
                      <a:pt x="33" y="1245"/>
                    </a:lnTo>
                    <a:lnTo>
                      <a:pt x="26" y="1214"/>
                    </a:lnTo>
                    <a:lnTo>
                      <a:pt x="20" y="1182"/>
                    </a:lnTo>
                    <a:lnTo>
                      <a:pt x="15" y="1151"/>
                    </a:lnTo>
                    <a:lnTo>
                      <a:pt x="10" y="1118"/>
                    </a:lnTo>
                    <a:lnTo>
                      <a:pt x="7" y="1086"/>
                    </a:lnTo>
                    <a:lnTo>
                      <a:pt x="4" y="1054"/>
                    </a:lnTo>
                    <a:lnTo>
                      <a:pt x="3" y="1021"/>
                    </a:lnTo>
                    <a:lnTo>
                      <a:pt x="1" y="989"/>
                    </a:lnTo>
                    <a:lnTo>
                      <a:pt x="0" y="956"/>
                    </a:lnTo>
                    <a:close/>
                    <a:moveTo>
                      <a:pt x="572" y="958"/>
                    </a:moveTo>
                    <a:lnTo>
                      <a:pt x="574" y="1008"/>
                    </a:lnTo>
                    <a:lnTo>
                      <a:pt x="577" y="1056"/>
                    </a:lnTo>
                    <a:lnTo>
                      <a:pt x="579" y="1081"/>
                    </a:lnTo>
                    <a:lnTo>
                      <a:pt x="581" y="1105"/>
                    </a:lnTo>
                    <a:lnTo>
                      <a:pt x="586" y="1128"/>
                    </a:lnTo>
                    <a:lnTo>
                      <a:pt x="589" y="1151"/>
                    </a:lnTo>
                    <a:lnTo>
                      <a:pt x="595" y="1174"/>
                    </a:lnTo>
                    <a:lnTo>
                      <a:pt x="600" y="1197"/>
                    </a:lnTo>
                    <a:lnTo>
                      <a:pt x="606" y="1219"/>
                    </a:lnTo>
                    <a:lnTo>
                      <a:pt x="613" y="1240"/>
                    </a:lnTo>
                    <a:lnTo>
                      <a:pt x="621" y="1260"/>
                    </a:lnTo>
                    <a:lnTo>
                      <a:pt x="630" y="1281"/>
                    </a:lnTo>
                    <a:lnTo>
                      <a:pt x="639" y="1300"/>
                    </a:lnTo>
                    <a:lnTo>
                      <a:pt x="650" y="1319"/>
                    </a:lnTo>
                    <a:lnTo>
                      <a:pt x="661" y="1338"/>
                    </a:lnTo>
                    <a:lnTo>
                      <a:pt x="673" y="1354"/>
                    </a:lnTo>
                    <a:lnTo>
                      <a:pt x="686" y="1371"/>
                    </a:lnTo>
                    <a:lnTo>
                      <a:pt x="701" y="1386"/>
                    </a:lnTo>
                    <a:lnTo>
                      <a:pt x="716" y="1401"/>
                    </a:lnTo>
                    <a:lnTo>
                      <a:pt x="731" y="1414"/>
                    </a:lnTo>
                    <a:lnTo>
                      <a:pt x="749" y="1427"/>
                    </a:lnTo>
                    <a:lnTo>
                      <a:pt x="768" y="1438"/>
                    </a:lnTo>
                    <a:lnTo>
                      <a:pt x="788" y="1448"/>
                    </a:lnTo>
                    <a:lnTo>
                      <a:pt x="809" y="1457"/>
                    </a:lnTo>
                    <a:lnTo>
                      <a:pt x="831" y="1464"/>
                    </a:lnTo>
                    <a:lnTo>
                      <a:pt x="854" y="1471"/>
                    </a:lnTo>
                    <a:lnTo>
                      <a:pt x="878" y="1477"/>
                    </a:lnTo>
                    <a:lnTo>
                      <a:pt x="904" y="1480"/>
                    </a:lnTo>
                    <a:lnTo>
                      <a:pt x="931" y="1482"/>
                    </a:lnTo>
                    <a:lnTo>
                      <a:pt x="960" y="1483"/>
                    </a:lnTo>
                    <a:lnTo>
                      <a:pt x="990" y="1482"/>
                    </a:lnTo>
                    <a:lnTo>
                      <a:pt x="1019" y="1480"/>
                    </a:lnTo>
                    <a:lnTo>
                      <a:pt x="1046" y="1476"/>
                    </a:lnTo>
                    <a:lnTo>
                      <a:pt x="1072" y="1470"/>
                    </a:lnTo>
                    <a:lnTo>
                      <a:pt x="1096" y="1463"/>
                    </a:lnTo>
                    <a:lnTo>
                      <a:pt x="1119" y="1456"/>
                    </a:lnTo>
                    <a:lnTo>
                      <a:pt x="1140" y="1446"/>
                    </a:lnTo>
                    <a:lnTo>
                      <a:pt x="1160" y="1436"/>
                    </a:lnTo>
                    <a:lnTo>
                      <a:pt x="1179" y="1424"/>
                    </a:lnTo>
                    <a:lnTo>
                      <a:pt x="1196" y="1410"/>
                    </a:lnTo>
                    <a:lnTo>
                      <a:pt x="1213" y="1396"/>
                    </a:lnTo>
                    <a:lnTo>
                      <a:pt x="1227" y="1381"/>
                    </a:lnTo>
                    <a:lnTo>
                      <a:pt x="1242" y="1365"/>
                    </a:lnTo>
                    <a:lnTo>
                      <a:pt x="1255" y="1348"/>
                    </a:lnTo>
                    <a:lnTo>
                      <a:pt x="1267" y="1330"/>
                    </a:lnTo>
                    <a:lnTo>
                      <a:pt x="1277" y="1310"/>
                    </a:lnTo>
                    <a:lnTo>
                      <a:pt x="1287" y="1291"/>
                    </a:lnTo>
                    <a:lnTo>
                      <a:pt x="1296" y="1270"/>
                    </a:lnTo>
                    <a:lnTo>
                      <a:pt x="1305" y="1249"/>
                    </a:lnTo>
                    <a:lnTo>
                      <a:pt x="1311" y="1227"/>
                    </a:lnTo>
                    <a:lnTo>
                      <a:pt x="1318" y="1205"/>
                    </a:lnTo>
                    <a:lnTo>
                      <a:pt x="1323" y="1182"/>
                    </a:lnTo>
                    <a:lnTo>
                      <a:pt x="1328" y="1158"/>
                    </a:lnTo>
                    <a:lnTo>
                      <a:pt x="1332" y="1135"/>
                    </a:lnTo>
                    <a:lnTo>
                      <a:pt x="1336" y="1110"/>
                    </a:lnTo>
                    <a:lnTo>
                      <a:pt x="1339" y="1085"/>
                    </a:lnTo>
                    <a:lnTo>
                      <a:pt x="1341" y="1061"/>
                    </a:lnTo>
                    <a:lnTo>
                      <a:pt x="1343" y="1036"/>
                    </a:lnTo>
                    <a:lnTo>
                      <a:pt x="1345" y="985"/>
                    </a:lnTo>
                    <a:lnTo>
                      <a:pt x="1347" y="934"/>
                    </a:lnTo>
                    <a:lnTo>
                      <a:pt x="1345" y="909"/>
                    </a:lnTo>
                    <a:lnTo>
                      <a:pt x="1345" y="884"/>
                    </a:lnTo>
                    <a:lnTo>
                      <a:pt x="1343" y="861"/>
                    </a:lnTo>
                    <a:lnTo>
                      <a:pt x="1342" y="837"/>
                    </a:lnTo>
                    <a:lnTo>
                      <a:pt x="1339" y="814"/>
                    </a:lnTo>
                    <a:lnTo>
                      <a:pt x="1336" y="790"/>
                    </a:lnTo>
                    <a:lnTo>
                      <a:pt x="1332" y="768"/>
                    </a:lnTo>
                    <a:lnTo>
                      <a:pt x="1328" y="744"/>
                    </a:lnTo>
                    <a:lnTo>
                      <a:pt x="1322" y="722"/>
                    </a:lnTo>
                    <a:lnTo>
                      <a:pt x="1316" y="701"/>
                    </a:lnTo>
                    <a:lnTo>
                      <a:pt x="1309" y="680"/>
                    </a:lnTo>
                    <a:lnTo>
                      <a:pt x="1301" y="659"/>
                    </a:lnTo>
                    <a:lnTo>
                      <a:pt x="1294" y="640"/>
                    </a:lnTo>
                    <a:lnTo>
                      <a:pt x="1284" y="621"/>
                    </a:lnTo>
                    <a:lnTo>
                      <a:pt x="1274" y="602"/>
                    </a:lnTo>
                    <a:lnTo>
                      <a:pt x="1264" y="584"/>
                    </a:lnTo>
                    <a:lnTo>
                      <a:pt x="1252" y="568"/>
                    </a:lnTo>
                    <a:lnTo>
                      <a:pt x="1238" y="551"/>
                    </a:lnTo>
                    <a:lnTo>
                      <a:pt x="1225" y="536"/>
                    </a:lnTo>
                    <a:lnTo>
                      <a:pt x="1211" y="522"/>
                    </a:lnTo>
                    <a:lnTo>
                      <a:pt x="1195" y="508"/>
                    </a:lnTo>
                    <a:lnTo>
                      <a:pt x="1179" y="496"/>
                    </a:lnTo>
                    <a:lnTo>
                      <a:pt x="1161" y="484"/>
                    </a:lnTo>
                    <a:lnTo>
                      <a:pt x="1142" y="474"/>
                    </a:lnTo>
                    <a:lnTo>
                      <a:pt x="1124" y="464"/>
                    </a:lnTo>
                    <a:lnTo>
                      <a:pt x="1103" y="457"/>
                    </a:lnTo>
                    <a:lnTo>
                      <a:pt x="1080" y="449"/>
                    </a:lnTo>
                    <a:lnTo>
                      <a:pt x="1058" y="443"/>
                    </a:lnTo>
                    <a:lnTo>
                      <a:pt x="1034" y="439"/>
                    </a:lnTo>
                    <a:lnTo>
                      <a:pt x="1009" y="434"/>
                    </a:lnTo>
                    <a:lnTo>
                      <a:pt x="982" y="433"/>
                    </a:lnTo>
                    <a:lnTo>
                      <a:pt x="955" y="432"/>
                    </a:lnTo>
                    <a:lnTo>
                      <a:pt x="927" y="433"/>
                    </a:lnTo>
                    <a:lnTo>
                      <a:pt x="899" y="436"/>
                    </a:lnTo>
                    <a:lnTo>
                      <a:pt x="874" y="439"/>
                    </a:lnTo>
                    <a:lnTo>
                      <a:pt x="850" y="444"/>
                    </a:lnTo>
                    <a:lnTo>
                      <a:pt x="826" y="451"/>
                    </a:lnTo>
                    <a:lnTo>
                      <a:pt x="805" y="459"/>
                    </a:lnTo>
                    <a:lnTo>
                      <a:pt x="784" y="468"/>
                    </a:lnTo>
                    <a:lnTo>
                      <a:pt x="765" y="479"/>
                    </a:lnTo>
                    <a:lnTo>
                      <a:pt x="747" y="490"/>
                    </a:lnTo>
                    <a:lnTo>
                      <a:pt x="729" y="503"/>
                    </a:lnTo>
                    <a:lnTo>
                      <a:pt x="714" y="516"/>
                    </a:lnTo>
                    <a:lnTo>
                      <a:pt x="698" y="532"/>
                    </a:lnTo>
                    <a:lnTo>
                      <a:pt x="684" y="547"/>
                    </a:lnTo>
                    <a:lnTo>
                      <a:pt x="672" y="564"/>
                    </a:lnTo>
                    <a:lnTo>
                      <a:pt x="660" y="581"/>
                    </a:lnTo>
                    <a:lnTo>
                      <a:pt x="649" y="599"/>
                    </a:lnTo>
                    <a:lnTo>
                      <a:pt x="638" y="619"/>
                    </a:lnTo>
                    <a:lnTo>
                      <a:pt x="629" y="637"/>
                    </a:lnTo>
                    <a:lnTo>
                      <a:pt x="620" y="658"/>
                    </a:lnTo>
                    <a:lnTo>
                      <a:pt x="612" y="679"/>
                    </a:lnTo>
                    <a:lnTo>
                      <a:pt x="606" y="700"/>
                    </a:lnTo>
                    <a:lnTo>
                      <a:pt x="599" y="722"/>
                    </a:lnTo>
                    <a:lnTo>
                      <a:pt x="593" y="745"/>
                    </a:lnTo>
                    <a:lnTo>
                      <a:pt x="589" y="768"/>
                    </a:lnTo>
                    <a:lnTo>
                      <a:pt x="585" y="792"/>
                    </a:lnTo>
                    <a:lnTo>
                      <a:pt x="581" y="815"/>
                    </a:lnTo>
                    <a:lnTo>
                      <a:pt x="579" y="838"/>
                    </a:lnTo>
                    <a:lnTo>
                      <a:pt x="577" y="862"/>
                    </a:lnTo>
                    <a:lnTo>
                      <a:pt x="574" y="911"/>
                    </a:lnTo>
                    <a:lnTo>
                      <a:pt x="572" y="9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</p:grpSp>
      </p:grpSp>
      <p:grpSp>
        <p:nvGrpSpPr>
          <p:cNvPr id="49" name="组合 48"/>
          <p:cNvGrpSpPr/>
          <p:nvPr userDrawn="1"/>
        </p:nvGrpSpPr>
        <p:grpSpPr>
          <a:xfrm>
            <a:off x="11803834" y="1342697"/>
            <a:ext cx="258696" cy="2428608"/>
            <a:chOff x="11440496" y="2009775"/>
            <a:chExt cx="258696" cy="2428608"/>
          </a:xfrm>
        </p:grpSpPr>
        <p:grpSp>
          <p:nvGrpSpPr>
            <p:cNvPr id="50" name="组合 49"/>
            <p:cNvGrpSpPr/>
            <p:nvPr/>
          </p:nvGrpSpPr>
          <p:grpSpPr>
            <a:xfrm>
              <a:off x="11440496" y="2009775"/>
              <a:ext cx="258696" cy="258694"/>
              <a:chOff x="6188684" y="1481357"/>
              <a:chExt cx="747830" cy="747830"/>
            </a:xfrm>
          </p:grpSpPr>
          <p:pic>
            <p:nvPicPr>
              <p:cNvPr id="60" name="图片 59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90852" y="1526688"/>
                <a:ext cx="657168" cy="657168"/>
              </a:xfrm>
              <a:prstGeom prst="rect">
                <a:avLst/>
              </a:prstGeom>
            </p:spPr>
          </p:pic>
          <p:sp>
            <p:nvSpPr>
              <p:cNvPr id="61" name="椭圆 60"/>
              <p:cNvSpPr/>
              <p:nvPr/>
            </p:nvSpPr>
            <p:spPr>
              <a:xfrm>
                <a:off x="6188684" y="1481357"/>
                <a:ext cx="747830" cy="747830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1" name="组合 50"/>
            <p:cNvGrpSpPr/>
            <p:nvPr/>
          </p:nvGrpSpPr>
          <p:grpSpPr>
            <a:xfrm>
              <a:off x="11440496" y="2733079"/>
              <a:ext cx="258696" cy="258694"/>
              <a:chOff x="7033386" y="1481357"/>
              <a:chExt cx="747830" cy="747830"/>
            </a:xfrm>
          </p:grpSpPr>
          <p:pic>
            <p:nvPicPr>
              <p:cNvPr id="58" name="图片 57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68823" y="1535565"/>
                <a:ext cx="657168" cy="657168"/>
              </a:xfrm>
              <a:prstGeom prst="rect">
                <a:avLst/>
              </a:prstGeom>
            </p:spPr>
          </p:pic>
          <p:sp>
            <p:nvSpPr>
              <p:cNvPr id="59" name="椭圆 58"/>
              <p:cNvSpPr/>
              <p:nvPr/>
            </p:nvSpPr>
            <p:spPr>
              <a:xfrm>
                <a:off x="7033386" y="1481357"/>
                <a:ext cx="747830" cy="747830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2" name="组合 51"/>
            <p:cNvGrpSpPr/>
            <p:nvPr/>
          </p:nvGrpSpPr>
          <p:grpSpPr>
            <a:xfrm>
              <a:off x="11440496" y="3456384"/>
              <a:ext cx="258696" cy="258694"/>
              <a:chOff x="7878088" y="1481357"/>
              <a:chExt cx="747830" cy="747830"/>
            </a:xfrm>
          </p:grpSpPr>
          <p:pic>
            <p:nvPicPr>
              <p:cNvPr id="56" name="图片 55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23419" y="1535565"/>
                <a:ext cx="657168" cy="657168"/>
              </a:xfrm>
              <a:prstGeom prst="rect">
                <a:avLst/>
              </a:prstGeom>
            </p:spPr>
          </p:pic>
          <p:sp>
            <p:nvSpPr>
              <p:cNvPr id="57" name="椭圆 56"/>
              <p:cNvSpPr/>
              <p:nvPr/>
            </p:nvSpPr>
            <p:spPr>
              <a:xfrm>
                <a:off x="7878088" y="1481357"/>
                <a:ext cx="747830" cy="747830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3" name="组合 52"/>
            <p:cNvGrpSpPr/>
            <p:nvPr/>
          </p:nvGrpSpPr>
          <p:grpSpPr>
            <a:xfrm>
              <a:off x="11440496" y="4179689"/>
              <a:ext cx="258696" cy="258694"/>
              <a:chOff x="8722790" y="1481357"/>
              <a:chExt cx="747830" cy="747830"/>
            </a:xfrm>
          </p:grpSpPr>
          <p:pic>
            <p:nvPicPr>
              <p:cNvPr id="54" name="图片 53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68121" y="1535565"/>
                <a:ext cx="657168" cy="657168"/>
              </a:xfrm>
              <a:prstGeom prst="rect">
                <a:avLst/>
              </a:prstGeom>
            </p:spPr>
          </p:pic>
          <p:sp>
            <p:nvSpPr>
              <p:cNvPr id="55" name="椭圆 54"/>
              <p:cNvSpPr/>
              <p:nvPr/>
            </p:nvSpPr>
            <p:spPr>
              <a:xfrm>
                <a:off x="8722790" y="1481357"/>
                <a:ext cx="747830" cy="747830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pic>
        <p:nvPicPr>
          <p:cNvPr id="62" name="图片 61"/>
          <p:cNvPicPr>
            <a:picLocks noChangeAspect="1"/>
          </p:cNvPicPr>
          <p:nvPr userDrawn="1"/>
        </p:nvPicPr>
        <p:blipFill rotWithShape="1">
          <a:blip r:embed="rId7" cstate="print">
            <a:alphaModFix amt="50000"/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589" b="1785"/>
          <a:stretch>
            <a:fillRect/>
          </a:stretch>
        </p:blipFill>
        <p:spPr>
          <a:xfrm>
            <a:off x="0" y="6273637"/>
            <a:ext cx="12192000" cy="591578"/>
          </a:xfrm>
          <a:prstGeom prst="rect">
            <a:avLst/>
          </a:prstGeom>
        </p:spPr>
      </p:pic>
      <p:grpSp>
        <p:nvGrpSpPr>
          <p:cNvPr id="63" name="组合 62"/>
          <p:cNvGrpSpPr/>
          <p:nvPr userDrawn="1"/>
        </p:nvGrpSpPr>
        <p:grpSpPr>
          <a:xfrm>
            <a:off x="239369" y="3062058"/>
            <a:ext cx="140178" cy="140177"/>
            <a:chOff x="239369" y="3062058"/>
            <a:chExt cx="140178" cy="140177"/>
          </a:xfrm>
        </p:grpSpPr>
        <p:sp>
          <p:nvSpPr>
            <p:cNvPr id="64" name="椭圆 63"/>
            <p:cNvSpPr/>
            <p:nvPr/>
          </p:nvSpPr>
          <p:spPr>
            <a:xfrm>
              <a:off x="239369" y="3062058"/>
              <a:ext cx="140178" cy="140177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5" name="图片 64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0774" y="3070555"/>
              <a:ext cx="123184" cy="123183"/>
            </a:xfrm>
            <a:prstGeom prst="rect">
              <a:avLst/>
            </a:prstGeom>
          </p:spPr>
        </p:pic>
      </p:grpSp>
      <p:grpSp>
        <p:nvGrpSpPr>
          <p:cNvPr id="66" name="组合 65"/>
          <p:cNvGrpSpPr/>
          <p:nvPr userDrawn="1"/>
        </p:nvGrpSpPr>
        <p:grpSpPr>
          <a:xfrm>
            <a:off x="239369" y="3458155"/>
            <a:ext cx="140178" cy="140177"/>
            <a:chOff x="2511842" y="1481357"/>
            <a:chExt cx="747830" cy="747830"/>
          </a:xfrm>
        </p:grpSpPr>
        <p:sp>
          <p:nvSpPr>
            <p:cNvPr id="67" name="椭圆 66"/>
            <p:cNvSpPr/>
            <p:nvPr/>
          </p:nvSpPr>
          <p:spPr>
            <a:xfrm>
              <a:off x="2511842" y="1481357"/>
              <a:ext cx="747830" cy="747830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8" name="图片 67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57173" y="1526688"/>
              <a:ext cx="657168" cy="657168"/>
            </a:xfrm>
            <a:prstGeom prst="rect">
              <a:avLst/>
            </a:prstGeom>
          </p:spPr>
        </p:pic>
      </p:grpSp>
      <p:grpSp>
        <p:nvGrpSpPr>
          <p:cNvPr id="69" name="组合 68"/>
          <p:cNvGrpSpPr/>
          <p:nvPr userDrawn="1"/>
        </p:nvGrpSpPr>
        <p:grpSpPr>
          <a:xfrm>
            <a:off x="239369" y="3844865"/>
            <a:ext cx="140178" cy="140177"/>
            <a:chOff x="3537400" y="1481357"/>
            <a:chExt cx="747830" cy="747830"/>
          </a:xfrm>
        </p:grpSpPr>
        <p:sp>
          <p:nvSpPr>
            <p:cNvPr id="70" name="椭圆 69"/>
            <p:cNvSpPr/>
            <p:nvPr/>
          </p:nvSpPr>
          <p:spPr>
            <a:xfrm>
              <a:off x="3537400" y="1481357"/>
              <a:ext cx="747830" cy="747830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1" name="图片 70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00412" y="1509091"/>
              <a:ext cx="657168" cy="657168"/>
            </a:xfrm>
            <a:prstGeom prst="rect">
              <a:avLst/>
            </a:prstGeom>
          </p:spPr>
        </p:pic>
      </p:grpSp>
      <p:grpSp>
        <p:nvGrpSpPr>
          <p:cNvPr id="72" name="组合 71"/>
          <p:cNvGrpSpPr/>
          <p:nvPr userDrawn="1"/>
        </p:nvGrpSpPr>
        <p:grpSpPr>
          <a:xfrm>
            <a:off x="239369" y="5043058"/>
            <a:ext cx="140178" cy="140177"/>
            <a:chOff x="4596152" y="1481357"/>
            <a:chExt cx="747830" cy="747830"/>
          </a:xfrm>
        </p:grpSpPr>
        <p:sp>
          <p:nvSpPr>
            <p:cNvPr id="73" name="椭圆 72"/>
            <p:cNvSpPr/>
            <p:nvPr/>
          </p:nvSpPr>
          <p:spPr>
            <a:xfrm>
              <a:off x="4596152" y="1481357"/>
              <a:ext cx="747830" cy="747830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4" name="图片 73"/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41482" y="1526698"/>
              <a:ext cx="657169" cy="657169"/>
            </a:xfrm>
            <a:prstGeom prst="rect">
              <a:avLst/>
            </a:prstGeom>
          </p:spPr>
        </p:pic>
      </p:grpSp>
      <p:grpSp>
        <p:nvGrpSpPr>
          <p:cNvPr id="75" name="组合 74"/>
          <p:cNvGrpSpPr/>
          <p:nvPr userDrawn="1"/>
        </p:nvGrpSpPr>
        <p:grpSpPr>
          <a:xfrm>
            <a:off x="182500" y="848105"/>
            <a:ext cx="253916" cy="1567687"/>
            <a:chOff x="278586" y="1234440"/>
            <a:chExt cx="253916" cy="1567687"/>
          </a:xfrm>
        </p:grpSpPr>
        <p:sp>
          <p:nvSpPr>
            <p:cNvPr id="76" name="文本框 75"/>
            <p:cNvSpPr txBox="1"/>
            <p:nvPr userDrawn="1"/>
          </p:nvSpPr>
          <p:spPr>
            <a:xfrm rot="16200000">
              <a:off x="-39450" y="1867967"/>
              <a:ext cx="88998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rPr>
                <a:t>zvalley.com</a:t>
              </a:r>
              <a:endPara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  <p:cxnSp>
          <p:nvCxnSpPr>
            <p:cNvPr id="77" name="直接连接符 76"/>
            <p:cNvCxnSpPr/>
            <p:nvPr userDrawn="1"/>
          </p:nvCxnSpPr>
          <p:spPr>
            <a:xfrm>
              <a:off x="405543" y="123444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 userDrawn="1"/>
          </p:nvCxnSpPr>
          <p:spPr>
            <a:xfrm>
              <a:off x="405543" y="246126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" name="组合 78"/>
          <p:cNvGrpSpPr/>
          <p:nvPr userDrawn="1"/>
        </p:nvGrpSpPr>
        <p:grpSpPr>
          <a:xfrm rot="10800000">
            <a:off x="11807681" y="4259214"/>
            <a:ext cx="253916" cy="1567687"/>
            <a:chOff x="278586" y="1234440"/>
            <a:chExt cx="253916" cy="1567687"/>
          </a:xfrm>
        </p:grpSpPr>
        <p:sp>
          <p:nvSpPr>
            <p:cNvPr id="80" name="文本框 79"/>
            <p:cNvSpPr txBox="1"/>
            <p:nvPr userDrawn="1"/>
          </p:nvSpPr>
          <p:spPr>
            <a:xfrm rot="16200000">
              <a:off x="-39450" y="1867967"/>
              <a:ext cx="88998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50" dirty="0">
                  <a:solidFill>
                    <a:schemeClr val="tx2"/>
                  </a:solidFill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rPr>
                <a:t>zvalley.com</a:t>
              </a:r>
              <a:endParaRPr lang="zh-CN" altLang="en-US" sz="1050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  <p:cxnSp>
          <p:nvCxnSpPr>
            <p:cNvPr id="81" name="直接连接符 80"/>
            <p:cNvCxnSpPr/>
            <p:nvPr userDrawn="1"/>
          </p:nvCxnSpPr>
          <p:spPr>
            <a:xfrm>
              <a:off x="405543" y="123444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 userDrawn="1"/>
          </p:nvCxnSpPr>
          <p:spPr>
            <a:xfrm>
              <a:off x="405543" y="246126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图片 8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586" y="-50801"/>
            <a:ext cx="12230100" cy="6908801"/>
          </a:xfrm>
          <a:prstGeom prst="rect">
            <a:avLst/>
          </a:prstGeom>
        </p:spPr>
      </p:pic>
      <p:grpSp>
        <p:nvGrpSpPr>
          <p:cNvPr id="17" name="组合 16"/>
          <p:cNvGrpSpPr/>
          <p:nvPr userDrawn="1"/>
        </p:nvGrpSpPr>
        <p:grpSpPr>
          <a:xfrm>
            <a:off x="0" y="172255"/>
            <a:ext cx="847493" cy="219554"/>
            <a:chOff x="844550" y="5881709"/>
            <a:chExt cx="1443461" cy="373947"/>
          </a:xfrm>
        </p:grpSpPr>
        <p:sp>
          <p:nvSpPr>
            <p:cNvPr id="18" name="任意多边形: 形状 2"/>
            <p:cNvSpPr/>
            <p:nvPr/>
          </p:nvSpPr>
          <p:spPr>
            <a:xfrm>
              <a:off x="844550" y="5881709"/>
              <a:ext cx="1443461" cy="373947"/>
            </a:xfrm>
            <a:custGeom>
              <a:avLst/>
              <a:gdLst>
                <a:gd name="connsiteX0" fmla="*/ 0 w 1443461"/>
                <a:gd name="connsiteY0" fmla="*/ 0 h 373947"/>
                <a:gd name="connsiteX1" fmla="*/ 213076 w 1443461"/>
                <a:gd name="connsiteY1" fmla="*/ 0 h 373947"/>
                <a:gd name="connsiteX2" fmla="*/ 223612 w 1443461"/>
                <a:gd name="connsiteY2" fmla="*/ 0 h 373947"/>
                <a:gd name="connsiteX3" fmla="*/ 1281239 w 1443461"/>
                <a:gd name="connsiteY3" fmla="*/ 0 h 373947"/>
                <a:gd name="connsiteX4" fmla="*/ 1443461 w 1443461"/>
                <a:gd name="connsiteY4" fmla="*/ 373947 h 373947"/>
                <a:gd name="connsiteX5" fmla="*/ 385835 w 1443461"/>
                <a:gd name="connsiteY5" fmla="*/ 373947 h 373947"/>
                <a:gd name="connsiteX6" fmla="*/ 213076 w 1443461"/>
                <a:gd name="connsiteY6" fmla="*/ 373947 h 373947"/>
                <a:gd name="connsiteX7" fmla="*/ 0 w 1443461"/>
                <a:gd name="connsiteY7" fmla="*/ 373947 h 373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43461" h="373947">
                  <a:moveTo>
                    <a:pt x="0" y="0"/>
                  </a:moveTo>
                  <a:lnTo>
                    <a:pt x="213076" y="0"/>
                  </a:lnTo>
                  <a:lnTo>
                    <a:pt x="223612" y="0"/>
                  </a:lnTo>
                  <a:lnTo>
                    <a:pt x="1281239" y="0"/>
                  </a:lnTo>
                  <a:lnTo>
                    <a:pt x="1443461" y="373947"/>
                  </a:lnTo>
                  <a:lnTo>
                    <a:pt x="385835" y="373947"/>
                  </a:lnTo>
                  <a:lnTo>
                    <a:pt x="213076" y="373947"/>
                  </a:lnTo>
                  <a:lnTo>
                    <a:pt x="0" y="373947"/>
                  </a:ln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965200" y="6003203"/>
              <a:ext cx="1066799" cy="137489"/>
              <a:chOff x="9773511" y="822770"/>
              <a:chExt cx="2352675" cy="303212"/>
            </a:xfrm>
            <a:solidFill>
              <a:schemeClr val="tx1">
                <a:lumMod val="85000"/>
                <a:lumOff val="15000"/>
              </a:schemeClr>
            </a:solidFill>
          </p:grpSpPr>
          <p:sp>
            <p:nvSpPr>
              <p:cNvPr id="20" name="Rectangle 6"/>
              <p:cNvSpPr>
                <a:spLocks noChangeArrowheads="1"/>
              </p:cNvSpPr>
              <p:nvPr/>
            </p:nvSpPr>
            <p:spPr bwMode="auto">
              <a:xfrm>
                <a:off x="11391174" y="827532"/>
                <a:ext cx="90487" cy="293687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1" name="Freeform 7"/>
              <p:cNvSpPr/>
              <p:nvPr/>
            </p:nvSpPr>
            <p:spPr bwMode="auto">
              <a:xfrm>
                <a:off x="11124474" y="827532"/>
                <a:ext cx="231775" cy="293687"/>
              </a:xfrm>
              <a:custGeom>
                <a:avLst/>
                <a:gdLst>
                  <a:gd name="T0" fmla="*/ 0 w 1465"/>
                  <a:gd name="T1" fmla="*/ 0 h 1848"/>
                  <a:gd name="T2" fmla="*/ 572 w 1465"/>
                  <a:gd name="T3" fmla="*/ 0 h 1848"/>
                  <a:gd name="T4" fmla="*/ 572 w 1465"/>
                  <a:gd name="T5" fmla="*/ 1393 h 1848"/>
                  <a:gd name="T6" fmla="*/ 1465 w 1465"/>
                  <a:gd name="T7" fmla="*/ 1393 h 1848"/>
                  <a:gd name="T8" fmla="*/ 1465 w 1465"/>
                  <a:gd name="T9" fmla="*/ 1848 h 1848"/>
                  <a:gd name="T10" fmla="*/ 0 w 1465"/>
                  <a:gd name="T11" fmla="*/ 1848 h 1848"/>
                  <a:gd name="T12" fmla="*/ 0 w 1465"/>
                  <a:gd name="T13" fmla="*/ 0 h 1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65" h="1848">
                    <a:moveTo>
                      <a:pt x="0" y="0"/>
                    </a:moveTo>
                    <a:lnTo>
                      <a:pt x="572" y="0"/>
                    </a:lnTo>
                    <a:lnTo>
                      <a:pt x="572" y="1393"/>
                    </a:lnTo>
                    <a:lnTo>
                      <a:pt x="1465" y="1393"/>
                    </a:lnTo>
                    <a:lnTo>
                      <a:pt x="1465" y="1848"/>
                    </a:lnTo>
                    <a:lnTo>
                      <a:pt x="0" y="1848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2" name="Freeform 8"/>
              <p:cNvSpPr/>
              <p:nvPr/>
            </p:nvSpPr>
            <p:spPr bwMode="auto">
              <a:xfrm>
                <a:off x="10748236" y="827532"/>
                <a:ext cx="330200" cy="293687"/>
              </a:xfrm>
              <a:custGeom>
                <a:avLst/>
                <a:gdLst>
                  <a:gd name="T0" fmla="*/ 0 w 2081"/>
                  <a:gd name="T1" fmla="*/ 0 h 1848"/>
                  <a:gd name="T2" fmla="*/ 752 w 2081"/>
                  <a:gd name="T3" fmla="*/ 0 h 1848"/>
                  <a:gd name="T4" fmla="*/ 1043 w 2081"/>
                  <a:gd name="T5" fmla="*/ 1125 h 1848"/>
                  <a:gd name="T6" fmla="*/ 1332 w 2081"/>
                  <a:gd name="T7" fmla="*/ 0 h 1848"/>
                  <a:gd name="T8" fmla="*/ 2081 w 2081"/>
                  <a:gd name="T9" fmla="*/ 0 h 1848"/>
                  <a:gd name="T10" fmla="*/ 2081 w 2081"/>
                  <a:gd name="T11" fmla="*/ 1848 h 1848"/>
                  <a:gd name="T12" fmla="*/ 1615 w 2081"/>
                  <a:gd name="T13" fmla="*/ 1848 h 1848"/>
                  <a:gd name="T14" fmla="*/ 1615 w 2081"/>
                  <a:gd name="T15" fmla="*/ 439 h 1848"/>
                  <a:gd name="T16" fmla="*/ 1253 w 2081"/>
                  <a:gd name="T17" fmla="*/ 1848 h 1848"/>
                  <a:gd name="T18" fmla="*/ 830 w 2081"/>
                  <a:gd name="T19" fmla="*/ 1848 h 1848"/>
                  <a:gd name="T20" fmla="*/ 469 w 2081"/>
                  <a:gd name="T21" fmla="*/ 439 h 1848"/>
                  <a:gd name="T22" fmla="*/ 469 w 2081"/>
                  <a:gd name="T23" fmla="*/ 1848 h 1848"/>
                  <a:gd name="T24" fmla="*/ 0 w 2081"/>
                  <a:gd name="T25" fmla="*/ 1848 h 1848"/>
                  <a:gd name="T26" fmla="*/ 0 w 2081"/>
                  <a:gd name="T27" fmla="*/ 0 h 1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081" h="1848">
                    <a:moveTo>
                      <a:pt x="0" y="0"/>
                    </a:moveTo>
                    <a:lnTo>
                      <a:pt x="752" y="0"/>
                    </a:lnTo>
                    <a:lnTo>
                      <a:pt x="1043" y="1125"/>
                    </a:lnTo>
                    <a:lnTo>
                      <a:pt x="1332" y="0"/>
                    </a:lnTo>
                    <a:lnTo>
                      <a:pt x="2081" y="0"/>
                    </a:lnTo>
                    <a:lnTo>
                      <a:pt x="2081" y="1848"/>
                    </a:lnTo>
                    <a:lnTo>
                      <a:pt x="1615" y="1848"/>
                    </a:lnTo>
                    <a:lnTo>
                      <a:pt x="1615" y="439"/>
                    </a:lnTo>
                    <a:lnTo>
                      <a:pt x="1253" y="1848"/>
                    </a:lnTo>
                    <a:lnTo>
                      <a:pt x="830" y="1848"/>
                    </a:lnTo>
                    <a:lnTo>
                      <a:pt x="469" y="439"/>
                    </a:lnTo>
                    <a:lnTo>
                      <a:pt x="469" y="1848"/>
                    </a:lnTo>
                    <a:lnTo>
                      <a:pt x="0" y="1848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3" name="Freeform 9"/>
              <p:cNvSpPr/>
              <p:nvPr/>
            </p:nvSpPr>
            <p:spPr bwMode="auto">
              <a:xfrm>
                <a:off x="11845199" y="827532"/>
                <a:ext cx="280987" cy="293687"/>
              </a:xfrm>
              <a:custGeom>
                <a:avLst/>
                <a:gdLst>
                  <a:gd name="T0" fmla="*/ 0 w 1773"/>
                  <a:gd name="T1" fmla="*/ 0 h 1846"/>
                  <a:gd name="T2" fmla="*/ 541 w 1773"/>
                  <a:gd name="T3" fmla="*/ 0 h 1846"/>
                  <a:gd name="T4" fmla="*/ 1233 w 1773"/>
                  <a:gd name="T5" fmla="*/ 995 h 1846"/>
                  <a:gd name="T6" fmla="*/ 1233 w 1773"/>
                  <a:gd name="T7" fmla="*/ 0 h 1846"/>
                  <a:gd name="T8" fmla="*/ 1773 w 1773"/>
                  <a:gd name="T9" fmla="*/ 0 h 1846"/>
                  <a:gd name="T10" fmla="*/ 1773 w 1773"/>
                  <a:gd name="T11" fmla="*/ 1846 h 1846"/>
                  <a:gd name="T12" fmla="*/ 1233 w 1773"/>
                  <a:gd name="T13" fmla="*/ 1846 h 1846"/>
                  <a:gd name="T14" fmla="*/ 1233 w 1773"/>
                  <a:gd name="T15" fmla="*/ 1845 h 1846"/>
                  <a:gd name="T16" fmla="*/ 541 w 1773"/>
                  <a:gd name="T17" fmla="*/ 850 h 1846"/>
                  <a:gd name="T18" fmla="*/ 541 w 1773"/>
                  <a:gd name="T19" fmla="*/ 1846 h 1846"/>
                  <a:gd name="T20" fmla="*/ 0 w 1773"/>
                  <a:gd name="T21" fmla="*/ 1846 h 1846"/>
                  <a:gd name="T22" fmla="*/ 0 w 1773"/>
                  <a:gd name="T23" fmla="*/ 0 h 18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773" h="1846">
                    <a:moveTo>
                      <a:pt x="0" y="0"/>
                    </a:moveTo>
                    <a:lnTo>
                      <a:pt x="541" y="0"/>
                    </a:lnTo>
                    <a:lnTo>
                      <a:pt x="1233" y="995"/>
                    </a:lnTo>
                    <a:lnTo>
                      <a:pt x="1233" y="0"/>
                    </a:lnTo>
                    <a:lnTo>
                      <a:pt x="1773" y="0"/>
                    </a:lnTo>
                    <a:lnTo>
                      <a:pt x="1773" y="1846"/>
                    </a:lnTo>
                    <a:lnTo>
                      <a:pt x="1233" y="1846"/>
                    </a:lnTo>
                    <a:lnTo>
                      <a:pt x="1233" y="1845"/>
                    </a:lnTo>
                    <a:lnTo>
                      <a:pt x="541" y="850"/>
                    </a:lnTo>
                    <a:lnTo>
                      <a:pt x="541" y="1846"/>
                    </a:lnTo>
                    <a:lnTo>
                      <a:pt x="0" y="1846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4" name="Freeform 10"/>
              <p:cNvSpPr/>
              <p:nvPr/>
            </p:nvSpPr>
            <p:spPr bwMode="auto">
              <a:xfrm>
                <a:off x="9773511" y="829120"/>
                <a:ext cx="277812" cy="290512"/>
              </a:xfrm>
              <a:custGeom>
                <a:avLst/>
                <a:gdLst>
                  <a:gd name="T0" fmla="*/ 0 w 1755"/>
                  <a:gd name="T1" fmla="*/ 0 h 1840"/>
                  <a:gd name="T2" fmla="*/ 1755 w 1755"/>
                  <a:gd name="T3" fmla="*/ 0 h 1840"/>
                  <a:gd name="T4" fmla="*/ 1755 w 1755"/>
                  <a:gd name="T5" fmla="*/ 380 h 1840"/>
                  <a:gd name="T6" fmla="*/ 1755 w 1755"/>
                  <a:gd name="T7" fmla="*/ 380 h 1840"/>
                  <a:gd name="T8" fmla="*/ 1755 w 1755"/>
                  <a:gd name="T9" fmla="*/ 380 h 1840"/>
                  <a:gd name="T10" fmla="*/ 1755 w 1755"/>
                  <a:gd name="T11" fmla="*/ 380 h 1840"/>
                  <a:gd name="T12" fmla="*/ 1755 w 1755"/>
                  <a:gd name="T13" fmla="*/ 380 h 1840"/>
                  <a:gd name="T14" fmla="*/ 686 w 1755"/>
                  <a:gd name="T15" fmla="*/ 1460 h 1840"/>
                  <a:gd name="T16" fmla="*/ 1755 w 1755"/>
                  <a:gd name="T17" fmla="*/ 1460 h 1840"/>
                  <a:gd name="T18" fmla="*/ 1755 w 1755"/>
                  <a:gd name="T19" fmla="*/ 1840 h 1840"/>
                  <a:gd name="T20" fmla="*/ 0 w 1755"/>
                  <a:gd name="T21" fmla="*/ 1840 h 1840"/>
                  <a:gd name="T22" fmla="*/ 0 w 1755"/>
                  <a:gd name="T23" fmla="*/ 1464 h 1840"/>
                  <a:gd name="T24" fmla="*/ 1067 w 1755"/>
                  <a:gd name="T25" fmla="*/ 380 h 1840"/>
                  <a:gd name="T26" fmla="*/ 0 w 1755"/>
                  <a:gd name="T27" fmla="*/ 380 h 1840"/>
                  <a:gd name="T28" fmla="*/ 0 w 1755"/>
                  <a:gd name="T29" fmla="*/ 0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55" h="1840">
                    <a:moveTo>
                      <a:pt x="0" y="0"/>
                    </a:moveTo>
                    <a:lnTo>
                      <a:pt x="1755" y="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1755" y="380"/>
                    </a:lnTo>
                    <a:lnTo>
                      <a:pt x="686" y="1460"/>
                    </a:lnTo>
                    <a:lnTo>
                      <a:pt x="1755" y="1460"/>
                    </a:lnTo>
                    <a:lnTo>
                      <a:pt x="1755" y="1840"/>
                    </a:lnTo>
                    <a:lnTo>
                      <a:pt x="0" y="1840"/>
                    </a:lnTo>
                    <a:lnTo>
                      <a:pt x="0" y="1464"/>
                    </a:lnTo>
                    <a:lnTo>
                      <a:pt x="1067" y="380"/>
                    </a:lnTo>
                    <a:lnTo>
                      <a:pt x="0" y="38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5" name="Freeform 11"/>
              <p:cNvSpPr>
                <a:spLocks noEditPoints="1"/>
              </p:cNvSpPr>
              <p:nvPr/>
            </p:nvSpPr>
            <p:spPr bwMode="auto">
              <a:xfrm>
                <a:off x="11510236" y="822770"/>
                <a:ext cx="304800" cy="303212"/>
              </a:xfrm>
              <a:custGeom>
                <a:avLst/>
                <a:gdLst>
                  <a:gd name="T0" fmla="*/ 10 w 1917"/>
                  <a:gd name="T1" fmla="*/ 794 h 1910"/>
                  <a:gd name="T2" fmla="*/ 51 w 1917"/>
                  <a:gd name="T3" fmla="*/ 600 h 1910"/>
                  <a:gd name="T4" fmla="*/ 122 w 1917"/>
                  <a:gd name="T5" fmla="*/ 430 h 1910"/>
                  <a:gd name="T6" fmla="*/ 224 w 1917"/>
                  <a:gd name="T7" fmla="*/ 286 h 1910"/>
                  <a:gd name="T8" fmla="*/ 354 w 1917"/>
                  <a:gd name="T9" fmla="*/ 170 h 1910"/>
                  <a:gd name="T10" fmla="*/ 511 w 1917"/>
                  <a:gd name="T11" fmla="*/ 83 h 1910"/>
                  <a:gd name="T12" fmla="*/ 693 w 1917"/>
                  <a:gd name="T13" fmla="*/ 25 h 1910"/>
                  <a:gd name="T14" fmla="*/ 900 w 1917"/>
                  <a:gd name="T15" fmla="*/ 1 h 1910"/>
                  <a:gd name="T16" fmla="*/ 1117 w 1917"/>
                  <a:gd name="T17" fmla="*/ 9 h 1910"/>
                  <a:gd name="T18" fmla="*/ 1313 w 1917"/>
                  <a:gd name="T19" fmla="*/ 47 h 1910"/>
                  <a:gd name="T20" fmla="*/ 1484 w 1917"/>
                  <a:gd name="T21" fmla="*/ 117 h 1910"/>
                  <a:gd name="T22" fmla="*/ 1629 w 1917"/>
                  <a:gd name="T23" fmla="*/ 216 h 1910"/>
                  <a:gd name="T24" fmla="*/ 1746 w 1917"/>
                  <a:gd name="T25" fmla="*/ 343 h 1910"/>
                  <a:gd name="T26" fmla="*/ 1834 w 1917"/>
                  <a:gd name="T27" fmla="*/ 497 h 1910"/>
                  <a:gd name="T28" fmla="*/ 1892 w 1917"/>
                  <a:gd name="T29" fmla="*/ 678 h 1910"/>
                  <a:gd name="T30" fmla="*/ 1916 w 1917"/>
                  <a:gd name="T31" fmla="*/ 886 h 1910"/>
                  <a:gd name="T32" fmla="*/ 1909 w 1917"/>
                  <a:gd name="T33" fmla="*/ 1104 h 1910"/>
                  <a:gd name="T34" fmla="*/ 1871 w 1917"/>
                  <a:gd name="T35" fmla="*/ 1300 h 1910"/>
                  <a:gd name="T36" fmla="*/ 1803 w 1917"/>
                  <a:gd name="T37" fmla="*/ 1472 h 1910"/>
                  <a:gd name="T38" fmla="*/ 1706 w 1917"/>
                  <a:gd name="T39" fmla="*/ 1618 h 1910"/>
                  <a:gd name="T40" fmla="*/ 1581 w 1917"/>
                  <a:gd name="T41" fmla="*/ 1737 h 1910"/>
                  <a:gd name="T42" fmla="*/ 1427 w 1917"/>
                  <a:gd name="T43" fmla="*/ 1825 h 1910"/>
                  <a:gd name="T44" fmla="*/ 1244 w 1917"/>
                  <a:gd name="T45" fmla="*/ 1884 h 1910"/>
                  <a:gd name="T46" fmla="*/ 1035 w 1917"/>
                  <a:gd name="T47" fmla="*/ 1909 h 1910"/>
                  <a:gd name="T48" fmla="*/ 818 w 1917"/>
                  <a:gd name="T49" fmla="*/ 1901 h 1910"/>
                  <a:gd name="T50" fmla="*/ 622 w 1917"/>
                  <a:gd name="T51" fmla="*/ 1864 h 1910"/>
                  <a:gd name="T52" fmla="*/ 448 w 1917"/>
                  <a:gd name="T53" fmla="*/ 1796 h 1910"/>
                  <a:gd name="T54" fmla="*/ 300 w 1917"/>
                  <a:gd name="T55" fmla="*/ 1699 h 1910"/>
                  <a:gd name="T56" fmla="*/ 180 w 1917"/>
                  <a:gd name="T57" fmla="*/ 1573 h 1910"/>
                  <a:gd name="T58" fmla="*/ 88 w 1917"/>
                  <a:gd name="T59" fmla="*/ 1416 h 1910"/>
                  <a:gd name="T60" fmla="*/ 28 w 1917"/>
                  <a:gd name="T61" fmla="*/ 1231 h 1910"/>
                  <a:gd name="T62" fmla="*/ 1 w 1917"/>
                  <a:gd name="T63" fmla="*/ 1015 h 1910"/>
                  <a:gd name="T64" fmla="*/ 576 w 1917"/>
                  <a:gd name="T65" fmla="*/ 1056 h 1910"/>
                  <a:gd name="T66" fmla="*/ 588 w 1917"/>
                  <a:gd name="T67" fmla="*/ 1151 h 1910"/>
                  <a:gd name="T68" fmla="*/ 613 w 1917"/>
                  <a:gd name="T69" fmla="*/ 1240 h 1910"/>
                  <a:gd name="T70" fmla="*/ 649 w 1917"/>
                  <a:gd name="T71" fmla="*/ 1319 h 1910"/>
                  <a:gd name="T72" fmla="*/ 700 w 1917"/>
                  <a:gd name="T73" fmla="*/ 1386 h 1910"/>
                  <a:gd name="T74" fmla="*/ 767 w 1917"/>
                  <a:gd name="T75" fmla="*/ 1438 h 1910"/>
                  <a:gd name="T76" fmla="*/ 853 w 1917"/>
                  <a:gd name="T77" fmla="*/ 1471 h 1910"/>
                  <a:gd name="T78" fmla="*/ 959 w 1917"/>
                  <a:gd name="T79" fmla="*/ 1483 h 1910"/>
                  <a:gd name="T80" fmla="*/ 1071 w 1917"/>
                  <a:gd name="T81" fmla="*/ 1470 h 1910"/>
                  <a:gd name="T82" fmla="*/ 1159 w 1917"/>
                  <a:gd name="T83" fmla="*/ 1436 h 1910"/>
                  <a:gd name="T84" fmla="*/ 1228 w 1917"/>
                  <a:gd name="T85" fmla="*/ 1381 h 1910"/>
                  <a:gd name="T86" fmla="*/ 1278 w 1917"/>
                  <a:gd name="T87" fmla="*/ 1310 h 1910"/>
                  <a:gd name="T88" fmla="*/ 1311 w 1917"/>
                  <a:gd name="T89" fmla="*/ 1227 h 1910"/>
                  <a:gd name="T90" fmla="*/ 1332 w 1917"/>
                  <a:gd name="T91" fmla="*/ 1135 h 1910"/>
                  <a:gd name="T92" fmla="*/ 1343 w 1917"/>
                  <a:gd name="T93" fmla="*/ 1036 h 1910"/>
                  <a:gd name="T94" fmla="*/ 1345 w 1917"/>
                  <a:gd name="T95" fmla="*/ 884 h 1910"/>
                  <a:gd name="T96" fmla="*/ 1335 w 1917"/>
                  <a:gd name="T97" fmla="*/ 790 h 1910"/>
                  <a:gd name="T98" fmla="*/ 1315 w 1917"/>
                  <a:gd name="T99" fmla="*/ 701 h 1910"/>
                  <a:gd name="T100" fmla="*/ 1284 w 1917"/>
                  <a:gd name="T101" fmla="*/ 621 h 1910"/>
                  <a:gd name="T102" fmla="*/ 1239 w 1917"/>
                  <a:gd name="T103" fmla="*/ 551 h 1910"/>
                  <a:gd name="T104" fmla="*/ 1178 w 1917"/>
                  <a:gd name="T105" fmla="*/ 496 h 1910"/>
                  <a:gd name="T106" fmla="*/ 1102 w 1917"/>
                  <a:gd name="T107" fmla="*/ 457 h 1910"/>
                  <a:gd name="T108" fmla="*/ 1008 w 1917"/>
                  <a:gd name="T109" fmla="*/ 434 h 1910"/>
                  <a:gd name="T110" fmla="*/ 899 w 1917"/>
                  <a:gd name="T111" fmla="*/ 436 h 1910"/>
                  <a:gd name="T112" fmla="*/ 805 w 1917"/>
                  <a:gd name="T113" fmla="*/ 459 h 1910"/>
                  <a:gd name="T114" fmla="*/ 729 w 1917"/>
                  <a:gd name="T115" fmla="*/ 503 h 1910"/>
                  <a:gd name="T116" fmla="*/ 671 w 1917"/>
                  <a:gd name="T117" fmla="*/ 564 h 1910"/>
                  <a:gd name="T118" fmla="*/ 628 w 1917"/>
                  <a:gd name="T119" fmla="*/ 637 h 1910"/>
                  <a:gd name="T120" fmla="*/ 598 w 1917"/>
                  <a:gd name="T121" fmla="*/ 722 h 1910"/>
                  <a:gd name="T122" fmla="*/ 581 w 1917"/>
                  <a:gd name="T123" fmla="*/ 815 h 1910"/>
                  <a:gd name="T124" fmla="*/ 572 w 1917"/>
                  <a:gd name="T125" fmla="*/ 958 h 19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917" h="1910">
                    <a:moveTo>
                      <a:pt x="0" y="956"/>
                    </a:moveTo>
                    <a:lnTo>
                      <a:pt x="1" y="901"/>
                    </a:lnTo>
                    <a:lnTo>
                      <a:pt x="4" y="847"/>
                    </a:lnTo>
                    <a:lnTo>
                      <a:pt x="10" y="794"/>
                    </a:lnTo>
                    <a:lnTo>
                      <a:pt x="16" y="743"/>
                    </a:lnTo>
                    <a:lnTo>
                      <a:pt x="26" y="694"/>
                    </a:lnTo>
                    <a:lnTo>
                      <a:pt x="37" y="646"/>
                    </a:lnTo>
                    <a:lnTo>
                      <a:pt x="51" y="600"/>
                    </a:lnTo>
                    <a:lnTo>
                      <a:pt x="66" y="555"/>
                    </a:lnTo>
                    <a:lnTo>
                      <a:pt x="83" y="512"/>
                    </a:lnTo>
                    <a:lnTo>
                      <a:pt x="101" y="470"/>
                    </a:lnTo>
                    <a:lnTo>
                      <a:pt x="122" y="430"/>
                    </a:lnTo>
                    <a:lnTo>
                      <a:pt x="146" y="391"/>
                    </a:lnTo>
                    <a:lnTo>
                      <a:pt x="170" y="354"/>
                    </a:lnTo>
                    <a:lnTo>
                      <a:pt x="196" y="320"/>
                    </a:lnTo>
                    <a:lnTo>
                      <a:pt x="224" y="286"/>
                    </a:lnTo>
                    <a:lnTo>
                      <a:pt x="254" y="254"/>
                    </a:lnTo>
                    <a:lnTo>
                      <a:pt x="286" y="224"/>
                    </a:lnTo>
                    <a:lnTo>
                      <a:pt x="319" y="196"/>
                    </a:lnTo>
                    <a:lnTo>
                      <a:pt x="354" y="170"/>
                    </a:lnTo>
                    <a:lnTo>
                      <a:pt x="391" y="146"/>
                    </a:lnTo>
                    <a:lnTo>
                      <a:pt x="429" y="122"/>
                    </a:lnTo>
                    <a:lnTo>
                      <a:pt x="469" y="101"/>
                    </a:lnTo>
                    <a:lnTo>
                      <a:pt x="511" y="83"/>
                    </a:lnTo>
                    <a:lnTo>
                      <a:pt x="554" y="65"/>
                    </a:lnTo>
                    <a:lnTo>
                      <a:pt x="599" y="51"/>
                    </a:lnTo>
                    <a:lnTo>
                      <a:pt x="646" y="37"/>
                    </a:lnTo>
                    <a:lnTo>
                      <a:pt x="693" y="25"/>
                    </a:lnTo>
                    <a:lnTo>
                      <a:pt x="743" y="17"/>
                    </a:lnTo>
                    <a:lnTo>
                      <a:pt x="794" y="9"/>
                    </a:lnTo>
                    <a:lnTo>
                      <a:pt x="847" y="4"/>
                    </a:lnTo>
                    <a:lnTo>
                      <a:pt x="900" y="1"/>
                    </a:lnTo>
                    <a:lnTo>
                      <a:pt x="956" y="0"/>
                    </a:lnTo>
                    <a:lnTo>
                      <a:pt x="1011" y="1"/>
                    </a:lnTo>
                    <a:lnTo>
                      <a:pt x="1064" y="4"/>
                    </a:lnTo>
                    <a:lnTo>
                      <a:pt x="1117" y="9"/>
                    </a:lnTo>
                    <a:lnTo>
                      <a:pt x="1168" y="15"/>
                    </a:lnTo>
                    <a:lnTo>
                      <a:pt x="1218" y="24"/>
                    </a:lnTo>
                    <a:lnTo>
                      <a:pt x="1266" y="35"/>
                    </a:lnTo>
                    <a:lnTo>
                      <a:pt x="1313" y="47"/>
                    </a:lnTo>
                    <a:lnTo>
                      <a:pt x="1358" y="63"/>
                    </a:lnTo>
                    <a:lnTo>
                      <a:pt x="1401" y="78"/>
                    </a:lnTo>
                    <a:lnTo>
                      <a:pt x="1443" y="97"/>
                    </a:lnTo>
                    <a:lnTo>
                      <a:pt x="1484" y="117"/>
                    </a:lnTo>
                    <a:lnTo>
                      <a:pt x="1523" y="139"/>
                    </a:lnTo>
                    <a:lnTo>
                      <a:pt x="1559" y="163"/>
                    </a:lnTo>
                    <a:lnTo>
                      <a:pt x="1594" y="189"/>
                    </a:lnTo>
                    <a:lnTo>
                      <a:pt x="1629" y="216"/>
                    </a:lnTo>
                    <a:lnTo>
                      <a:pt x="1661" y="245"/>
                    </a:lnTo>
                    <a:lnTo>
                      <a:pt x="1691" y="276"/>
                    </a:lnTo>
                    <a:lnTo>
                      <a:pt x="1719" y="309"/>
                    </a:lnTo>
                    <a:lnTo>
                      <a:pt x="1746" y="343"/>
                    </a:lnTo>
                    <a:lnTo>
                      <a:pt x="1771" y="379"/>
                    </a:lnTo>
                    <a:lnTo>
                      <a:pt x="1793" y="417"/>
                    </a:lnTo>
                    <a:lnTo>
                      <a:pt x="1814" y="457"/>
                    </a:lnTo>
                    <a:lnTo>
                      <a:pt x="1834" y="497"/>
                    </a:lnTo>
                    <a:lnTo>
                      <a:pt x="1851" y="540"/>
                    </a:lnTo>
                    <a:lnTo>
                      <a:pt x="1866" y="584"/>
                    </a:lnTo>
                    <a:lnTo>
                      <a:pt x="1879" y="631"/>
                    </a:lnTo>
                    <a:lnTo>
                      <a:pt x="1892" y="678"/>
                    </a:lnTo>
                    <a:lnTo>
                      <a:pt x="1900" y="728"/>
                    </a:lnTo>
                    <a:lnTo>
                      <a:pt x="1908" y="779"/>
                    </a:lnTo>
                    <a:lnTo>
                      <a:pt x="1914" y="831"/>
                    </a:lnTo>
                    <a:lnTo>
                      <a:pt x="1916" y="886"/>
                    </a:lnTo>
                    <a:lnTo>
                      <a:pt x="1917" y="941"/>
                    </a:lnTo>
                    <a:lnTo>
                      <a:pt x="1917" y="997"/>
                    </a:lnTo>
                    <a:lnTo>
                      <a:pt x="1914" y="1051"/>
                    </a:lnTo>
                    <a:lnTo>
                      <a:pt x="1909" y="1104"/>
                    </a:lnTo>
                    <a:lnTo>
                      <a:pt x="1903" y="1155"/>
                    </a:lnTo>
                    <a:lnTo>
                      <a:pt x="1894" y="1204"/>
                    </a:lnTo>
                    <a:lnTo>
                      <a:pt x="1883" y="1253"/>
                    </a:lnTo>
                    <a:lnTo>
                      <a:pt x="1871" y="1300"/>
                    </a:lnTo>
                    <a:lnTo>
                      <a:pt x="1857" y="1345"/>
                    </a:lnTo>
                    <a:lnTo>
                      <a:pt x="1841" y="1389"/>
                    </a:lnTo>
                    <a:lnTo>
                      <a:pt x="1823" y="1431"/>
                    </a:lnTo>
                    <a:lnTo>
                      <a:pt x="1803" y="1472"/>
                    </a:lnTo>
                    <a:lnTo>
                      <a:pt x="1782" y="1511"/>
                    </a:lnTo>
                    <a:lnTo>
                      <a:pt x="1759" y="1548"/>
                    </a:lnTo>
                    <a:lnTo>
                      <a:pt x="1734" y="1584"/>
                    </a:lnTo>
                    <a:lnTo>
                      <a:pt x="1706" y="1618"/>
                    </a:lnTo>
                    <a:lnTo>
                      <a:pt x="1677" y="1651"/>
                    </a:lnTo>
                    <a:lnTo>
                      <a:pt x="1647" y="1681"/>
                    </a:lnTo>
                    <a:lnTo>
                      <a:pt x="1614" y="1709"/>
                    </a:lnTo>
                    <a:lnTo>
                      <a:pt x="1581" y="1737"/>
                    </a:lnTo>
                    <a:lnTo>
                      <a:pt x="1545" y="1761"/>
                    </a:lnTo>
                    <a:lnTo>
                      <a:pt x="1507" y="1784"/>
                    </a:lnTo>
                    <a:lnTo>
                      <a:pt x="1467" y="1806"/>
                    </a:lnTo>
                    <a:lnTo>
                      <a:pt x="1427" y="1825"/>
                    </a:lnTo>
                    <a:lnTo>
                      <a:pt x="1384" y="1843"/>
                    </a:lnTo>
                    <a:lnTo>
                      <a:pt x="1339" y="1858"/>
                    </a:lnTo>
                    <a:lnTo>
                      <a:pt x="1293" y="1873"/>
                    </a:lnTo>
                    <a:lnTo>
                      <a:pt x="1244" y="1884"/>
                    </a:lnTo>
                    <a:lnTo>
                      <a:pt x="1195" y="1893"/>
                    </a:lnTo>
                    <a:lnTo>
                      <a:pt x="1143" y="1900"/>
                    </a:lnTo>
                    <a:lnTo>
                      <a:pt x="1090" y="1906"/>
                    </a:lnTo>
                    <a:lnTo>
                      <a:pt x="1035" y="1909"/>
                    </a:lnTo>
                    <a:lnTo>
                      <a:pt x="978" y="1910"/>
                    </a:lnTo>
                    <a:lnTo>
                      <a:pt x="924" y="1909"/>
                    </a:lnTo>
                    <a:lnTo>
                      <a:pt x="870" y="1907"/>
                    </a:lnTo>
                    <a:lnTo>
                      <a:pt x="818" y="1901"/>
                    </a:lnTo>
                    <a:lnTo>
                      <a:pt x="766" y="1895"/>
                    </a:lnTo>
                    <a:lnTo>
                      <a:pt x="716" y="1887"/>
                    </a:lnTo>
                    <a:lnTo>
                      <a:pt x="669" y="1876"/>
                    </a:lnTo>
                    <a:lnTo>
                      <a:pt x="622" y="1864"/>
                    </a:lnTo>
                    <a:lnTo>
                      <a:pt x="576" y="1850"/>
                    </a:lnTo>
                    <a:lnTo>
                      <a:pt x="532" y="1834"/>
                    </a:lnTo>
                    <a:lnTo>
                      <a:pt x="490" y="1816"/>
                    </a:lnTo>
                    <a:lnTo>
                      <a:pt x="448" y="1796"/>
                    </a:lnTo>
                    <a:lnTo>
                      <a:pt x="409" y="1775"/>
                    </a:lnTo>
                    <a:lnTo>
                      <a:pt x="371" y="1752"/>
                    </a:lnTo>
                    <a:lnTo>
                      <a:pt x="335" y="1727"/>
                    </a:lnTo>
                    <a:lnTo>
                      <a:pt x="300" y="1699"/>
                    </a:lnTo>
                    <a:lnTo>
                      <a:pt x="268" y="1671"/>
                    </a:lnTo>
                    <a:lnTo>
                      <a:pt x="236" y="1640"/>
                    </a:lnTo>
                    <a:lnTo>
                      <a:pt x="207" y="1608"/>
                    </a:lnTo>
                    <a:lnTo>
                      <a:pt x="180" y="1573"/>
                    </a:lnTo>
                    <a:lnTo>
                      <a:pt x="154" y="1536"/>
                    </a:lnTo>
                    <a:lnTo>
                      <a:pt x="130" y="1499"/>
                    </a:lnTo>
                    <a:lnTo>
                      <a:pt x="108" y="1458"/>
                    </a:lnTo>
                    <a:lnTo>
                      <a:pt x="88" y="1416"/>
                    </a:lnTo>
                    <a:lnTo>
                      <a:pt x="70" y="1373"/>
                    </a:lnTo>
                    <a:lnTo>
                      <a:pt x="54" y="1327"/>
                    </a:lnTo>
                    <a:lnTo>
                      <a:pt x="40" y="1279"/>
                    </a:lnTo>
                    <a:lnTo>
                      <a:pt x="28" y="1231"/>
                    </a:lnTo>
                    <a:lnTo>
                      <a:pt x="19" y="1179"/>
                    </a:lnTo>
                    <a:lnTo>
                      <a:pt x="11" y="1126"/>
                    </a:lnTo>
                    <a:lnTo>
                      <a:pt x="5" y="1071"/>
                    </a:lnTo>
                    <a:lnTo>
                      <a:pt x="1" y="1015"/>
                    </a:lnTo>
                    <a:lnTo>
                      <a:pt x="0" y="956"/>
                    </a:lnTo>
                    <a:close/>
                    <a:moveTo>
                      <a:pt x="572" y="958"/>
                    </a:moveTo>
                    <a:lnTo>
                      <a:pt x="573" y="1008"/>
                    </a:lnTo>
                    <a:lnTo>
                      <a:pt x="576" y="1056"/>
                    </a:lnTo>
                    <a:lnTo>
                      <a:pt x="578" y="1081"/>
                    </a:lnTo>
                    <a:lnTo>
                      <a:pt x="582" y="1105"/>
                    </a:lnTo>
                    <a:lnTo>
                      <a:pt x="585" y="1128"/>
                    </a:lnTo>
                    <a:lnTo>
                      <a:pt x="588" y="1151"/>
                    </a:lnTo>
                    <a:lnTo>
                      <a:pt x="594" y="1174"/>
                    </a:lnTo>
                    <a:lnTo>
                      <a:pt x="599" y="1197"/>
                    </a:lnTo>
                    <a:lnTo>
                      <a:pt x="606" y="1219"/>
                    </a:lnTo>
                    <a:lnTo>
                      <a:pt x="613" y="1240"/>
                    </a:lnTo>
                    <a:lnTo>
                      <a:pt x="620" y="1260"/>
                    </a:lnTo>
                    <a:lnTo>
                      <a:pt x="629" y="1281"/>
                    </a:lnTo>
                    <a:lnTo>
                      <a:pt x="638" y="1300"/>
                    </a:lnTo>
                    <a:lnTo>
                      <a:pt x="649" y="1319"/>
                    </a:lnTo>
                    <a:lnTo>
                      <a:pt x="660" y="1338"/>
                    </a:lnTo>
                    <a:lnTo>
                      <a:pt x="672" y="1354"/>
                    </a:lnTo>
                    <a:lnTo>
                      <a:pt x="686" y="1371"/>
                    </a:lnTo>
                    <a:lnTo>
                      <a:pt x="700" y="1386"/>
                    </a:lnTo>
                    <a:lnTo>
                      <a:pt x="715" y="1401"/>
                    </a:lnTo>
                    <a:lnTo>
                      <a:pt x="732" y="1414"/>
                    </a:lnTo>
                    <a:lnTo>
                      <a:pt x="749" y="1427"/>
                    </a:lnTo>
                    <a:lnTo>
                      <a:pt x="767" y="1438"/>
                    </a:lnTo>
                    <a:lnTo>
                      <a:pt x="787" y="1448"/>
                    </a:lnTo>
                    <a:lnTo>
                      <a:pt x="808" y="1457"/>
                    </a:lnTo>
                    <a:lnTo>
                      <a:pt x="830" y="1464"/>
                    </a:lnTo>
                    <a:lnTo>
                      <a:pt x="853" y="1471"/>
                    </a:lnTo>
                    <a:lnTo>
                      <a:pt x="878" y="1477"/>
                    </a:lnTo>
                    <a:lnTo>
                      <a:pt x="904" y="1480"/>
                    </a:lnTo>
                    <a:lnTo>
                      <a:pt x="931" y="1482"/>
                    </a:lnTo>
                    <a:lnTo>
                      <a:pt x="959" y="1483"/>
                    </a:lnTo>
                    <a:lnTo>
                      <a:pt x="989" y="1482"/>
                    </a:lnTo>
                    <a:lnTo>
                      <a:pt x="1018" y="1480"/>
                    </a:lnTo>
                    <a:lnTo>
                      <a:pt x="1046" y="1476"/>
                    </a:lnTo>
                    <a:lnTo>
                      <a:pt x="1071" y="1470"/>
                    </a:lnTo>
                    <a:lnTo>
                      <a:pt x="1095" y="1463"/>
                    </a:lnTo>
                    <a:lnTo>
                      <a:pt x="1118" y="1456"/>
                    </a:lnTo>
                    <a:lnTo>
                      <a:pt x="1139" y="1446"/>
                    </a:lnTo>
                    <a:lnTo>
                      <a:pt x="1159" y="1436"/>
                    </a:lnTo>
                    <a:lnTo>
                      <a:pt x="1178" y="1424"/>
                    </a:lnTo>
                    <a:lnTo>
                      <a:pt x="1196" y="1410"/>
                    </a:lnTo>
                    <a:lnTo>
                      <a:pt x="1212" y="1396"/>
                    </a:lnTo>
                    <a:lnTo>
                      <a:pt x="1228" y="1381"/>
                    </a:lnTo>
                    <a:lnTo>
                      <a:pt x="1241" y="1365"/>
                    </a:lnTo>
                    <a:lnTo>
                      <a:pt x="1254" y="1348"/>
                    </a:lnTo>
                    <a:lnTo>
                      <a:pt x="1266" y="1330"/>
                    </a:lnTo>
                    <a:lnTo>
                      <a:pt x="1278" y="1310"/>
                    </a:lnTo>
                    <a:lnTo>
                      <a:pt x="1286" y="1291"/>
                    </a:lnTo>
                    <a:lnTo>
                      <a:pt x="1296" y="1270"/>
                    </a:lnTo>
                    <a:lnTo>
                      <a:pt x="1304" y="1249"/>
                    </a:lnTo>
                    <a:lnTo>
                      <a:pt x="1311" y="1227"/>
                    </a:lnTo>
                    <a:lnTo>
                      <a:pt x="1317" y="1205"/>
                    </a:lnTo>
                    <a:lnTo>
                      <a:pt x="1323" y="1182"/>
                    </a:lnTo>
                    <a:lnTo>
                      <a:pt x="1328" y="1158"/>
                    </a:lnTo>
                    <a:lnTo>
                      <a:pt x="1332" y="1135"/>
                    </a:lnTo>
                    <a:lnTo>
                      <a:pt x="1336" y="1110"/>
                    </a:lnTo>
                    <a:lnTo>
                      <a:pt x="1338" y="1085"/>
                    </a:lnTo>
                    <a:lnTo>
                      <a:pt x="1340" y="1061"/>
                    </a:lnTo>
                    <a:lnTo>
                      <a:pt x="1343" y="1036"/>
                    </a:lnTo>
                    <a:lnTo>
                      <a:pt x="1345" y="985"/>
                    </a:lnTo>
                    <a:lnTo>
                      <a:pt x="1346" y="934"/>
                    </a:lnTo>
                    <a:lnTo>
                      <a:pt x="1346" y="909"/>
                    </a:lnTo>
                    <a:lnTo>
                      <a:pt x="1345" y="884"/>
                    </a:lnTo>
                    <a:lnTo>
                      <a:pt x="1344" y="861"/>
                    </a:lnTo>
                    <a:lnTo>
                      <a:pt x="1342" y="837"/>
                    </a:lnTo>
                    <a:lnTo>
                      <a:pt x="1338" y="814"/>
                    </a:lnTo>
                    <a:lnTo>
                      <a:pt x="1335" y="790"/>
                    </a:lnTo>
                    <a:lnTo>
                      <a:pt x="1332" y="768"/>
                    </a:lnTo>
                    <a:lnTo>
                      <a:pt x="1327" y="744"/>
                    </a:lnTo>
                    <a:lnTo>
                      <a:pt x="1322" y="722"/>
                    </a:lnTo>
                    <a:lnTo>
                      <a:pt x="1315" y="701"/>
                    </a:lnTo>
                    <a:lnTo>
                      <a:pt x="1308" y="680"/>
                    </a:lnTo>
                    <a:lnTo>
                      <a:pt x="1301" y="659"/>
                    </a:lnTo>
                    <a:lnTo>
                      <a:pt x="1293" y="640"/>
                    </a:lnTo>
                    <a:lnTo>
                      <a:pt x="1284" y="621"/>
                    </a:lnTo>
                    <a:lnTo>
                      <a:pt x="1274" y="602"/>
                    </a:lnTo>
                    <a:lnTo>
                      <a:pt x="1263" y="584"/>
                    </a:lnTo>
                    <a:lnTo>
                      <a:pt x="1251" y="568"/>
                    </a:lnTo>
                    <a:lnTo>
                      <a:pt x="1239" y="551"/>
                    </a:lnTo>
                    <a:lnTo>
                      <a:pt x="1225" y="536"/>
                    </a:lnTo>
                    <a:lnTo>
                      <a:pt x="1210" y="522"/>
                    </a:lnTo>
                    <a:lnTo>
                      <a:pt x="1195" y="508"/>
                    </a:lnTo>
                    <a:lnTo>
                      <a:pt x="1178" y="496"/>
                    </a:lnTo>
                    <a:lnTo>
                      <a:pt x="1160" y="484"/>
                    </a:lnTo>
                    <a:lnTo>
                      <a:pt x="1143" y="474"/>
                    </a:lnTo>
                    <a:lnTo>
                      <a:pt x="1123" y="464"/>
                    </a:lnTo>
                    <a:lnTo>
                      <a:pt x="1102" y="457"/>
                    </a:lnTo>
                    <a:lnTo>
                      <a:pt x="1080" y="449"/>
                    </a:lnTo>
                    <a:lnTo>
                      <a:pt x="1058" y="443"/>
                    </a:lnTo>
                    <a:lnTo>
                      <a:pt x="1033" y="439"/>
                    </a:lnTo>
                    <a:lnTo>
                      <a:pt x="1008" y="434"/>
                    </a:lnTo>
                    <a:lnTo>
                      <a:pt x="982" y="433"/>
                    </a:lnTo>
                    <a:lnTo>
                      <a:pt x="954" y="432"/>
                    </a:lnTo>
                    <a:lnTo>
                      <a:pt x="926" y="433"/>
                    </a:lnTo>
                    <a:lnTo>
                      <a:pt x="899" y="436"/>
                    </a:lnTo>
                    <a:lnTo>
                      <a:pt x="873" y="439"/>
                    </a:lnTo>
                    <a:lnTo>
                      <a:pt x="849" y="444"/>
                    </a:lnTo>
                    <a:lnTo>
                      <a:pt x="827" y="451"/>
                    </a:lnTo>
                    <a:lnTo>
                      <a:pt x="805" y="459"/>
                    </a:lnTo>
                    <a:lnTo>
                      <a:pt x="784" y="468"/>
                    </a:lnTo>
                    <a:lnTo>
                      <a:pt x="765" y="479"/>
                    </a:lnTo>
                    <a:lnTo>
                      <a:pt x="746" y="490"/>
                    </a:lnTo>
                    <a:lnTo>
                      <a:pt x="729" y="503"/>
                    </a:lnTo>
                    <a:lnTo>
                      <a:pt x="713" y="516"/>
                    </a:lnTo>
                    <a:lnTo>
                      <a:pt x="698" y="532"/>
                    </a:lnTo>
                    <a:lnTo>
                      <a:pt x="684" y="547"/>
                    </a:lnTo>
                    <a:lnTo>
                      <a:pt x="671" y="564"/>
                    </a:lnTo>
                    <a:lnTo>
                      <a:pt x="659" y="581"/>
                    </a:lnTo>
                    <a:lnTo>
                      <a:pt x="648" y="599"/>
                    </a:lnTo>
                    <a:lnTo>
                      <a:pt x="637" y="619"/>
                    </a:lnTo>
                    <a:lnTo>
                      <a:pt x="628" y="637"/>
                    </a:lnTo>
                    <a:lnTo>
                      <a:pt x="619" y="658"/>
                    </a:lnTo>
                    <a:lnTo>
                      <a:pt x="612" y="679"/>
                    </a:lnTo>
                    <a:lnTo>
                      <a:pt x="605" y="700"/>
                    </a:lnTo>
                    <a:lnTo>
                      <a:pt x="598" y="722"/>
                    </a:lnTo>
                    <a:lnTo>
                      <a:pt x="594" y="745"/>
                    </a:lnTo>
                    <a:lnTo>
                      <a:pt x="588" y="768"/>
                    </a:lnTo>
                    <a:lnTo>
                      <a:pt x="585" y="792"/>
                    </a:lnTo>
                    <a:lnTo>
                      <a:pt x="581" y="815"/>
                    </a:lnTo>
                    <a:lnTo>
                      <a:pt x="578" y="838"/>
                    </a:lnTo>
                    <a:lnTo>
                      <a:pt x="576" y="862"/>
                    </a:lnTo>
                    <a:lnTo>
                      <a:pt x="573" y="911"/>
                    </a:lnTo>
                    <a:lnTo>
                      <a:pt x="572" y="9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6" name="Freeform 12"/>
              <p:cNvSpPr>
                <a:spLocks noEditPoints="1"/>
              </p:cNvSpPr>
              <p:nvPr/>
            </p:nvSpPr>
            <p:spPr bwMode="auto">
              <a:xfrm>
                <a:off x="10414861" y="822770"/>
                <a:ext cx="304800" cy="303212"/>
              </a:xfrm>
              <a:custGeom>
                <a:avLst/>
                <a:gdLst>
                  <a:gd name="T0" fmla="*/ 9 w 1917"/>
                  <a:gd name="T1" fmla="*/ 794 h 1910"/>
                  <a:gd name="T2" fmla="*/ 50 w 1917"/>
                  <a:gd name="T3" fmla="*/ 600 h 1910"/>
                  <a:gd name="T4" fmla="*/ 122 w 1917"/>
                  <a:gd name="T5" fmla="*/ 430 h 1910"/>
                  <a:gd name="T6" fmla="*/ 223 w 1917"/>
                  <a:gd name="T7" fmla="*/ 286 h 1910"/>
                  <a:gd name="T8" fmla="*/ 353 w 1917"/>
                  <a:gd name="T9" fmla="*/ 170 h 1910"/>
                  <a:gd name="T10" fmla="*/ 510 w 1917"/>
                  <a:gd name="T11" fmla="*/ 83 h 1910"/>
                  <a:gd name="T12" fmla="*/ 694 w 1917"/>
                  <a:gd name="T13" fmla="*/ 25 h 1910"/>
                  <a:gd name="T14" fmla="*/ 900 w 1917"/>
                  <a:gd name="T15" fmla="*/ 1 h 1910"/>
                  <a:gd name="T16" fmla="*/ 1117 w 1917"/>
                  <a:gd name="T17" fmla="*/ 9 h 1910"/>
                  <a:gd name="T18" fmla="*/ 1312 w 1917"/>
                  <a:gd name="T19" fmla="*/ 47 h 1910"/>
                  <a:gd name="T20" fmla="*/ 1483 w 1917"/>
                  <a:gd name="T21" fmla="*/ 117 h 1910"/>
                  <a:gd name="T22" fmla="*/ 1628 w 1917"/>
                  <a:gd name="T23" fmla="*/ 216 h 1910"/>
                  <a:gd name="T24" fmla="*/ 1745 w 1917"/>
                  <a:gd name="T25" fmla="*/ 343 h 1910"/>
                  <a:gd name="T26" fmla="*/ 1833 w 1917"/>
                  <a:gd name="T27" fmla="*/ 497 h 1910"/>
                  <a:gd name="T28" fmla="*/ 1891 w 1917"/>
                  <a:gd name="T29" fmla="*/ 678 h 1910"/>
                  <a:gd name="T30" fmla="*/ 1916 w 1917"/>
                  <a:gd name="T31" fmla="*/ 886 h 1910"/>
                  <a:gd name="T32" fmla="*/ 1908 w 1917"/>
                  <a:gd name="T33" fmla="*/ 1104 h 1910"/>
                  <a:gd name="T34" fmla="*/ 1871 w 1917"/>
                  <a:gd name="T35" fmla="*/ 1300 h 1910"/>
                  <a:gd name="T36" fmla="*/ 1802 w 1917"/>
                  <a:gd name="T37" fmla="*/ 1472 h 1910"/>
                  <a:gd name="T38" fmla="*/ 1706 w 1917"/>
                  <a:gd name="T39" fmla="*/ 1618 h 1910"/>
                  <a:gd name="T40" fmla="*/ 1580 w 1917"/>
                  <a:gd name="T41" fmla="*/ 1737 h 1910"/>
                  <a:gd name="T42" fmla="*/ 1426 w 1917"/>
                  <a:gd name="T43" fmla="*/ 1825 h 1910"/>
                  <a:gd name="T44" fmla="*/ 1244 w 1917"/>
                  <a:gd name="T45" fmla="*/ 1884 h 1910"/>
                  <a:gd name="T46" fmla="*/ 1035 w 1917"/>
                  <a:gd name="T47" fmla="*/ 1909 h 1910"/>
                  <a:gd name="T48" fmla="*/ 813 w 1917"/>
                  <a:gd name="T49" fmla="*/ 1901 h 1910"/>
                  <a:gd name="T50" fmla="*/ 614 w 1917"/>
                  <a:gd name="T51" fmla="*/ 1863 h 1910"/>
                  <a:gd name="T52" fmla="*/ 441 w 1917"/>
                  <a:gd name="T53" fmla="*/ 1794 h 1910"/>
                  <a:gd name="T54" fmla="*/ 294 w 1917"/>
                  <a:gd name="T55" fmla="*/ 1695 h 1910"/>
                  <a:gd name="T56" fmla="*/ 175 w 1917"/>
                  <a:gd name="T57" fmla="*/ 1568 h 1910"/>
                  <a:gd name="T58" fmla="*/ 85 w 1917"/>
                  <a:gd name="T59" fmla="*/ 1412 h 1910"/>
                  <a:gd name="T60" fmla="*/ 27 w 1917"/>
                  <a:gd name="T61" fmla="*/ 1226 h 1910"/>
                  <a:gd name="T62" fmla="*/ 1 w 1917"/>
                  <a:gd name="T63" fmla="*/ 1013 h 1910"/>
                  <a:gd name="T64" fmla="*/ 575 w 1917"/>
                  <a:gd name="T65" fmla="*/ 1056 h 1910"/>
                  <a:gd name="T66" fmla="*/ 589 w 1917"/>
                  <a:gd name="T67" fmla="*/ 1151 h 1910"/>
                  <a:gd name="T68" fmla="*/ 612 w 1917"/>
                  <a:gd name="T69" fmla="*/ 1240 h 1910"/>
                  <a:gd name="T70" fmla="*/ 648 w 1917"/>
                  <a:gd name="T71" fmla="*/ 1319 h 1910"/>
                  <a:gd name="T72" fmla="*/ 699 w 1917"/>
                  <a:gd name="T73" fmla="*/ 1386 h 1910"/>
                  <a:gd name="T74" fmla="*/ 767 w 1917"/>
                  <a:gd name="T75" fmla="*/ 1438 h 1910"/>
                  <a:gd name="T76" fmla="*/ 853 w 1917"/>
                  <a:gd name="T77" fmla="*/ 1471 h 1910"/>
                  <a:gd name="T78" fmla="*/ 959 w 1917"/>
                  <a:gd name="T79" fmla="*/ 1483 h 1910"/>
                  <a:gd name="T80" fmla="*/ 1071 w 1917"/>
                  <a:gd name="T81" fmla="*/ 1470 h 1910"/>
                  <a:gd name="T82" fmla="*/ 1160 w 1917"/>
                  <a:gd name="T83" fmla="*/ 1436 h 1910"/>
                  <a:gd name="T84" fmla="*/ 1227 w 1917"/>
                  <a:gd name="T85" fmla="*/ 1381 h 1910"/>
                  <a:gd name="T86" fmla="*/ 1277 w 1917"/>
                  <a:gd name="T87" fmla="*/ 1310 h 1910"/>
                  <a:gd name="T88" fmla="*/ 1311 w 1917"/>
                  <a:gd name="T89" fmla="*/ 1227 h 1910"/>
                  <a:gd name="T90" fmla="*/ 1332 w 1917"/>
                  <a:gd name="T91" fmla="*/ 1135 h 1910"/>
                  <a:gd name="T92" fmla="*/ 1342 w 1917"/>
                  <a:gd name="T93" fmla="*/ 1036 h 1910"/>
                  <a:gd name="T94" fmla="*/ 1344 w 1917"/>
                  <a:gd name="T95" fmla="*/ 884 h 1910"/>
                  <a:gd name="T96" fmla="*/ 1335 w 1917"/>
                  <a:gd name="T97" fmla="*/ 790 h 1910"/>
                  <a:gd name="T98" fmla="*/ 1315 w 1917"/>
                  <a:gd name="T99" fmla="*/ 701 h 1910"/>
                  <a:gd name="T100" fmla="*/ 1283 w 1917"/>
                  <a:gd name="T101" fmla="*/ 621 h 1910"/>
                  <a:gd name="T102" fmla="*/ 1238 w 1917"/>
                  <a:gd name="T103" fmla="*/ 551 h 1910"/>
                  <a:gd name="T104" fmla="*/ 1177 w 1917"/>
                  <a:gd name="T105" fmla="*/ 496 h 1910"/>
                  <a:gd name="T106" fmla="*/ 1101 w 1917"/>
                  <a:gd name="T107" fmla="*/ 457 h 1910"/>
                  <a:gd name="T108" fmla="*/ 1007 w 1917"/>
                  <a:gd name="T109" fmla="*/ 434 h 1910"/>
                  <a:gd name="T110" fmla="*/ 899 w 1917"/>
                  <a:gd name="T111" fmla="*/ 436 h 1910"/>
                  <a:gd name="T112" fmla="*/ 804 w 1917"/>
                  <a:gd name="T113" fmla="*/ 459 h 1910"/>
                  <a:gd name="T114" fmla="*/ 729 w 1917"/>
                  <a:gd name="T115" fmla="*/ 503 h 1910"/>
                  <a:gd name="T116" fmla="*/ 670 w 1917"/>
                  <a:gd name="T117" fmla="*/ 564 h 1910"/>
                  <a:gd name="T118" fmla="*/ 627 w 1917"/>
                  <a:gd name="T119" fmla="*/ 637 h 1910"/>
                  <a:gd name="T120" fmla="*/ 599 w 1917"/>
                  <a:gd name="T121" fmla="*/ 722 h 1910"/>
                  <a:gd name="T122" fmla="*/ 581 w 1917"/>
                  <a:gd name="T123" fmla="*/ 815 h 1910"/>
                  <a:gd name="T124" fmla="*/ 572 w 1917"/>
                  <a:gd name="T125" fmla="*/ 958 h 19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917" h="1910">
                    <a:moveTo>
                      <a:pt x="0" y="956"/>
                    </a:moveTo>
                    <a:lnTo>
                      <a:pt x="1" y="901"/>
                    </a:lnTo>
                    <a:lnTo>
                      <a:pt x="5" y="847"/>
                    </a:lnTo>
                    <a:lnTo>
                      <a:pt x="9" y="794"/>
                    </a:lnTo>
                    <a:lnTo>
                      <a:pt x="17" y="743"/>
                    </a:lnTo>
                    <a:lnTo>
                      <a:pt x="25" y="694"/>
                    </a:lnTo>
                    <a:lnTo>
                      <a:pt x="37" y="646"/>
                    </a:lnTo>
                    <a:lnTo>
                      <a:pt x="50" y="600"/>
                    </a:lnTo>
                    <a:lnTo>
                      <a:pt x="65" y="555"/>
                    </a:lnTo>
                    <a:lnTo>
                      <a:pt x="82" y="512"/>
                    </a:lnTo>
                    <a:lnTo>
                      <a:pt x="101" y="470"/>
                    </a:lnTo>
                    <a:lnTo>
                      <a:pt x="122" y="430"/>
                    </a:lnTo>
                    <a:lnTo>
                      <a:pt x="145" y="391"/>
                    </a:lnTo>
                    <a:lnTo>
                      <a:pt x="169" y="354"/>
                    </a:lnTo>
                    <a:lnTo>
                      <a:pt x="196" y="320"/>
                    </a:lnTo>
                    <a:lnTo>
                      <a:pt x="223" y="286"/>
                    </a:lnTo>
                    <a:lnTo>
                      <a:pt x="254" y="254"/>
                    </a:lnTo>
                    <a:lnTo>
                      <a:pt x="285" y="224"/>
                    </a:lnTo>
                    <a:lnTo>
                      <a:pt x="318" y="196"/>
                    </a:lnTo>
                    <a:lnTo>
                      <a:pt x="353" y="170"/>
                    </a:lnTo>
                    <a:lnTo>
                      <a:pt x="390" y="146"/>
                    </a:lnTo>
                    <a:lnTo>
                      <a:pt x="429" y="122"/>
                    </a:lnTo>
                    <a:lnTo>
                      <a:pt x="469" y="101"/>
                    </a:lnTo>
                    <a:lnTo>
                      <a:pt x="510" y="83"/>
                    </a:lnTo>
                    <a:lnTo>
                      <a:pt x="554" y="65"/>
                    </a:lnTo>
                    <a:lnTo>
                      <a:pt x="599" y="51"/>
                    </a:lnTo>
                    <a:lnTo>
                      <a:pt x="645" y="37"/>
                    </a:lnTo>
                    <a:lnTo>
                      <a:pt x="694" y="25"/>
                    </a:lnTo>
                    <a:lnTo>
                      <a:pt x="742" y="17"/>
                    </a:lnTo>
                    <a:lnTo>
                      <a:pt x="794" y="9"/>
                    </a:lnTo>
                    <a:lnTo>
                      <a:pt x="846" y="4"/>
                    </a:lnTo>
                    <a:lnTo>
                      <a:pt x="900" y="1"/>
                    </a:lnTo>
                    <a:lnTo>
                      <a:pt x="955" y="0"/>
                    </a:lnTo>
                    <a:lnTo>
                      <a:pt x="1011" y="1"/>
                    </a:lnTo>
                    <a:lnTo>
                      <a:pt x="1065" y="4"/>
                    </a:lnTo>
                    <a:lnTo>
                      <a:pt x="1117" y="9"/>
                    </a:lnTo>
                    <a:lnTo>
                      <a:pt x="1169" y="15"/>
                    </a:lnTo>
                    <a:lnTo>
                      <a:pt x="1218" y="24"/>
                    </a:lnTo>
                    <a:lnTo>
                      <a:pt x="1266" y="35"/>
                    </a:lnTo>
                    <a:lnTo>
                      <a:pt x="1312" y="47"/>
                    </a:lnTo>
                    <a:lnTo>
                      <a:pt x="1357" y="63"/>
                    </a:lnTo>
                    <a:lnTo>
                      <a:pt x="1402" y="78"/>
                    </a:lnTo>
                    <a:lnTo>
                      <a:pt x="1444" y="97"/>
                    </a:lnTo>
                    <a:lnTo>
                      <a:pt x="1483" y="117"/>
                    </a:lnTo>
                    <a:lnTo>
                      <a:pt x="1522" y="139"/>
                    </a:lnTo>
                    <a:lnTo>
                      <a:pt x="1559" y="163"/>
                    </a:lnTo>
                    <a:lnTo>
                      <a:pt x="1595" y="189"/>
                    </a:lnTo>
                    <a:lnTo>
                      <a:pt x="1628" y="216"/>
                    </a:lnTo>
                    <a:lnTo>
                      <a:pt x="1660" y="245"/>
                    </a:lnTo>
                    <a:lnTo>
                      <a:pt x="1691" y="276"/>
                    </a:lnTo>
                    <a:lnTo>
                      <a:pt x="1718" y="309"/>
                    </a:lnTo>
                    <a:lnTo>
                      <a:pt x="1745" y="343"/>
                    </a:lnTo>
                    <a:lnTo>
                      <a:pt x="1770" y="379"/>
                    </a:lnTo>
                    <a:lnTo>
                      <a:pt x="1794" y="417"/>
                    </a:lnTo>
                    <a:lnTo>
                      <a:pt x="1815" y="457"/>
                    </a:lnTo>
                    <a:lnTo>
                      <a:pt x="1833" y="497"/>
                    </a:lnTo>
                    <a:lnTo>
                      <a:pt x="1851" y="540"/>
                    </a:lnTo>
                    <a:lnTo>
                      <a:pt x="1866" y="584"/>
                    </a:lnTo>
                    <a:lnTo>
                      <a:pt x="1880" y="631"/>
                    </a:lnTo>
                    <a:lnTo>
                      <a:pt x="1891" y="678"/>
                    </a:lnTo>
                    <a:lnTo>
                      <a:pt x="1900" y="728"/>
                    </a:lnTo>
                    <a:lnTo>
                      <a:pt x="1907" y="779"/>
                    </a:lnTo>
                    <a:lnTo>
                      <a:pt x="1913" y="831"/>
                    </a:lnTo>
                    <a:lnTo>
                      <a:pt x="1916" y="886"/>
                    </a:lnTo>
                    <a:lnTo>
                      <a:pt x="1917" y="941"/>
                    </a:lnTo>
                    <a:lnTo>
                      <a:pt x="1916" y="997"/>
                    </a:lnTo>
                    <a:lnTo>
                      <a:pt x="1913" y="1051"/>
                    </a:lnTo>
                    <a:lnTo>
                      <a:pt x="1908" y="1104"/>
                    </a:lnTo>
                    <a:lnTo>
                      <a:pt x="1902" y="1155"/>
                    </a:lnTo>
                    <a:lnTo>
                      <a:pt x="1893" y="1204"/>
                    </a:lnTo>
                    <a:lnTo>
                      <a:pt x="1883" y="1253"/>
                    </a:lnTo>
                    <a:lnTo>
                      <a:pt x="1871" y="1300"/>
                    </a:lnTo>
                    <a:lnTo>
                      <a:pt x="1857" y="1345"/>
                    </a:lnTo>
                    <a:lnTo>
                      <a:pt x="1840" y="1389"/>
                    </a:lnTo>
                    <a:lnTo>
                      <a:pt x="1822" y="1431"/>
                    </a:lnTo>
                    <a:lnTo>
                      <a:pt x="1802" y="1472"/>
                    </a:lnTo>
                    <a:lnTo>
                      <a:pt x="1781" y="1511"/>
                    </a:lnTo>
                    <a:lnTo>
                      <a:pt x="1758" y="1548"/>
                    </a:lnTo>
                    <a:lnTo>
                      <a:pt x="1733" y="1584"/>
                    </a:lnTo>
                    <a:lnTo>
                      <a:pt x="1706" y="1618"/>
                    </a:lnTo>
                    <a:lnTo>
                      <a:pt x="1678" y="1651"/>
                    </a:lnTo>
                    <a:lnTo>
                      <a:pt x="1647" y="1681"/>
                    </a:lnTo>
                    <a:lnTo>
                      <a:pt x="1615" y="1709"/>
                    </a:lnTo>
                    <a:lnTo>
                      <a:pt x="1580" y="1737"/>
                    </a:lnTo>
                    <a:lnTo>
                      <a:pt x="1544" y="1761"/>
                    </a:lnTo>
                    <a:lnTo>
                      <a:pt x="1506" y="1784"/>
                    </a:lnTo>
                    <a:lnTo>
                      <a:pt x="1467" y="1806"/>
                    </a:lnTo>
                    <a:lnTo>
                      <a:pt x="1426" y="1825"/>
                    </a:lnTo>
                    <a:lnTo>
                      <a:pt x="1383" y="1843"/>
                    </a:lnTo>
                    <a:lnTo>
                      <a:pt x="1339" y="1858"/>
                    </a:lnTo>
                    <a:lnTo>
                      <a:pt x="1292" y="1873"/>
                    </a:lnTo>
                    <a:lnTo>
                      <a:pt x="1244" y="1884"/>
                    </a:lnTo>
                    <a:lnTo>
                      <a:pt x="1194" y="1893"/>
                    </a:lnTo>
                    <a:lnTo>
                      <a:pt x="1143" y="1900"/>
                    </a:lnTo>
                    <a:lnTo>
                      <a:pt x="1089" y="1906"/>
                    </a:lnTo>
                    <a:lnTo>
                      <a:pt x="1035" y="1909"/>
                    </a:lnTo>
                    <a:lnTo>
                      <a:pt x="977" y="1910"/>
                    </a:lnTo>
                    <a:lnTo>
                      <a:pt x="921" y="1909"/>
                    </a:lnTo>
                    <a:lnTo>
                      <a:pt x="867" y="1906"/>
                    </a:lnTo>
                    <a:lnTo>
                      <a:pt x="813" y="1901"/>
                    </a:lnTo>
                    <a:lnTo>
                      <a:pt x="761" y="1895"/>
                    </a:lnTo>
                    <a:lnTo>
                      <a:pt x="711" y="1886"/>
                    </a:lnTo>
                    <a:lnTo>
                      <a:pt x="662" y="1875"/>
                    </a:lnTo>
                    <a:lnTo>
                      <a:pt x="614" y="1863"/>
                    </a:lnTo>
                    <a:lnTo>
                      <a:pt x="569" y="1848"/>
                    </a:lnTo>
                    <a:lnTo>
                      <a:pt x="525" y="1832"/>
                    </a:lnTo>
                    <a:lnTo>
                      <a:pt x="482" y="1814"/>
                    </a:lnTo>
                    <a:lnTo>
                      <a:pt x="441" y="1794"/>
                    </a:lnTo>
                    <a:lnTo>
                      <a:pt x="401" y="1772"/>
                    </a:lnTo>
                    <a:lnTo>
                      <a:pt x="363" y="1749"/>
                    </a:lnTo>
                    <a:lnTo>
                      <a:pt x="328" y="1723"/>
                    </a:lnTo>
                    <a:lnTo>
                      <a:pt x="294" y="1695"/>
                    </a:lnTo>
                    <a:lnTo>
                      <a:pt x="261" y="1666"/>
                    </a:lnTo>
                    <a:lnTo>
                      <a:pt x="230" y="1635"/>
                    </a:lnTo>
                    <a:lnTo>
                      <a:pt x="201" y="1602"/>
                    </a:lnTo>
                    <a:lnTo>
                      <a:pt x="175" y="1568"/>
                    </a:lnTo>
                    <a:lnTo>
                      <a:pt x="149" y="1532"/>
                    </a:lnTo>
                    <a:lnTo>
                      <a:pt x="126" y="1493"/>
                    </a:lnTo>
                    <a:lnTo>
                      <a:pt x="104" y="1453"/>
                    </a:lnTo>
                    <a:lnTo>
                      <a:pt x="85" y="1412"/>
                    </a:lnTo>
                    <a:lnTo>
                      <a:pt x="67" y="1367"/>
                    </a:lnTo>
                    <a:lnTo>
                      <a:pt x="52" y="1322"/>
                    </a:lnTo>
                    <a:lnTo>
                      <a:pt x="38" y="1275"/>
                    </a:lnTo>
                    <a:lnTo>
                      <a:pt x="27" y="1226"/>
                    </a:lnTo>
                    <a:lnTo>
                      <a:pt x="17" y="1176"/>
                    </a:lnTo>
                    <a:lnTo>
                      <a:pt x="9" y="1124"/>
                    </a:lnTo>
                    <a:lnTo>
                      <a:pt x="5" y="1070"/>
                    </a:lnTo>
                    <a:lnTo>
                      <a:pt x="1" y="1013"/>
                    </a:lnTo>
                    <a:lnTo>
                      <a:pt x="0" y="956"/>
                    </a:lnTo>
                    <a:close/>
                    <a:moveTo>
                      <a:pt x="572" y="958"/>
                    </a:moveTo>
                    <a:lnTo>
                      <a:pt x="573" y="1008"/>
                    </a:lnTo>
                    <a:lnTo>
                      <a:pt x="575" y="1056"/>
                    </a:lnTo>
                    <a:lnTo>
                      <a:pt x="578" y="1081"/>
                    </a:lnTo>
                    <a:lnTo>
                      <a:pt x="581" y="1105"/>
                    </a:lnTo>
                    <a:lnTo>
                      <a:pt x="584" y="1128"/>
                    </a:lnTo>
                    <a:lnTo>
                      <a:pt x="589" y="1151"/>
                    </a:lnTo>
                    <a:lnTo>
                      <a:pt x="593" y="1174"/>
                    </a:lnTo>
                    <a:lnTo>
                      <a:pt x="599" y="1197"/>
                    </a:lnTo>
                    <a:lnTo>
                      <a:pt x="605" y="1219"/>
                    </a:lnTo>
                    <a:lnTo>
                      <a:pt x="612" y="1240"/>
                    </a:lnTo>
                    <a:lnTo>
                      <a:pt x="620" y="1260"/>
                    </a:lnTo>
                    <a:lnTo>
                      <a:pt x="628" y="1281"/>
                    </a:lnTo>
                    <a:lnTo>
                      <a:pt x="638" y="1300"/>
                    </a:lnTo>
                    <a:lnTo>
                      <a:pt x="648" y="1319"/>
                    </a:lnTo>
                    <a:lnTo>
                      <a:pt x="659" y="1338"/>
                    </a:lnTo>
                    <a:lnTo>
                      <a:pt x="672" y="1354"/>
                    </a:lnTo>
                    <a:lnTo>
                      <a:pt x="685" y="1371"/>
                    </a:lnTo>
                    <a:lnTo>
                      <a:pt x="699" y="1386"/>
                    </a:lnTo>
                    <a:lnTo>
                      <a:pt x="715" y="1401"/>
                    </a:lnTo>
                    <a:lnTo>
                      <a:pt x="731" y="1414"/>
                    </a:lnTo>
                    <a:lnTo>
                      <a:pt x="749" y="1427"/>
                    </a:lnTo>
                    <a:lnTo>
                      <a:pt x="767" y="1438"/>
                    </a:lnTo>
                    <a:lnTo>
                      <a:pt x="786" y="1448"/>
                    </a:lnTo>
                    <a:lnTo>
                      <a:pt x="807" y="1457"/>
                    </a:lnTo>
                    <a:lnTo>
                      <a:pt x="829" y="1464"/>
                    </a:lnTo>
                    <a:lnTo>
                      <a:pt x="853" y="1471"/>
                    </a:lnTo>
                    <a:lnTo>
                      <a:pt x="877" y="1477"/>
                    </a:lnTo>
                    <a:lnTo>
                      <a:pt x="903" y="1480"/>
                    </a:lnTo>
                    <a:lnTo>
                      <a:pt x="930" y="1482"/>
                    </a:lnTo>
                    <a:lnTo>
                      <a:pt x="959" y="1483"/>
                    </a:lnTo>
                    <a:lnTo>
                      <a:pt x="990" y="1482"/>
                    </a:lnTo>
                    <a:lnTo>
                      <a:pt x="1018" y="1480"/>
                    </a:lnTo>
                    <a:lnTo>
                      <a:pt x="1045" y="1476"/>
                    </a:lnTo>
                    <a:lnTo>
                      <a:pt x="1071" y="1470"/>
                    </a:lnTo>
                    <a:lnTo>
                      <a:pt x="1095" y="1463"/>
                    </a:lnTo>
                    <a:lnTo>
                      <a:pt x="1118" y="1456"/>
                    </a:lnTo>
                    <a:lnTo>
                      <a:pt x="1139" y="1446"/>
                    </a:lnTo>
                    <a:lnTo>
                      <a:pt x="1160" y="1436"/>
                    </a:lnTo>
                    <a:lnTo>
                      <a:pt x="1178" y="1424"/>
                    </a:lnTo>
                    <a:lnTo>
                      <a:pt x="1195" y="1410"/>
                    </a:lnTo>
                    <a:lnTo>
                      <a:pt x="1212" y="1396"/>
                    </a:lnTo>
                    <a:lnTo>
                      <a:pt x="1227" y="1381"/>
                    </a:lnTo>
                    <a:lnTo>
                      <a:pt x="1241" y="1365"/>
                    </a:lnTo>
                    <a:lnTo>
                      <a:pt x="1254" y="1348"/>
                    </a:lnTo>
                    <a:lnTo>
                      <a:pt x="1266" y="1330"/>
                    </a:lnTo>
                    <a:lnTo>
                      <a:pt x="1277" y="1310"/>
                    </a:lnTo>
                    <a:lnTo>
                      <a:pt x="1287" y="1291"/>
                    </a:lnTo>
                    <a:lnTo>
                      <a:pt x="1296" y="1270"/>
                    </a:lnTo>
                    <a:lnTo>
                      <a:pt x="1303" y="1249"/>
                    </a:lnTo>
                    <a:lnTo>
                      <a:pt x="1311" y="1227"/>
                    </a:lnTo>
                    <a:lnTo>
                      <a:pt x="1317" y="1205"/>
                    </a:lnTo>
                    <a:lnTo>
                      <a:pt x="1322" y="1182"/>
                    </a:lnTo>
                    <a:lnTo>
                      <a:pt x="1328" y="1158"/>
                    </a:lnTo>
                    <a:lnTo>
                      <a:pt x="1332" y="1135"/>
                    </a:lnTo>
                    <a:lnTo>
                      <a:pt x="1335" y="1110"/>
                    </a:lnTo>
                    <a:lnTo>
                      <a:pt x="1339" y="1085"/>
                    </a:lnTo>
                    <a:lnTo>
                      <a:pt x="1341" y="1061"/>
                    </a:lnTo>
                    <a:lnTo>
                      <a:pt x="1342" y="1036"/>
                    </a:lnTo>
                    <a:lnTo>
                      <a:pt x="1344" y="985"/>
                    </a:lnTo>
                    <a:lnTo>
                      <a:pt x="1345" y="934"/>
                    </a:lnTo>
                    <a:lnTo>
                      <a:pt x="1345" y="909"/>
                    </a:lnTo>
                    <a:lnTo>
                      <a:pt x="1344" y="884"/>
                    </a:lnTo>
                    <a:lnTo>
                      <a:pt x="1343" y="861"/>
                    </a:lnTo>
                    <a:lnTo>
                      <a:pt x="1341" y="837"/>
                    </a:lnTo>
                    <a:lnTo>
                      <a:pt x="1339" y="814"/>
                    </a:lnTo>
                    <a:lnTo>
                      <a:pt x="1335" y="790"/>
                    </a:lnTo>
                    <a:lnTo>
                      <a:pt x="1331" y="768"/>
                    </a:lnTo>
                    <a:lnTo>
                      <a:pt x="1326" y="744"/>
                    </a:lnTo>
                    <a:lnTo>
                      <a:pt x="1321" y="722"/>
                    </a:lnTo>
                    <a:lnTo>
                      <a:pt x="1315" y="701"/>
                    </a:lnTo>
                    <a:lnTo>
                      <a:pt x="1309" y="680"/>
                    </a:lnTo>
                    <a:lnTo>
                      <a:pt x="1301" y="659"/>
                    </a:lnTo>
                    <a:lnTo>
                      <a:pt x="1292" y="640"/>
                    </a:lnTo>
                    <a:lnTo>
                      <a:pt x="1283" y="621"/>
                    </a:lnTo>
                    <a:lnTo>
                      <a:pt x="1273" y="602"/>
                    </a:lnTo>
                    <a:lnTo>
                      <a:pt x="1262" y="584"/>
                    </a:lnTo>
                    <a:lnTo>
                      <a:pt x="1250" y="568"/>
                    </a:lnTo>
                    <a:lnTo>
                      <a:pt x="1238" y="551"/>
                    </a:lnTo>
                    <a:lnTo>
                      <a:pt x="1225" y="536"/>
                    </a:lnTo>
                    <a:lnTo>
                      <a:pt x="1209" y="522"/>
                    </a:lnTo>
                    <a:lnTo>
                      <a:pt x="1194" y="508"/>
                    </a:lnTo>
                    <a:lnTo>
                      <a:pt x="1177" y="496"/>
                    </a:lnTo>
                    <a:lnTo>
                      <a:pt x="1161" y="484"/>
                    </a:lnTo>
                    <a:lnTo>
                      <a:pt x="1142" y="474"/>
                    </a:lnTo>
                    <a:lnTo>
                      <a:pt x="1122" y="464"/>
                    </a:lnTo>
                    <a:lnTo>
                      <a:pt x="1101" y="457"/>
                    </a:lnTo>
                    <a:lnTo>
                      <a:pt x="1080" y="449"/>
                    </a:lnTo>
                    <a:lnTo>
                      <a:pt x="1057" y="443"/>
                    </a:lnTo>
                    <a:lnTo>
                      <a:pt x="1033" y="439"/>
                    </a:lnTo>
                    <a:lnTo>
                      <a:pt x="1007" y="434"/>
                    </a:lnTo>
                    <a:lnTo>
                      <a:pt x="982" y="433"/>
                    </a:lnTo>
                    <a:lnTo>
                      <a:pt x="954" y="432"/>
                    </a:lnTo>
                    <a:lnTo>
                      <a:pt x="926" y="433"/>
                    </a:lnTo>
                    <a:lnTo>
                      <a:pt x="899" y="436"/>
                    </a:lnTo>
                    <a:lnTo>
                      <a:pt x="874" y="439"/>
                    </a:lnTo>
                    <a:lnTo>
                      <a:pt x="849" y="444"/>
                    </a:lnTo>
                    <a:lnTo>
                      <a:pt x="826" y="451"/>
                    </a:lnTo>
                    <a:lnTo>
                      <a:pt x="804" y="459"/>
                    </a:lnTo>
                    <a:lnTo>
                      <a:pt x="783" y="468"/>
                    </a:lnTo>
                    <a:lnTo>
                      <a:pt x="764" y="479"/>
                    </a:lnTo>
                    <a:lnTo>
                      <a:pt x="746" y="490"/>
                    </a:lnTo>
                    <a:lnTo>
                      <a:pt x="729" y="503"/>
                    </a:lnTo>
                    <a:lnTo>
                      <a:pt x="712" y="516"/>
                    </a:lnTo>
                    <a:lnTo>
                      <a:pt x="698" y="532"/>
                    </a:lnTo>
                    <a:lnTo>
                      <a:pt x="684" y="547"/>
                    </a:lnTo>
                    <a:lnTo>
                      <a:pt x="670" y="564"/>
                    </a:lnTo>
                    <a:lnTo>
                      <a:pt x="658" y="581"/>
                    </a:lnTo>
                    <a:lnTo>
                      <a:pt x="647" y="599"/>
                    </a:lnTo>
                    <a:lnTo>
                      <a:pt x="637" y="619"/>
                    </a:lnTo>
                    <a:lnTo>
                      <a:pt x="627" y="637"/>
                    </a:lnTo>
                    <a:lnTo>
                      <a:pt x="620" y="658"/>
                    </a:lnTo>
                    <a:lnTo>
                      <a:pt x="612" y="679"/>
                    </a:lnTo>
                    <a:lnTo>
                      <a:pt x="604" y="700"/>
                    </a:lnTo>
                    <a:lnTo>
                      <a:pt x="599" y="722"/>
                    </a:lnTo>
                    <a:lnTo>
                      <a:pt x="593" y="745"/>
                    </a:lnTo>
                    <a:lnTo>
                      <a:pt x="589" y="768"/>
                    </a:lnTo>
                    <a:lnTo>
                      <a:pt x="584" y="792"/>
                    </a:lnTo>
                    <a:lnTo>
                      <a:pt x="581" y="815"/>
                    </a:lnTo>
                    <a:lnTo>
                      <a:pt x="578" y="838"/>
                    </a:lnTo>
                    <a:lnTo>
                      <a:pt x="575" y="862"/>
                    </a:lnTo>
                    <a:lnTo>
                      <a:pt x="573" y="911"/>
                    </a:lnTo>
                    <a:lnTo>
                      <a:pt x="572" y="9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  <p:sp>
            <p:nvSpPr>
              <p:cNvPr id="27" name="Freeform 13"/>
              <p:cNvSpPr>
                <a:spLocks noEditPoints="1"/>
              </p:cNvSpPr>
              <p:nvPr/>
            </p:nvSpPr>
            <p:spPr bwMode="auto">
              <a:xfrm>
                <a:off x="10081486" y="822770"/>
                <a:ext cx="303212" cy="303212"/>
              </a:xfrm>
              <a:custGeom>
                <a:avLst/>
                <a:gdLst>
                  <a:gd name="T0" fmla="*/ 17 w 1918"/>
                  <a:gd name="T1" fmla="*/ 743 h 1910"/>
                  <a:gd name="T2" fmla="*/ 83 w 1918"/>
                  <a:gd name="T3" fmla="*/ 512 h 1910"/>
                  <a:gd name="T4" fmla="*/ 197 w 1918"/>
                  <a:gd name="T5" fmla="*/ 320 h 1910"/>
                  <a:gd name="T6" fmla="*/ 355 w 1918"/>
                  <a:gd name="T7" fmla="*/ 170 h 1910"/>
                  <a:gd name="T8" fmla="*/ 555 w 1918"/>
                  <a:gd name="T9" fmla="*/ 65 h 1910"/>
                  <a:gd name="T10" fmla="*/ 794 w 1918"/>
                  <a:gd name="T11" fmla="*/ 9 h 1910"/>
                  <a:gd name="T12" fmla="*/ 1065 w 1918"/>
                  <a:gd name="T13" fmla="*/ 4 h 1910"/>
                  <a:gd name="T14" fmla="*/ 1313 w 1918"/>
                  <a:gd name="T15" fmla="*/ 47 h 1910"/>
                  <a:gd name="T16" fmla="*/ 1523 w 1918"/>
                  <a:gd name="T17" fmla="*/ 139 h 1910"/>
                  <a:gd name="T18" fmla="*/ 1691 w 1918"/>
                  <a:gd name="T19" fmla="*/ 276 h 1910"/>
                  <a:gd name="T20" fmla="*/ 1815 w 1918"/>
                  <a:gd name="T21" fmla="*/ 457 h 1910"/>
                  <a:gd name="T22" fmla="*/ 1892 w 1918"/>
                  <a:gd name="T23" fmla="*/ 678 h 1910"/>
                  <a:gd name="T24" fmla="*/ 1918 w 1918"/>
                  <a:gd name="T25" fmla="*/ 941 h 1910"/>
                  <a:gd name="T26" fmla="*/ 1908 w 1918"/>
                  <a:gd name="T27" fmla="*/ 1133 h 1910"/>
                  <a:gd name="T28" fmla="*/ 1874 w 1918"/>
                  <a:gd name="T29" fmla="*/ 1300 h 1910"/>
                  <a:gd name="T30" fmla="*/ 1821 w 1918"/>
                  <a:gd name="T31" fmla="*/ 1446 h 1910"/>
                  <a:gd name="T32" fmla="*/ 1739 w 1918"/>
                  <a:gd name="T33" fmla="*/ 1582 h 1910"/>
                  <a:gd name="T34" fmla="*/ 1634 w 1918"/>
                  <a:gd name="T35" fmla="*/ 1695 h 1910"/>
                  <a:gd name="T36" fmla="*/ 1512 w 1918"/>
                  <a:gd name="T37" fmla="*/ 1782 h 1910"/>
                  <a:gd name="T38" fmla="*/ 1378 w 1918"/>
                  <a:gd name="T39" fmla="*/ 1846 h 1910"/>
                  <a:gd name="T40" fmla="*/ 1231 w 1918"/>
                  <a:gd name="T41" fmla="*/ 1887 h 1910"/>
                  <a:gd name="T42" fmla="*/ 1075 w 1918"/>
                  <a:gd name="T43" fmla="*/ 1907 h 1910"/>
                  <a:gd name="T44" fmla="*/ 903 w 1918"/>
                  <a:gd name="T45" fmla="*/ 1909 h 1910"/>
                  <a:gd name="T46" fmla="*/ 726 w 1918"/>
                  <a:gd name="T47" fmla="*/ 1891 h 1910"/>
                  <a:gd name="T48" fmla="*/ 570 w 1918"/>
                  <a:gd name="T49" fmla="*/ 1854 h 1910"/>
                  <a:gd name="T50" fmla="*/ 430 w 1918"/>
                  <a:gd name="T51" fmla="*/ 1795 h 1910"/>
                  <a:gd name="T52" fmla="*/ 295 w 1918"/>
                  <a:gd name="T53" fmla="*/ 1702 h 1910"/>
                  <a:gd name="T54" fmla="*/ 188 w 1918"/>
                  <a:gd name="T55" fmla="*/ 1587 h 1910"/>
                  <a:gd name="T56" fmla="*/ 106 w 1918"/>
                  <a:gd name="T57" fmla="*/ 1453 h 1910"/>
                  <a:gd name="T58" fmla="*/ 50 w 1918"/>
                  <a:gd name="T59" fmla="*/ 1307 h 1910"/>
                  <a:gd name="T60" fmla="*/ 15 w 1918"/>
                  <a:gd name="T61" fmla="*/ 1151 h 1910"/>
                  <a:gd name="T62" fmla="*/ 1 w 1918"/>
                  <a:gd name="T63" fmla="*/ 989 h 1910"/>
                  <a:gd name="T64" fmla="*/ 579 w 1918"/>
                  <a:gd name="T65" fmla="*/ 1081 h 1910"/>
                  <a:gd name="T66" fmla="*/ 600 w 1918"/>
                  <a:gd name="T67" fmla="*/ 1197 h 1910"/>
                  <a:gd name="T68" fmla="*/ 639 w 1918"/>
                  <a:gd name="T69" fmla="*/ 1300 h 1910"/>
                  <a:gd name="T70" fmla="*/ 701 w 1918"/>
                  <a:gd name="T71" fmla="*/ 1386 h 1910"/>
                  <a:gd name="T72" fmla="*/ 788 w 1918"/>
                  <a:gd name="T73" fmla="*/ 1448 h 1910"/>
                  <a:gd name="T74" fmla="*/ 904 w 1918"/>
                  <a:gd name="T75" fmla="*/ 1480 h 1910"/>
                  <a:gd name="T76" fmla="*/ 1046 w 1918"/>
                  <a:gd name="T77" fmla="*/ 1476 h 1910"/>
                  <a:gd name="T78" fmla="*/ 1160 w 1918"/>
                  <a:gd name="T79" fmla="*/ 1436 h 1910"/>
                  <a:gd name="T80" fmla="*/ 1242 w 1918"/>
                  <a:gd name="T81" fmla="*/ 1365 h 1910"/>
                  <a:gd name="T82" fmla="*/ 1296 w 1918"/>
                  <a:gd name="T83" fmla="*/ 1270 h 1910"/>
                  <a:gd name="T84" fmla="*/ 1328 w 1918"/>
                  <a:gd name="T85" fmla="*/ 1158 h 1910"/>
                  <a:gd name="T86" fmla="*/ 1343 w 1918"/>
                  <a:gd name="T87" fmla="*/ 1036 h 1910"/>
                  <a:gd name="T88" fmla="*/ 1343 w 1918"/>
                  <a:gd name="T89" fmla="*/ 861 h 1910"/>
                  <a:gd name="T90" fmla="*/ 1328 w 1918"/>
                  <a:gd name="T91" fmla="*/ 744 h 1910"/>
                  <a:gd name="T92" fmla="*/ 1294 w 1918"/>
                  <a:gd name="T93" fmla="*/ 640 h 1910"/>
                  <a:gd name="T94" fmla="*/ 1238 w 1918"/>
                  <a:gd name="T95" fmla="*/ 551 h 1910"/>
                  <a:gd name="T96" fmla="*/ 1161 w 1918"/>
                  <a:gd name="T97" fmla="*/ 484 h 1910"/>
                  <a:gd name="T98" fmla="*/ 1058 w 1918"/>
                  <a:gd name="T99" fmla="*/ 443 h 1910"/>
                  <a:gd name="T100" fmla="*/ 927 w 1918"/>
                  <a:gd name="T101" fmla="*/ 433 h 1910"/>
                  <a:gd name="T102" fmla="*/ 805 w 1918"/>
                  <a:gd name="T103" fmla="*/ 459 h 1910"/>
                  <a:gd name="T104" fmla="*/ 714 w 1918"/>
                  <a:gd name="T105" fmla="*/ 516 h 1910"/>
                  <a:gd name="T106" fmla="*/ 649 w 1918"/>
                  <a:gd name="T107" fmla="*/ 599 h 1910"/>
                  <a:gd name="T108" fmla="*/ 606 w 1918"/>
                  <a:gd name="T109" fmla="*/ 700 h 1910"/>
                  <a:gd name="T110" fmla="*/ 581 w 1918"/>
                  <a:gd name="T111" fmla="*/ 815 h 19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1918" h="1910">
                    <a:moveTo>
                      <a:pt x="0" y="956"/>
                    </a:moveTo>
                    <a:lnTo>
                      <a:pt x="1" y="901"/>
                    </a:lnTo>
                    <a:lnTo>
                      <a:pt x="5" y="847"/>
                    </a:lnTo>
                    <a:lnTo>
                      <a:pt x="10" y="794"/>
                    </a:lnTo>
                    <a:lnTo>
                      <a:pt x="17" y="743"/>
                    </a:lnTo>
                    <a:lnTo>
                      <a:pt x="27" y="694"/>
                    </a:lnTo>
                    <a:lnTo>
                      <a:pt x="38" y="646"/>
                    </a:lnTo>
                    <a:lnTo>
                      <a:pt x="51" y="600"/>
                    </a:lnTo>
                    <a:lnTo>
                      <a:pt x="66" y="555"/>
                    </a:lnTo>
                    <a:lnTo>
                      <a:pt x="83" y="512"/>
                    </a:lnTo>
                    <a:lnTo>
                      <a:pt x="102" y="470"/>
                    </a:lnTo>
                    <a:lnTo>
                      <a:pt x="123" y="430"/>
                    </a:lnTo>
                    <a:lnTo>
                      <a:pt x="145" y="391"/>
                    </a:lnTo>
                    <a:lnTo>
                      <a:pt x="170" y="354"/>
                    </a:lnTo>
                    <a:lnTo>
                      <a:pt x="197" y="320"/>
                    </a:lnTo>
                    <a:lnTo>
                      <a:pt x="225" y="286"/>
                    </a:lnTo>
                    <a:lnTo>
                      <a:pt x="254" y="254"/>
                    </a:lnTo>
                    <a:lnTo>
                      <a:pt x="286" y="224"/>
                    </a:lnTo>
                    <a:lnTo>
                      <a:pt x="320" y="196"/>
                    </a:lnTo>
                    <a:lnTo>
                      <a:pt x="355" y="170"/>
                    </a:lnTo>
                    <a:lnTo>
                      <a:pt x="391" y="146"/>
                    </a:lnTo>
                    <a:lnTo>
                      <a:pt x="430" y="122"/>
                    </a:lnTo>
                    <a:lnTo>
                      <a:pt x="470" y="101"/>
                    </a:lnTo>
                    <a:lnTo>
                      <a:pt x="512" y="83"/>
                    </a:lnTo>
                    <a:lnTo>
                      <a:pt x="555" y="65"/>
                    </a:lnTo>
                    <a:lnTo>
                      <a:pt x="600" y="51"/>
                    </a:lnTo>
                    <a:lnTo>
                      <a:pt x="646" y="37"/>
                    </a:lnTo>
                    <a:lnTo>
                      <a:pt x="694" y="25"/>
                    </a:lnTo>
                    <a:lnTo>
                      <a:pt x="744" y="17"/>
                    </a:lnTo>
                    <a:lnTo>
                      <a:pt x="794" y="9"/>
                    </a:lnTo>
                    <a:lnTo>
                      <a:pt x="847" y="4"/>
                    </a:lnTo>
                    <a:lnTo>
                      <a:pt x="900" y="1"/>
                    </a:lnTo>
                    <a:lnTo>
                      <a:pt x="956" y="0"/>
                    </a:lnTo>
                    <a:lnTo>
                      <a:pt x="1011" y="1"/>
                    </a:lnTo>
                    <a:lnTo>
                      <a:pt x="1065" y="4"/>
                    </a:lnTo>
                    <a:lnTo>
                      <a:pt x="1118" y="9"/>
                    </a:lnTo>
                    <a:lnTo>
                      <a:pt x="1169" y="15"/>
                    </a:lnTo>
                    <a:lnTo>
                      <a:pt x="1218" y="24"/>
                    </a:lnTo>
                    <a:lnTo>
                      <a:pt x="1267" y="35"/>
                    </a:lnTo>
                    <a:lnTo>
                      <a:pt x="1313" y="47"/>
                    </a:lnTo>
                    <a:lnTo>
                      <a:pt x="1359" y="63"/>
                    </a:lnTo>
                    <a:lnTo>
                      <a:pt x="1402" y="78"/>
                    </a:lnTo>
                    <a:lnTo>
                      <a:pt x="1444" y="97"/>
                    </a:lnTo>
                    <a:lnTo>
                      <a:pt x="1485" y="117"/>
                    </a:lnTo>
                    <a:lnTo>
                      <a:pt x="1523" y="139"/>
                    </a:lnTo>
                    <a:lnTo>
                      <a:pt x="1560" y="163"/>
                    </a:lnTo>
                    <a:lnTo>
                      <a:pt x="1595" y="189"/>
                    </a:lnTo>
                    <a:lnTo>
                      <a:pt x="1629" y="216"/>
                    </a:lnTo>
                    <a:lnTo>
                      <a:pt x="1661" y="245"/>
                    </a:lnTo>
                    <a:lnTo>
                      <a:pt x="1691" y="276"/>
                    </a:lnTo>
                    <a:lnTo>
                      <a:pt x="1720" y="309"/>
                    </a:lnTo>
                    <a:lnTo>
                      <a:pt x="1746" y="343"/>
                    </a:lnTo>
                    <a:lnTo>
                      <a:pt x="1771" y="379"/>
                    </a:lnTo>
                    <a:lnTo>
                      <a:pt x="1794" y="417"/>
                    </a:lnTo>
                    <a:lnTo>
                      <a:pt x="1815" y="457"/>
                    </a:lnTo>
                    <a:lnTo>
                      <a:pt x="1835" y="497"/>
                    </a:lnTo>
                    <a:lnTo>
                      <a:pt x="1851" y="540"/>
                    </a:lnTo>
                    <a:lnTo>
                      <a:pt x="1867" y="584"/>
                    </a:lnTo>
                    <a:lnTo>
                      <a:pt x="1880" y="631"/>
                    </a:lnTo>
                    <a:lnTo>
                      <a:pt x="1892" y="678"/>
                    </a:lnTo>
                    <a:lnTo>
                      <a:pt x="1901" y="728"/>
                    </a:lnTo>
                    <a:lnTo>
                      <a:pt x="1909" y="779"/>
                    </a:lnTo>
                    <a:lnTo>
                      <a:pt x="1913" y="831"/>
                    </a:lnTo>
                    <a:lnTo>
                      <a:pt x="1916" y="886"/>
                    </a:lnTo>
                    <a:lnTo>
                      <a:pt x="1918" y="941"/>
                    </a:lnTo>
                    <a:lnTo>
                      <a:pt x="1918" y="981"/>
                    </a:lnTo>
                    <a:lnTo>
                      <a:pt x="1916" y="1020"/>
                    </a:lnTo>
                    <a:lnTo>
                      <a:pt x="1914" y="1059"/>
                    </a:lnTo>
                    <a:lnTo>
                      <a:pt x="1911" y="1096"/>
                    </a:lnTo>
                    <a:lnTo>
                      <a:pt x="1908" y="1133"/>
                    </a:lnTo>
                    <a:lnTo>
                      <a:pt x="1902" y="1168"/>
                    </a:lnTo>
                    <a:lnTo>
                      <a:pt x="1897" y="1202"/>
                    </a:lnTo>
                    <a:lnTo>
                      <a:pt x="1890" y="1236"/>
                    </a:lnTo>
                    <a:lnTo>
                      <a:pt x="1883" y="1268"/>
                    </a:lnTo>
                    <a:lnTo>
                      <a:pt x="1874" y="1300"/>
                    </a:lnTo>
                    <a:lnTo>
                      <a:pt x="1866" y="1331"/>
                    </a:lnTo>
                    <a:lnTo>
                      <a:pt x="1856" y="1361"/>
                    </a:lnTo>
                    <a:lnTo>
                      <a:pt x="1846" y="1391"/>
                    </a:lnTo>
                    <a:lnTo>
                      <a:pt x="1834" y="1418"/>
                    </a:lnTo>
                    <a:lnTo>
                      <a:pt x="1821" y="1446"/>
                    </a:lnTo>
                    <a:lnTo>
                      <a:pt x="1808" y="1472"/>
                    </a:lnTo>
                    <a:lnTo>
                      <a:pt x="1793" y="1502"/>
                    </a:lnTo>
                    <a:lnTo>
                      <a:pt x="1775" y="1530"/>
                    </a:lnTo>
                    <a:lnTo>
                      <a:pt x="1757" y="1557"/>
                    </a:lnTo>
                    <a:lnTo>
                      <a:pt x="1739" y="1582"/>
                    </a:lnTo>
                    <a:lnTo>
                      <a:pt x="1719" y="1607"/>
                    </a:lnTo>
                    <a:lnTo>
                      <a:pt x="1699" y="1631"/>
                    </a:lnTo>
                    <a:lnTo>
                      <a:pt x="1678" y="1653"/>
                    </a:lnTo>
                    <a:lnTo>
                      <a:pt x="1657" y="1675"/>
                    </a:lnTo>
                    <a:lnTo>
                      <a:pt x="1634" y="1695"/>
                    </a:lnTo>
                    <a:lnTo>
                      <a:pt x="1612" y="1715"/>
                    </a:lnTo>
                    <a:lnTo>
                      <a:pt x="1587" y="1734"/>
                    </a:lnTo>
                    <a:lnTo>
                      <a:pt x="1563" y="1751"/>
                    </a:lnTo>
                    <a:lnTo>
                      <a:pt x="1539" y="1767"/>
                    </a:lnTo>
                    <a:lnTo>
                      <a:pt x="1512" y="1782"/>
                    </a:lnTo>
                    <a:lnTo>
                      <a:pt x="1487" y="1798"/>
                    </a:lnTo>
                    <a:lnTo>
                      <a:pt x="1460" y="1811"/>
                    </a:lnTo>
                    <a:lnTo>
                      <a:pt x="1433" y="1823"/>
                    </a:lnTo>
                    <a:lnTo>
                      <a:pt x="1405" y="1835"/>
                    </a:lnTo>
                    <a:lnTo>
                      <a:pt x="1378" y="1846"/>
                    </a:lnTo>
                    <a:lnTo>
                      <a:pt x="1349" y="1856"/>
                    </a:lnTo>
                    <a:lnTo>
                      <a:pt x="1320" y="1865"/>
                    </a:lnTo>
                    <a:lnTo>
                      <a:pt x="1290" y="1873"/>
                    </a:lnTo>
                    <a:lnTo>
                      <a:pt x="1260" y="1880"/>
                    </a:lnTo>
                    <a:lnTo>
                      <a:pt x="1231" y="1887"/>
                    </a:lnTo>
                    <a:lnTo>
                      <a:pt x="1200" y="1892"/>
                    </a:lnTo>
                    <a:lnTo>
                      <a:pt x="1169" y="1897"/>
                    </a:lnTo>
                    <a:lnTo>
                      <a:pt x="1138" y="1901"/>
                    </a:lnTo>
                    <a:lnTo>
                      <a:pt x="1107" y="1904"/>
                    </a:lnTo>
                    <a:lnTo>
                      <a:pt x="1075" y="1907"/>
                    </a:lnTo>
                    <a:lnTo>
                      <a:pt x="1043" y="1909"/>
                    </a:lnTo>
                    <a:lnTo>
                      <a:pt x="1011" y="1910"/>
                    </a:lnTo>
                    <a:lnTo>
                      <a:pt x="979" y="1910"/>
                    </a:lnTo>
                    <a:lnTo>
                      <a:pt x="940" y="1910"/>
                    </a:lnTo>
                    <a:lnTo>
                      <a:pt x="903" y="1909"/>
                    </a:lnTo>
                    <a:lnTo>
                      <a:pt x="865" y="1907"/>
                    </a:lnTo>
                    <a:lnTo>
                      <a:pt x="830" y="1903"/>
                    </a:lnTo>
                    <a:lnTo>
                      <a:pt x="794" y="1900"/>
                    </a:lnTo>
                    <a:lnTo>
                      <a:pt x="759" y="1896"/>
                    </a:lnTo>
                    <a:lnTo>
                      <a:pt x="726" y="1891"/>
                    </a:lnTo>
                    <a:lnTo>
                      <a:pt x="693" y="1885"/>
                    </a:lnTo>
                    <a:lnTo>
                      <a:pt x="661" y="1879"/>
                    </a:lnTo>
                    <a:lnTo>
                      <a:pt x="630" y="1871"/>
                    </a:lnTo>
                    <a:lnTo>
                      <a:pt x="600" y="1863"/>
                    </a:lnTo>
                    <a:lnTo>
                      <a:pt x="570" y="1854"/>
                    </a:lnTo>
                    <a:lnTo>
                      <a:pt x="542" y="1845"/>
                    </a:lnTo>
                    <a:lnTo>
                      <a:pt x="514" y="1834"/>
                    </a:lnTo>
                    <a:lnTo>
                      <a:pt x="486" y="1823"/>
                    </a:lnTo>
                    <a:lnTo>
                      <a:pt x="461" y="1811"/>
                    </a:lnTo>
                    <a:lnTo>
                      <a:pt x="430" y="1795"/>
                    </a:lnTo>
                    <a:lnTo>
                      <a:pt x="401" y="1779"/>
                    </a:lnTo>
                    <a:lnTo>
                      <a:pt x="373" y="1761"/>
                    </a:lnTo>
                    <a:lnTo>
                      <a:pt x="346" y="1742"/>
                    </a:lnTo>
                    <a:lnTo>
                      <a:pt x="321" y="1723"/>
                    </a:lnTo>
                    <a:lnTo>
                      <a:pt x="295" y="1702"/>
                    </a:lnTo>
                    <a:lnTo>
                      <a:pt x="272" y="1681"/>
                    </a:lnTo>
                    <a:lnTo>
                      <a:pt x="250" y="1659"/>
                    </a:lnTo>
                    <a:lnTo>
                      <a:pt x="228" y="1635"/>
                    </a:lnTo>
                    <a:lnTo>
                      <a:pt x="208" y="1611"/>
                    </a:lnTo>
                    <a:lnTo>
                      <a:pt x="188" y="1587"/>
                    </a:lnTo>
                    <a:lnTo>
                      <a:pt x="170" y="1562"/>
                    </a:lnTo>
                    <a:lnTo>
                      <a:pt x="153" y="1535"/>
                    </a:lnTo>
                    <a:lnTo>
                      <a:pt x="136" y="1509"/>
                    </a:lnTo>
                    <a:lnTo>
                      <a:pt x="121" y="1482"/>
                    </a:lnTo>
                    <a:lnTo>
                      <a:pt x="106" y="1453"/>
                    </a:lnTo>
                    <a:lnTo>
                      <a:pt x="93" y="1426"/>
                    </a:lnTo>
                    <a:lnTo>
                      <a:pt x="81" y="1396"/>
                    </a:lnTo>
                    <a:lnTo>
                      <a:pt x="70" y="1367"/>
                    </a:lnTo>
                    <a:lnTo>
                      <a:pt x="59" y="1338"/>
                    </a:lnTo>
                    <a:lnTo>
                      <a:pt x="50" y="1307"/>
                    </a:lnTo>
                    <a:lnTo>
                      <a:pt x="41" y="1277"/>
                    </a:lnTo>
                    <a:lnTo>
                      <a:pt x="33" y="1245"/>
                    </a:lnTo>
                    <a:lnTo>
                      <a:pt x="26" y="1214"/>
                    </a:lnTo>
                    <a:lnTo>
                      <a:pt x="20" y="1182"/>
                    </a:lnTo>
                    <a:lnTo>
                      <a:pt x="15" y="1151"/>
                    </a:lnTo>
                    <a:lnTo>
                      <a:pt x="10" y="1118"/>
                    </a:lnTo>
                    <a:lnTo>
                      <a:pt x="7" y="1086"/>
                    </a:lnTo>
                    <a:lnTo>
                      <a:pt x="4" y="1054"/>
                    </a:lnTo>
                    <a:lnTo>
                      <a:pt x="3" y="1021"/>
                    </a:lnTo>
                    <a:lnTo>
                      <a:pt x="1" y="989"/>
                    </a:lnTo>
                    <a:lnTo>
                      <a:pt x="0" y="956"/>
                    </a:lnTo>
                    <a:close/>
                    <a:moveTo>
                      <a:pt x="572" y="958"/>
                    </a:moveTo>
                    <a:lnTo>
                      <a:pt x="574" y="1008"/>
                    </a:lnTo>
                    <a:lnTo>
                      <a:pt x="577" y="1056"/>
                    </a:lnTo>
                    <a:lnTo>
                      <a:pt x="579" y="1081"/>
                    </a:lnTo>
                    <a:lnTo>
                      <a:pt x="581" y="1105"/>
                    </a:lnTo>
                    <a:lnTo>
                      <a:pt x="586" y="1128"/>
                    </a:lnTo>
                    <a:lnTo>
                      <a:pt x="589" y="1151"/>
                    </a:lnTo>
                    <a:lnTo>
                      <a:pt x="595" y="1174"/>
                    </a:lnTo>
                    <a:lnTo>
                      <a:pt x="600" y="1197"/>
                    </a:lnTo>
                    <a:lnTo>
                      <a:pt x="606" y="1219"/>
                    </a:lnTo>
                    <a:lnTo>
                      <a:pt x="613" y="1240"/>
                    </a:lnTo>
                    <a:lnTo>
                      <a:pt x="621" y="1260"/>
                    </a:lnTo>
                    <a:lnTo>
                      <a:pt x="630" y="1281"/>
                    </a:lnTo>
                    <a:lnTo>
                      <a:pt x="639" y="1300"/>
                    </a:lnTo>
                    <a:lnTo>
                      <a:pt x="650" y="1319"/>
                    </a:lnTo>
                    <a:lnTo>
                      <a:pt x="661" y="1338"/>
                    </a:lnTo>
                    <a:lnTo>
                      <a:pt x="673" y="1354"/>
                    </a:lnTo>
                    <a:lnTo>
                      <a:pt x="686" y="1371"/>
                    </a:lnTo>
                    <a:lnTo>
                      <a:pt x="701" y="1386"/>
                    </a:lnTo>
                    <a:lnTo>
                      <a:pt x="716" y="1401"/>
                    </a:lnTo>
                    <a:lnTo>
                      <a:pt x="731" y="1414"/>
                    </a:lnTo>
                    <a:lnTo>
                      <a:pt x="749" y="1427"/>
                    </a:lnTo>
                    <a:lnTo>
                      <a:pt x="768" y="1438"/>
                    </a:lnTo>
                    <a:lnTo>
                      <a:pt x="788" y="1448"/>
                    </a:lnTo>
                    <a:lnTo>
                      <a:pt x="809" y="1457"/>
                    </a:lnTo>
                    <a:lnTo>
                      <a:pt x="831" y="1464"/>
                    </a:lnTo>
                    <a:lnTo>
                      <a:pt x="854" y="1471"/>
                    </a:lnTo>
                    <a:lnTo>
                      <a:pt x="878" y="1477"/>
                    </a:lnTo>
                    <a:lnTo>
                      <a:pt x="904" y="1480"/>
                    </a:lnTo>
                    <a:lnTo>
                      <a:pt x="931" y="1482"/>
                    </a:lnTo>
                    <a:lnTo>
                      <a:pt x="960" y="1483"/>
                    </a:lnTo>
                    <a:lnTo>
                      <a:pt x="990" y="1482"/>
                    </a:lnTo>
                    <a:lnTo>
                      <a:pt x="1019" y="1480"/>
                    </a:lnTo>
                    <a:lnTo>
                      <a:pt x="1046" y="1476"/>
                    </a:lnTo>
                    <a:lnTo>
                      <a:pt x="1072" y="1470"/>
                    </a:lnTo>
                    <a:lnTo>
                      <a:pt x="1096" y="1463"/>
                    </a:lnTo>
                    <a:lnTo>
                      <a:pt x="1119" y="1456"/>
                    </a:lnTo>
                    <a:lnTo>
                      <a:pt x="1140" y="1446"/>
                    </a:lnTo>
                    <a:lnTo>
                      <a:pt x="1160" y="1436"/>
                    </a:lnTo>
                    <a:lnTo>
                      <a:pt x="1179" y="1424"/>
                    </a:lnTo>
                    <a:lnTo>
                      <a:pt x="1196" y="1410"/>
                    </a:lnTo>
                    <a:lnTo>
                      <a:pt x="1213" y="1396"/>
                    </a:lnTo>
                    <a:lnTo>
                      <a:pt x="1227" y="1381"/>
                    </a:lnTo>
                    <a:lnTo>
                      <a:pt x="1242" y="1365"/>
                    </a:lnTo>
                    <a:lnTo>
                      <a:pt x="1255" y="1348"/>
                    </a:lnTo>
                    <a:lnTo>
                      <a:pt x="1267" y="1330"/>
                    </a:lnTo>
                    <a:lnTo>
                      <a:pt x="1277" y="1310"/>
                    </a:lnTo>
                    <a:lnTo>
                      <a:pt x="1287" y="1291"/>
                    </a:lnTo>
                    <a:lnTo>
                      <a:pt x="1296" y="1270"/>
                    </a:lnTo>
                    <a:lnTo>
                      <a:pt x="1305" y="1249"/>
                    </a:lnTo>
                    <a:lnTo>
                      <a:pt x="1311" y="1227"/>
                    </a:lnTo>
                    <a:lnTo>
                      <a:pt x="1318" y="1205"/>
                    </a:lnTo>
                    <a:lnTo>
                      <a:pt x="1323" y="1182"/>
                    </a:lnTo>
                    <a:lnTo>
                      <a:pt x="1328" y="1158"/>
                    </a:lnTo>
                    <a:lnTo>
                      <a:pt x="1332" y="1135"/>
                    </a:lnTo>
                    <a:lnTo>
                      <a:pt x="1336" y="1110"/>
                    </a:lnTo>
                    <a:lnTo>
                      <a:pt x="1339" y="1085"/>
                    </a:lnTo>
                    <a:lnTo>
                      <a:pt x="1341" y="1061"/>
                    </a:lnTo>
                    <a:lnTo>
                      <a:pt x="1343" y="1036"/>
                    </a:lnTo>
                    <a:lnTo>
                      <a:pt x="1345" y="985"/>
                    </a:lnTo>
                    <a:lnTo>
                      <a:pt x="1347" y="934"/>
                    </a:lnTo>
                    <a:lnTo>
                      <a:pt x="1345" y="909"/>
                    </a:lnTo>
                    <a:lnTo>
                      <a:pt x="1345" y="884"/>
                    </a:lnTo>
                    <a:lnTo>
                      <a:pt x="1343" y="861"/>
                    </a:lnTo>
                    <a:lnTo>
                      <a:pt x="1342" y="837"/>
                    </a:lnTo>
                    <a:lnTo>
                      <a:pt x="1339" y="814"/>
                    </a:lnTo>
                    <a:lnTo>
                      <a:pt x="1336" y="790"/>
                    </a:lnTo>
                    <a:lnTo>
                      <a:pt x="1332" y="768"/>
                    </a:lnTo>
                    <a:lnTo>
                      <a:pt x="1328" y="744"/>
                    </a:lnTo>
                    <a:lnTo>
                      <a:pt x="1322" y="722"/>
                    </a:lnTo>
                    <a:lnTo>
                      <a:pt x="1316" y="701"/>
                    </a:lnTo>
                    <a:lnTo>
                      <a:pt x="1309" y="680"/>
                    </a:lnTo>
                    <a:lnTo>
                      <a:pt x="1301" y="659"/>
                    </a:lnTo>
                    <a:lnTo>
                      <a:pt x="1294" y="640"/>
                    </a:lnTo>
                    <a:lnTo>
                      <a:pt x="1284" y="621"/>
                    </a:lnTo>
                    <a:lnTo>
                      <a:pt x="1274" y="602"/>
                    </a:lnTo>
                    <a:lnTo>
                      <a:pt x="1264" y="584"/>
                    </a:lnTo>
                    <a:lnTo>
                      <a:pt x="1252" y="568"/>
                    </a:lnTo>
                    <a:lnTo>
                      <a:pt x="1238" y="551"/>
                    </a:lnTo>
                    <a:lnTo>
                      <a:pt x="1225" y="536"/>
                    </a:lnTo>
                    <a:lnTo>
                      <a:pt x="1211" y="522"/>
                    </a:lnTo>
                    <a:lnTo>
                      <a:pt x="1195" y="508"/>
                    </a:lnTo>
                    <a:lnTo>
                      <a:pt x="1179" y="496"/>
                    </a:lnTo>
                    <a:lnTo>
                      <a:pt x="1161" y="484"/>
                    </a:lnTo>
                    <a:lnTo>
                      <a:pt x="1142" y="474"/>
                    </a:lnTo>
                    <a:lnTo>
                      <a:pt x="1124" y="464"/>
                    </a:lnTo>
                    <a:lnTo>
                      <a:pt x="1103" y="457"/>
                    </a:lnTo>
                    <a:lnTo>
                      <a:pt x="1080" y="449"/>
                    </a:lnTo>
                    <a:lnTo>
                      <a:pt x="1058" y="443"/>
                    </a:lnTo>
                    <a:lnTo>
                      <a:pt x="1034" y="439"/>
                    </a:lnTo>
                    <a:lnTo>
                      <a:pt x="1009" y="434"/>
                    </a:lnTo>
                    <a:lnTo>
                      <a:pt x="982" y="433"/>
                    </a:lnTo>
                    <a:lnTo>
                      <a:pt x="955" y="432"/>
                    </a:lnTo>
                    <a:lnTo>
                      <a:pt x="927" y="433"/>
                    </a:lnTo>
                    <a:lnTo>
                      <a:pt x="899" y="436"/>
                    </a:lnTo>
                    <a:lnTo>
                      <a:pt x="874" y="439"/>
                    </a:lnTo>
                    <a:lnTo>
                      <a:pt x="850" y="444"/>
                    </a:lnTo>
                    <a:lnTo>
                      <a:pt x="826" y="451"/>
                    </a:lnTo>
                    <a:lnTo>
                      <a:pt x="805" y="459"/>
                    </a:lnTo>
                    <a:lnTo>
                      <a:pt x="784" y="468"/>
                    </a:lnTo>
                    <a:lnTo>
                      <a:pt x="765" y="479"/>
                    </a:lnTo>
                    <a:lnTo>
                      <a:pt x="747" y="490"/>
                    </a:lnTo>
                    <a:lnTo>
                      <a:pt x="729" y="503"/>
                    </a:lnTo>
                    <a:lnTo>
                      <a:pt x="714" y="516"/>
                    </a:lnTo>
                    <a:lnTo>
                      <a:pt x="698" y="532"/>
                    </a:lnTo>
                    <a:lnTo>
                      <a:pt x="684" y="547"/>
                    </a:lnTo>
                    <a:lnTo>
                      <a:pt x="672" y="564"/>
                    </a:lnTo>
                    <a:lnTo>
                      <a:pt x="660" y="581"/>
                    </a:lnTo>
                    <a:lnTo>
                      <a:pt x="649" y="599"/>
                    </a:lnTo>
                    <a:lnTo>
                      <a:pt x="638" y="619"/>
                    </a:lnTo>
                    <a:lnTo>
                      <a:pt x="629" y="637"/>
                    </a:lnTo>
                    <a:lnTo>
                      <a:pt x="620" y="658"/>
                    </a:lnTo>
                    <a:lnTo>
                      <a:pt x="612" y="679"/>
                    </a:lnTo>
                    <a:lnTo>
                      <a:pt x="606" y="700"/>
                    </a:lnTo>
                    <a:lnTo>
                      <a:pt x="599" y="722"/>
                    </a:lnTo>
                    <a:lnTo>
                      <a:pt x="593" y="745"/>
                    </a:lnTo>
                    <a:lnTo>
                      <a:pt x="589" y="768"/>
                    </a:lnTo>
                    <a:lnTo>
                      <a:pt x="585" y="792"/>
                    </a:lnTo>
                    <a:lnTo>
                      <a:pt x="581" y="815"/>
                    </a:lnTo>
                    <a:lnTo>
                      <a:pt x="579" y="838"/>
                    </a:lnTo>
                    <a:lnTo>
                      <a:pt x="577" y="862"/>
                    </a:lnTo>
                    <a:lnTo>
                      <a:pt x="574" y="911"/>
                    </a:lnTo>
                    <a:lnTo>
                      <a:pt x="572" y="9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charset="0"/>
                  <a:ea typeface="微软雅黑" panose="020B0503020204020204" pitchFamily="34" charset="-122"/>
                  <a:cs typeface="+mn-ea"/>
                </a:endParaRPr>
              </a:p>
            </p:txBody>
          </p:sp>
        </p:grpSp>
      </p:grpSp>
      <p:grpSp>
        <p:nvGrpSpPr>
          <p:cNvPr id="49" name="组合 48"/>
          <p:cNvGrpSpPr/>
          <p:nvPr userDrawn="1"/>
        </p:nvGrpSpPr>
        <p:grpSpPr>
          <a:xfrm>
            <a:off x="11803834" y="1342697"/>
            <a:ext cx="258696" cy="2428608"/>
            <a:chOff x="11440496" y="2009775"/>
            <a:chExt cx="258696" cy="2428608"/>
          </a:xfrm>
        </p:grpSpPr>
        <p:grpSp>
          <p:nvGrpSpPr>
            <p:cNvPr id="50" name="组合 49"/>
            <p:cNvGrpSpPr/>
            <p:nvPr/>
          </p:nvGrpSpPr>
          <p:grpSpPr>
            <a:xfrm>
              <a:off x="11440496" y="2009775"/>
              <a:ext cx="258696" cy="258694"/>
              <a:chOff x="6188684" y="1481357"/>
              <a:chExt cx="747830" cy="747830"/>
            </a:xfrm>
          </p:grpSpPr>
          <p:pic>
            <p:nvPicPr>
              <p:cNvPr id="60" name="图片 59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90852" y="1526688"/>
                <a:ext cx="657168" cy="657168"/>
              </a:xfrm>
              <a:prstGeom prst="rect">
                <a:avLst/>
              </a:prstGeom>
            </p:spPr>
          </p:pic>
          <p:sp>
            <p:nvSpPr>
              <p:cNvPr id="61" name="椭圆 60"/>
              <p:cNvSpPr/>
              <p:nvPr/>
            </p:nvSpPr>
            <p:spPr>
              <a:xfrm>
                <a:off x="6188684" y="1481357"/>
                <a:ext cx="747830" cy="747830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1" name="组合 50"/>
            <p:cNvGrpSpPr/>
            <p:nvPr/>
          </p:nvGrpSpPr>
          <p:grpSpPr>
            <a:xfrm>
              <a:off x="11440496" y="2733079"/>
              <a:ext cx="258696" cy="258694"/>
              <a:chOff x="7033386" y="1481357"/>
              <a:chExt cx="747830" cy="747830"/>
            </a:xfrm>
          </p:grpSpPr>
          <p:pic>
            <p:nvPicPr>
              <p:cNvPr id="58" name="图片 57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68823" y="1535565"/>
                <a:ext cx="657168" cy="657168"/>
              </a:xfrm>
              <a:prstGeom prst="rect">
                <a:avLst/>
              </a:prstGeom>
            </p:spPr>
          </p:pic>
          <p:sp>
            <p:nvSpPr>
              <p:cNvPr id="59" name="椭圆 58"/>
              <p:cNvSpPr/>
              <p:nvPr/>
            </p:nvSpPr>
            <p:spPr>
              <a:xfrm>
                <a:off x="7033386" y="1481357"/>
                <a:ext cx="747830" cy="747830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2" name="组合 51"/>
            <p:cNvGrpSpPr/>
            <p:nvPr/>
          </p:nvGrpSpPr>
          <p:grpSpPr>
            <a:xfrm>
              <a:off x="11440496" y="3456384"/>
              <a:ext cx="258696" cy="258694"/>
              <a:chOff x="7878088" y="1481357"/>
              <a:chExt cx="747830" cy="747830"/>
            </a:xfrm>
          </p:grpSpPr>
          <p:pic>
            <p:nvPicPr>
              <p:cNvPr id="56" name="图片 55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23419" y="1535565"/>
                <a:ext cx="657168" cy="657168"/>
              </a:xfrm>
              <a:prstGeom prst="rect">
                <a:avLst/>
              </a:prstGeom>
            </p:spPr>
          </p:pic>
          <p:sp>
            <p:nvSpPr>
              <p:cNvPr id="57" name="椭圆 56"/>
              <p:cNvSpPr/>
              <p:nvPr/>
            </p:nvSpPr>
            <p:spPr>
              <a:xfrm>
                <a:off x="7878088" y="1481357"/>
                <a:ext cx="747830" cy="747830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3" name="组合 52"/>
            <p:cNvGrpSpPr/>
            <p:nvPr/>
          </p:nvGrpSpPr>
          <p:grpSpPr>
            <a:xfrm>
              <a:off x="11440496" y="4179689"/>
              <a:ext cx="258696" cy="258694"/>
              <a:chOff x="8722790" y="1481357"/>
              <a:chExt cx="747830" cy="747830"/>
            </a:xfrm>
          </p:grpSpPr>
          <p:pic>
            <p:nvPicPr>
              <p:cNvPr id="54" name="图片 53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68121" y="1535565"/>
                <a:ext cx="657168" cy="657168"/>
              </a:xfrm>
              <a:prstGeom prst="rect">
                <a:avLst/>
              </a:prstGeom>
            </p:spPr>
          </p:pic>
          <p:sp>
            <p:nvSpPr>
              <p:cNvPr id="55" name="椭圆 54"/>
              <p:cNvSpPr/>
              <p:nvPr/>
            </p:nvSpPr>
            <p:spPr>
              <a:xfrm>
                <a:off x="8722790" y="1481357"/>
                <a:ext cx="747830" cy="747830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pic>
        <p:nvPicPr>
          <p:cNvPr id="62" name="图片 61"/>
          <p:cNvPicPr>
            <a:picLocks noChangeAspect="1"/>
          </p:cNvPicPr>
          <p:nvPr userDrawn="1"/>
        </p:nvPicPr>
        <p:blipFill rotWithShape="1">
          <a:blip r:embed="rId7" cstate="print">
            <a:alphaModFix amt="50000"/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589" b="1785"/>
          <a:stretch>
            <a:fillRect/>
          </a:stretch>
        </p:blipFill>
        <p:spPr>
          <a:xfrm>
            <a:off x="0" y="6249875"/>
            <a:ext cx="12192000" cy="591578"/>
          </a:xfrm>
          <a:prstGeom prst="rect">
            <a:avLst/>
          </a:prstGeom>
        </p:spPr>
      </p:pic>
      <p:grpSp>
        <p:nvGrpSpPr>
          <p:cNvPr id="63" name="组合 62"/>
          <p:cNvGrpSpPr/>
          <p:nvPr userDrawn="1"/>
        </p:nvGrpSpPr>
        <p:grpSpPr>
          <a:xfrm>
            <a:off x="239369" y="3062058"/>
            <a:ext cx="140178" cy="140177"/>
            <a:chOff x="239369" y="3062058"/>
            <a:chExt cx="140178" cy="140177"/>
          </a:xfrm>
        </p:grpSpPr>
        <p:sp>
          <p:nvSpPr>
            <p:cNvPr id="64" name="椭圆 63"/>
            <p:cNvSpPr/>
            <p:nvPr/>
          </p:nvSpPr>
          <p:spPr>
            <a:xfrm>
              <a:off x="239369" y="3062058"/>
              <a:ext cx="140178" cy="140177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5" name="图片 64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0774" y="3070555"/>
              <a:ext cx="123184" cy="123183"/>
            </a:xfrm>
            <a:prstGeom prst="rect">
              <a:avLst/>
            </a:prstGeom>
          </p:spPr>
        </p:pic>
      </p:grpSp>
      <p:grpSp>
        <p:nvGrpSpPr>
          <p:cNvPr id="66" name="组合 65"/>
          <p:cNvGrpSpPr/>
          <p:nvPr userDrawn="1"/>
        </p:nvGrpSpPr>
        <p:grpSpPr>
          <a:xfrm>
            <a:off x="239369" y="3458155"/>
            <a:ext cx="140178" cy="140177"/>
            <a:chOff x="2511842" y="1481357"/>
            <a:chExt cx="747830" cy="747830"/>
          </a:xfrm>
        </p:grpSpPr>
        <p:sp>
          <p:nvSpPr>
            <p:cNvPr id="67" name="椭圆 66"/>
            <p:cNvSpPr/>
            <p:nvPr/>
          </p:nvSpPr>
          <p:spPr>
            <a:xfrm>
              <a:off x="2511842" y="1481357"/>
              <a:ext cx="747830" cy="747830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8" name="图片 67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57173" y="1526688"/>
              <a:ext cx="657168" cy="657168"/>
            </a:xfrm>
            <a:prstGeom prst="rect">
              <a:avLst/>
            </a:prstGeom>
          </p:spPr>
        </p:pic>
      </p:grpSp>
      <p:grpSp>
        <p:nvGrpSpPr>
          <p:cNvPr id="69" name="组合 68"/>
          <p:cNvGrpSpPr/>
          <p:nvPr userDrawn="1"/>
        </p:nvGrpSpPr>
        <p:grpSpPr>
          <a:xfrm>
            <a:off x="239369" y="3844865"/>
            <a:ext cx="140178" cy="140177"/>
            <a:chOff x="3537400" y="1481357"/>
            <a:chExt cx="747830" cy="747830"/>
          </a:xfrm>
        </p:grpSpPr>
        <p:sp>
          <p:nvSpPr>
            <p:cNvPr id="70" name="椭圆 69"/>
            <p:cNvSpPr/>
            <p:nvPr/>
          </p:nvSpPr>
          <p:spPr>
            <a:xfrm>
              <a:off x="3537400" y="1481357"/>
              <a:ext cx="747830" cy="747830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1" name="图片 70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00412" y="1509091"/>
              <a:ext cx="657168" cy="657168"/>
            </a:xfrm>
            <a:prstGeom prst="rect">
              <a:avLst/>
            </a:prstGeom>
          </p:spPr>
        </p:pic>
      </p:grpSp>
      <p:grpSp>
        <p:nvGrpSpPr>
          <p:cNvPr id="72" name="组合 71"/>
          <p:cNvGrpSpPr/>
          <p:nvPr userDrawn="1"/>
        </p:nvGrpSpPr>
        <p:grpSpPr>
          <a:xfrm>
            <a:off x="239369" y="5043058"/>
            <a:ext cx="140178" cy="140177"/>
            <a:chOff x="4596152" y="1481357"/>
            <a:chExt cx="747830" cy="747830"/>
          </a:xfrm>
        </p:grpSpPr>
        <p:sp>
          <p:nvSpPr>
            <p:cNvPr id="73" name="椭圆 72"/>
            <p:cNvSpPr/>
            <p:nvPr/>
          </p:nvSpPr>
          <p:spPr>
            <a:xfrm>
              <a:off x="4596152" y="1481357"/>
              <a:ext cx="747830" cy="747830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4" name="图片 73"/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41482" y="1526698"/>
              <a:ext cx="657169" cy="657169"/>
            </a:xfrm>
            <a:prstGeom prst="rect">
              <a:avLst/>
            </a:prstGeom>
          </p:spPr>
        </p:pic>
      </p:grpSp>
      <p:grpSp>
        <p:nvGrpSpPr>
          <p:cNvPr id="75" name="组合 74"/>
          <p:cNvGrpSpPr/>
          <p:nvPr userDrawn="1"/>
        </p:nvGrpSpPr>
        <p:grpSpPr>
          <a:xfrm>
            <a:off x="182500" y="848105"/>
            <a:ext cx="253916" cy="1567687"/>
            <a:chOff x="278586" y="1234440"/>
            <a:chExt cx="253916" cy="1567687"/>
          </a:xfrm>
        </p:grpSpPr>
        <p:sp>
          <p:nvSpPr>
            <p:cNvPr id="76" name="文本框 75"/>
            <p:cNvSpPr txBox="1"/>
            <p:nvPr userDrawn="1"/>
          </p:nvSpPr>
          <p:spPr>
            <a:xfrm rot="16200000">
              <a:off x="-39450" y="1867967"/>
              <a:ext cx="88998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rPr>
                <a:t>zvalley.com</a:t>
              </a:r>
              <a:endPara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  <p:cxnSp>
          <p:nvCxnSpPr>
            <p:cNvPr id="77" name="直接连接符 76"/>
            <p:cNvCxnSpPr/>
            <p:nvPr userDrawn="1"/>
          </p:nvCxnSpPr>
          <p:spPr>
            <a:xfrm>
              <a:off x="405543" y="123444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 userDrawn="1"/>
          </p:nvCxnSpPr>
          <p:spPr>
            <a:xfrm>
              <a:off x="405543" y="246126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" name="组合 78"/>
          <p:cNvGrpSpPr/>
          <p:nvPr userDrawn="1"/>
        </p:nvGrpSpPr>
        <p:grpSpPr>
          <a:xfrm rot="10800000">
            <a:off x="11807681" y="4259214"/>
            <a:ext cx="253916" cy="1567687"/>
            <a:chOff x="278586" y="1234440"/>
            <a:chExt cx="253916" cy="1567687"/>
          </a:xfrm>
        </p:grpSpPr>
        <p:sp>
          <p:nvSpPr>
            <p:cNvPr id="80" name="文本框 79"/>
            <p:cNvSpPr txBox="1"/>
            <p:nvPr userDrawn="1"/>
          </p:nvSpPr>
          <p:spPr>
            <a:xfrm rot="16200000">
              <a:off x="-39450" y="1867967"/>
              <a:ext cx="88998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50" dirty="0">
                  <a:solidFill>
                    <a:schemeClr val="tx2"/>
                  </a:solidFill>
                  <a:latin typeface="Arial" panose="020B0604020202090204" pitchFamily="34" charset="0"/>
                  <a:ea typeface="微软雅黑" panose="020B0503020204020204" pitchFamily="34" charset="-122"/>
                  <a:cs typeface="Arial" panose="020B0604020202090204" pitchFamily="34" charset="0"/>
                </a:rPr>
                <a:t>zvalley.com</a:t>
              </a:r>
              <a:endParaRPr lang="zh-CN" altLang="en-US" sz="1050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endParaRPr>
            </a:p>
          </p:txBody>
        </p:sp>
        <p:cxnSp>
          <p:nvCxnSpPr>
            <p:cNvPr id="81" name="直接连接符 80"/>
            <p:cNvCxnSpPr/>
            <p:nvPr userDrawn="1"/>
          </p:nvCxnSpPr>
          <p:spPr>
            <a:xfrm>
              <a:off x="405543" y="123444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 userDrawn="1"/>
          </p:nvCxnSpPr>
          <p:spPr>
            <a:xfrm>
              <a:off x="405543" y="2461260"/>
              <a:ext cx="0" cy="340867"/>
            </a:xfrm>
            <a:prstGeom prst="line">
              <a:avLst/>
            </a:prstGeom>
            <a:ln>
              <a:solidFill>
                <a:srgbClr val="AADB1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71BE-D98B-4150-A83D-D7CACD5406F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71BE-D98B-4150-A83D-D7CACD5406F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F71BE-D98B-4150-A83D-D7CACD5406F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2101215" y="3014345"/>
            <a:ext cx="840676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中科云谷移动前端平台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8945245" y="4608830"/>
            <a:ext cx="1562735" cy="4108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sz="1600" dirty="0" smtClean="0">
                <a:solidFill>
                  <a:schemeClr val="bg1"/>
                </a:solidFill>
              </a:rPr>
              <a:t>产品部</a:t>
            </a:r>
            <a:r>
              <a:rPr lang="en-US" altLang="zh-CN" sz="1600" dirty="0" smtClean="0">
                <a:solidFill>
                  <a:schemeClr val="bg1"/>
                </a:solidFill>
              </a:rPr>
              <a:t>·</a:t>
            </a:r>
            <a:r>
              <a:rPr lang="zh-CN" altLang="en-US" sz="1600" dirty="0" smtClean="0">
                <a:solidFill>
                  <a:schemeClr val="bg1"/>
                </a:solidFill>
              </a:rPr>
              <a:t>刘宇琳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9264650" y="5019675"/>
            <a:ext cx="1243330" cy="4108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en-US" sz="1600" dirty="0" smtClean="0">
                <a:solidFill>
                  <a:schemeClr val="bg1"/>
                </a:solidFill>
              </a:rPr>
              <a:t>2020.03.27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87730" y="587318"/>
            <a:ext cx="1083818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客户侧移动端整体技术体系</a:t>
            </a:r>
          </a:p>
        </p:txBody>
      </p:sp>
      <p:sp>
        <p:nvSpPr>
          <p:cNvPr id="3" name="圆角矩形 2"/>
          <p:cNvSpPr/>
          <p:nvPr/>
        </p:nvSpPr>
        <p:spPr>
          <a:xfrm>
            <a:off x="715049" y="5569689"/>
            <a:ext cx="1134000" cy="619200"/>
          </a:xfrm>
          <a:prstGeom prst="roundRect">
            <a:avLst/>
          </a:prstGeom>
          <a:noFill/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 b="1" dirty="0">
                <a:solidFill>
                  <a:srgbClr val="AADB1E"/>
                </a:solidFill>
                <a:latin typeface="+mj-ea"/>
                <a:ea typeface="+mj-ea"/>
              </a:rPr>
              <a:t>操作系统</a:t>
            </a:r>
          </a:p>
        </p:txBody>
      </p:sp>
      <p:sp>
        <p:nvSpPr>
          <p:cNvPr id="5" name="矩形 4"/>
          <p:cNvSpPr/>
          <p:nvPr/>
        </p:nvSpPr>
        <p:spPr>
          <a:xfrm>
            <a:off x="4002569" y="5741593"/>
            <a:ext cx="1287874" cy="275018"/>
          </a:xfrm>
          <a:prstGeom prst="rect">
            <a:avLst/>
          </a:prstGeom>
          <a:solidFill>
            <a:schemeClr val="tx2"/>
          </a:solidFill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Android</a:t>
            </a:r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367711" y="5741434"/>
            <a:ext cx="1287874" cy="275018"/>
          </a:xfrm>
          <a:prstGeom prst="rect">
            <a:avLst/>
          </a:prstGeom>
          <a:solidFill>
            <a:schemeClr val="tx2"/>
          </a:solidFill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iOS</a:t>
            </a:r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715049" y="4787688"/>
            <a:ext cx="1134000" cy="619200"/>
          </a:xfrm>
          <a:prstGeom prst="roundRect">
            <a:avLst/>
          </a:prstGeom>
          <a:noFill/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 dirty="0">
                <a:solidFill>
                  <a:schemeClr val="accent2"/>
                </a:solidFill>
                <a:sym typeface="+mn-ea"/>
              </a:rPr>
              <a:t>技术栈组合</a:t>
            </a:r>
          </a:p>
        </p:txBody>
      </p:sp>
      <p:sp>
        <p:nvSpPr>
          <p:cNvPr id="15" name="矩形 14"/>
          <p:cNvSpPr/>
          <p:nvPr/>
        </p:nvSpPr>
        <p:spPr>
          <a:xfrm>
            <a:off x="2160244" y="4950243"/>
            <a:ext cx="1287874" cy="275018"/>
          </a:xfrm>
          <a:prstGeom prst="rect">
            <a:avLst/>
          </a:prstGeom>
          <a:solidFill>
            <a:schemeClr val="tx2"/>
          </a:solidFill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国际化</a:t>
            </a:r>
          </a:p>
        </p:txBody>
      </p:sp>
      <p:sp>
        <p:nvSpPr>
          <p:cNvPr id="16" name="矩形 15"/>
          <p:cNvSpPr/>
          <p:nvPr/>
        </p:nvSpPr>
        <p:spPr>
          <a:xfrm>
            <a:off x="3631662" y="4950243"/>
            <a:ext cx="1287874" cy="275018"/>
          </a:xfrm>
          <a:prstGeom prst="rect">
            <a:avLst/>
          </a:prstGeom>
          <a:solidFill>
            <a:schemeClr val="tx2"/>
          </a:solidFill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自定义主题</a:t>
            </a:r>
          </a:p>
        </p:txBody>
      </p:sp>
      <p:sp>
        <p:nvSpPr>
          <p:cNvPr id="17" name="矩形 16"/>
          <p:cNvSpPr/>
          <p:nvPr/>
        </p:nvSpPr>
        <p:spPr>
          <a:xfrm>
            <a:off x="6574498" y="4950243"/>
            <a:ext cx="1287874" cy="275018"/>
          </a:xfrm>
          <a:prstGeom prst="rect">
            <a:avLst/>
          </a:prstGeom>
          <a:solidFill>
            <a:schemeClr val="tx2"/>
          </a:solidFill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拍照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地图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...</a:t>
            </a:r>
          </a:p>
        </p:txBody>
      </p:sp>
      <p:sp>
        <p:nvSpPr>
          <p:cNvPr id="18" name="矩形 17"/>
          <p:cNvSpPr/>
          <p:nvPr/>
        </p:nvSpPr>
        <p:spPr>
          <a:xfrm>
            <a:off x="5103080" y="4950243"/>
            <a:ext cx="1287874" cy="275018"/>
          </a:xfrm>
          <a:prstGeom prst="rect">
            <a:avLst/>
          </a:prstGeom>
          <a:solidFill>
            <a:schemeClr val="tx2"/>
          </a:solidFill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消息推送</a:t>
            </a:r>
          </a:p>
        </p:txBody>
      </p:sp>
      <p:sp>
        <p:nvSpPr>
          <p:cNvPr id="19" name="矩形 18"/>
          <p:cNvSpPr/>
          <p:nvPr/>
        </p:nvSpPr>
        <p:spPr>
          <a:xfrm>
            <a:off x="8046085" y="4950460"/>
            <a:ext cx="1287780" cy="274955"/>
          </a:xfrm>
          <a:prstGeom prst="rect">
            <a:avLst/>
          </a:prstGeom>
          <a:solidFill>
            <a:schemeClr val="tx2"/>
          </a:solidFill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数据存储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加解密</a:t>
            </a:r>
          </a:p>
        </p:txBody>
      </p:sp>
      <p:sp>
        <p:nvSpPr>
          <p:cNvPr id="21" name="圆角矩形 20"/>
          <p:cNvSpPr/>
          <p:nvPr/>
        </p:nvSpPr>
        <p:spPr>
          <a:xfrm>
            <a:off x="715049" y="4004946"/>
            <a:ext cx="1134761" cy="619940"/>
          </a:xfrm>
          <a:prstGeom prst="roundRect">
            <a:avLst/>
          </a:prstGeom>
          <a:noFill/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 b="1" dirty="0">
                <a:solidFill>
                  <a:srgbClr val="AADB1E"/>
                </a:solidFill>
                <a:latin typeface="+mj-ea"/>
                <a:ea typeface="+mj-ea"/>
              </a:rPr>
              <a:t>代码质量</a:t>
            </a:r>
          </a:p>
        </p:txBody>
      </p:sp>
      <p:sp>
        <p:nvSpPr>
          <p:cNvPr id="23" name="矩形 22"/>
          <p:cNvSpPr/>
          <p:nvPr/>
        </p:nvSpPr>
        <p:spPr>
          <a:xfrm>
            <a:off x="2162746" y="4192762"/>
            <a:ext cx="1287874" cy="275018"/>
          </a:xfrm>
          <a:prstGeom prst="rect">
            <a:avLst/>
          </a:prstGeom>
          <a:solidFill>
            <a:schemeClr val="tx2"/>
          </a:solidFill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ESLint</a:t>
            </a:r>
          </a:p>
        </p:txBody>
      </p:sp>
      <p:sp>
        <p:nvSpPr>
          <p:cNvPr id="24" name="矩形 23"/>
          <p:cNvSpPr/>
          <p:nvPr/>
        </p:nvSpPr>
        <p:spPr>
          <a:xfrm>
            <a:off x="4001393" y="4192762"/>
            <a:ext cx="1287874" cy="275018"/>
          </a:xfrm>
          <a:prstGeom prst="rect">
            <a:avLst/>
          </a:prstGeom>
          <a:solidFill>
            <a:schemeClr val="tx2"/>
          </a:solidFill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rettier</a:t>
            </a:r>
          </a:p>
        </p:txBody>
      </p:sp>
      <p:sp>
        <p:nvSpPr>
          <p:cNvPr id="25" name="矩形 24"/>
          <p:cNvSpPr/>
          <p:nvPr/>
        </p:nvSpPr>
        <p:spPr>
          <a:xfrm>
            <a:off x="7678687" y="4192762"/>
            <a:ext cx="1287874" cy="275018"/>
          </a:xfrm>
          <a:prstGeom prst="rect">
            <a:avLst/>
          </a:prstGeom>
          <a:solidFill>
            <a:schemeClr val="tx2"/>
          </a:solidFill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bem 命名</a:t>
            </a:r>
          </a:p>
        </p:txBody>
      </p:sp>
      <p:sp>
        <p:nvSpPr>
          <p:cNvPr id="26" name="矩形 25"/>
          <p:cNvSpPr/>
          <p:nvPr/>
        </p:nvSpPr>
        <p:spPr>
          <a:xfrm>
            <a:off x="5840040" y="4192762"/>
            <a:ext cx="1287874" cy="275018"/>
          </a:xfrm>
          <a:prstGeom prst="rect">
            <a:avLst/>
          </a:prstGeom>
          <a:solidFill>
            <a:schemeClr val="tx2"/>
          </a:solidFill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tylelint</a:t>
            </a:r>
          </a:p>
        </p:txBody>
      </p:sp>
      <p:sp>
        <p:nvSpPr>
          <p:cNvPr id="27" name="矩形 26"/>
          <p:cNvSpPr/>
          <p:nvPr/>
        </p:nvSpPr>
        <p:spPr>
          <a:xfrm>
            <a:off x="9517336" y="4192762"/>
            <a:ext cx="1287874" cy="275018"/>
          </a:xfrm>
          <a:prstGeom prst="rect">
            <a:avLst/>
          </a:prstGeom>
          <a:solidFill>
            <a:schemeClr val="tx2"/>
          </a:solidFill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Git Hook</a:t>
            </a:r>
          </a:p>
        </p:txBody>
      </p:sp>
      <p:sp>
        <p:nvSpPr>
          <p:cNvPr id="29" name="圆角矩形 28"/>
          <p:cNvSpPr/>
          <p:nvPr/>
        </p:nvSpPr>
        <p:spPr>
          <a:xfrm>
            <a:off x="2027213" y="4005118"/>
            <a:ext cx="8892000" cy="619200"/>
          </a:xfrm>
          <a:prstGeom prst="roundRect">
            <a:avLst/>
          </a:prstGeom>
          <a:noFill/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圆角矩形 29"/>
          <p:cNvSpPr/>
          <p:nvPr/>
        </p:nvSpPr>
        <p:spPr>
          <a:xfrm>
            <a:off x="2027213" y="4782523"/>
            <a:ext cx="8892000" cy="619200"/>
          </a:xfrm>
          <a:prstGeom prst="roundRect">
            <a:avLst/>
          </a:prstGeom>
          <a:noFill/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2038600" y="5569689"/>
            <a:ext cx="8892000" cy="619200"/>
          </a:xfrm>
          <a:prstGeom prst="roundRect">
            <a:avLst/>
          </a:prstGeom>
          <a:noFill/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圆角矩形 31"/>
          <p:cNvSpPr/>
          <p:nvPr/>
        </p:nvSpPr>
        <p:spPr>
          <a:xfrm>
            <a:off x="715049" y="3222204"/>
            <a:ext cx="1134761" cy="619940"/>
          </a:xfrm>
          <a:prstGeom prst="roundRect">
            <a:avLst/>
          </a:prstGeom>
          <a:noFill/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 b="1" dirty="0">
                <a:solidFill>
                  <a:srgbClr val="AADB1E"/>
                </a:solidFill>
                <a:latin typeface="+mj-ea"/>
                <a:ea typeface="+mj-ea"/>
              </a:rPr>
              <a:t>跨平台</a:t>
            </a:r>
          </a:p>
        </p:txBody>
      </p:sp>
      <p:sp>
        <p:nvSpPr>
          <p:cNvPr id="34" name="矩形 33"/>
          <p:cNvSpPr/>
          <p:nvPr/>
        </p:nvSpPr>
        <p:spPr>
          <a:xfrm>
            <a:off x="3397250" y="3402965"/>
            <a:ext cx="2498090" cy="274955"/>
          </a:xfrm>
          <a:prstGeom prst="rect">
            <a:avLst/>
          </a:prstGeom>
          <a:solidFill>
            <a:schemeClr val="tx2"/>
          </a:solidFill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SuperWebview - Hybrid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容器</a:t>
            </a:r>
          </a:p>
        </p:txBody>
      </p:sp>
      <p:sp>
        <p:nvSpPr>
          <p:cNvPr id="38" name="矩形 37"/>
          <p:cNvSpPr/>
          <p:nvPr/>
        </p:nvSpPr>
        <p:spPr>
          <a:xfrm>
            <a:off x="6831965" y="3394075"/>
            <a:ext cx="2980055" cy="274955"/>
          </a:xfrm>
          <a:prstGeom prst="rect">
            <a:avLst/>
          </a:prstGeom>
          <a:solidFill>
            <a:schemeClr val="tx2"/>
          </a:solidFill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uni-app - 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小程序多端统一</a:t>
            </a:r>
          </a:p>
        </p:txBody>
      </p:sp>
      <p:sp>
        <p:nvSpPr>
          <p:cNvPr id="39" name="圆角矩形 38"/>
          <p:cNvSpPr/>
          <p:nvPr/>
        </p:nvSpPr>
        <p:spPr>
          <a:xfrm>
            <a:off x="2038600" y="3230576"/>
            <a:ext cx="8892000" cy="619200"/>
          </a:xfrm>
          <a:prstGeom prst="roundRect">
            <a:avLst/>
          </a:prstGeom>
          <a:noFill/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圆角矩形 41"/>
          <p:cNvSpPr/>
          <p:nvPr/>
        </p:nvSpPr>
        <p:spPr>
          <a:xfrm>
            <a:off x="715049" y="2439462"/>
            <a:ext cx="1134761" cy="619940"/>
          </a:xfrm>
          <a:prstGeom prst="roundRect">
            <a:avLst/>
          </a:prstGeom>
          <a:noFill/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b="1" dirty="0">
                <a:solidFill>
                  <a:srgbClr val="AADB1E"/>
                </a:solidFill>
                <a:latin typeface="+mj-ea"/>
                <a:ea typeface="+mj-ea"/>
              </a:rPr>
              <a:t>UI</a:t>
            </a:r>
            <a:r>
              <a:rPr lang="zh-CN" altLang="en-US" sz="1400" b="1" dirty="0">
                <a:solidFill>
                  <a:srgbClr val="AADB1E"/>
                </a:solidFill>
                <a:latin typeface="+mj-ea"/>
                <a:ea typeface="+mj-ea"/>
              </a:rPr>
              <a:t>组件库</a:t>
            </a:r>
          </a:p>
        </p:txBody>
      </p:sp>
      <p:sp>
        <p:nvSpPr>
          <p:cNvPr id="48" name="圆角矩形 47"/>
          <p:cNvSpPr/>
          <p:nvPr/>
        </p:nvSpPr>
        <p:spPr>
          <a:xfrm>
            <a:off x="2038600" y="2432386"/>
            <a:ext cx="8892000" cy="619200"/>
          </a:xfrm>
          <a:prstGeom prst="roundRect">
            <a:avLst/>
          </a:prstGeom>
          <a:noFill/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9088755" y="2588260"/>
            <a:ext cx="1490980" cy="307975"/>
          </a:xfrm>
          <a:prstGeom prst="rect">
            <a:avLst/>
          </a:prstGeom>
          <a:solidFill>
            <a:schemeClr val="tx2"/>
          </a:solidFill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EChart - 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可视化</a:t>
            </a:r>
          </a:p>
        </p:txBody>
      </p:sp>
      <p:sp>
        <p:nvSpPr>
          <p:cNvPr id="52" name="矩形 51"/>
          <p:cNvSpPr/>
          <p:nvPr/>
        </p:nvSpPr>
        <p:spPr>
          <a:xfrm>
            <a:off x="9517336" y="4950243"/>
            <a:ext cx="1287874" cy="275018"/>
          </a:xfrm>
          <a:prstGeom prst="rect">
            <a:avLst/>
          </a:prstGeom>
          <a:solidFill>
            <a:schemeClr val="tx2"/>
          </a:solidFill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认证</a:t>
            </a:r>
          </a:p>
        </p:txBody>
      </p:sp>
      <p:sp>
        <p:nvSpPr>
          <p:cNvPr id="55" name="圆角矩形 54"/>
          <p:cNvSpPr/>
          <p:nvPr/>
        </p:nvSpPr>
        <p:spPr>
          <a:xfrm>
            <a:off x="715049" y="1656720"/>
            <a:ext cx="1134761" cy="619940"/>
          </a:xfrm>
          <a:prstGeom prst="roundRect">
            <a:avLst/>
          </a:prstGeom>
          <a:noFill/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 b="1" dirty="0">
                <a:solidFill>
                  <a:srgbClr val="AADB1E"/>
                </a:solidFill>
                <a:latin typeface="+mj-ea"/>
                <a:ea typeface="+mj-ea"/>
              </a:rPr>
              <a:t>前端框架</a:t>
            </a:r>
          </a:p>
        </p:txBody>
      </p:sp>
      <p:sp>
        <p:nvSpPr>
          <p:cNvPr id="57" name="矩形 56"/>
          <p:cNvSpPr/>
          <p:nvPr/>
        </p:nvSpPr>
        <p:spPr>
          <a:xfrm>
            <a:off x="3861632" y="1801732"/>
            <a:ext cx="1569600" cy="307777"/>
          </a:xfrm>
          <a:prstGeom prst="rect">
            <a:avLst/>
          </a:prstGeom>
          <a:solidFill>
            <a:schemeClr val="tx2"/>
          </a:solidFill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vue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前端框架</a:t>
            </a:r>
          </a:p>
        </p:txBody>
      </p:sp>
      <p:sp>
        <p:nvSpPr>
          <p:cNvPr id="59" name="矩形 58"/>
          <p:cNvSpPr/>
          <p:nvPr/>
        </p:nvSpPr>
        <p:spPr>
          <a:xfrm>
            <a:off x="7227040" y="1811000"/>
            <a:ext cx="1570131" cy="307777"/>
          </a:xfrm>
          <a:prstGeom prst="rect">
            <a:avLst/>
          </a:prstGeom>
          <a:solidFill>
            <a:schemeClr val="tx2"/>
          </a:solidFill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uni-app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小程序框架</a:t>
            </a:r>
          </a:p>
        </p:txBody>
      </p:sp>
      <p:sp>
        <p:nvSpPr>
          <p:cNvPr id="61" name="圆角矩形 60"/>
          <p:cNvSpPr/>
          <p:nvPr/>
        </p:nvSpPr>
        <p:spPr>
          <a:xfrm>
            <a:off x="2038600" y="1658332"/>
            <a:ext cx="8892000" cy="619200"/>
          </a:xfrm>
          <a:prstGeom prst="roundRect">
            <a:avLst/>
          </a:prstGeom>
          <a:noFill/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圆角矩形 72"/>
          <p:cNvSpPr/>
          <p:nvPr/>
        </p:nvSpPr>
        <p:spPr>
          <a:xfrm>
            <a:off x="11057239" y="1656720"/>
            <a:ext cx="668671" cy="4532168"/>
          </a:xfrm>
          <a:prstGeom prst="roundRect">
            <a:avLst/>
          </a:prstGeom>
          <a:noFill/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b="1" dirty="0">
              <a:solidFill>
                <a:srgbClr val="AADB1E"/>
              </a:solidFill>
              <a:latin typeface="+mj-ea"/>
              <a:ea typeface="+mj-ea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11119390" y="1811000"/>
            <a:ext cx="48645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b="1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规范体系</a:t>
            </a:r>
          </a:p>
        </p:txBody>
      </p:sp>
      <p:sp>
        <p:nvSpPr>
          <p:cNvPr id="75" name="矩形 74"/>
          <p:cNvSpPr/>
          <p:nvPr/>
        </p:nvSpPr>
        <p:spPr>
          <a:xfrm>
            <a:off x="11193020" y="2439462"/>
            <a:ext cx="397107" cy="836908"/>
          </a:xfrm>
          <a:prstGeom prst="rect">
            <a:avLst/>
          </a:prstGeom>
          <a:solidFill>
            <a:schemeClr val="tx2"/>
          </a:solidFill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视觉规范</a:t>
            </a:r>
          </a:p>
        </p:txBody>
      </p:sp>
      <p:sp>
        <p:nvSpPr>
          <p:cNvPr id="76" name="矩形 75"/>
          <p:cNvSpPr/>
          <p:nvPr/>
        </p:nvSpPr>
        <p:spPr>
          <a:xfrm>
            <a:off x="11193020" y="3678166"/>
            <a:ext cx="397107" cy="836908"/>
          </a:xfrm>
          <a:prstGeom prst="rect">
            <a:avLst/>
          </a:prstGeom>
          <a:solidFill>
            <a:schemeClr val="tx2"/>
          </a:solidFill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交互规范</a:t>
            </a:r>
          </a:p>
        </p:txBody>
      </p:sp>
      <p:sp>
        <p:nvSpPr>
          <p:cNvPr id="9" name="矩形 8"/>
          <p:cNvSpPr/>
          <p:nvPr/>
        </p:nvSpPr>
        <p:spPr>
          <a:xfrm>
            <a:off x="11193020" y="4904986"/>
            <a:ext cx="397107" cy="836908"/>
          </a:xfrm>
          <a:prstGeom prst="rect">
            <a:avLst/>
          </a:prstGeom>
          <a:solidFill>
            <a:schemeClr val="tx2"/>
          </a:solidFill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开发规范</a:t>
            </a:r>
          </a:p>
        </p:txBody>
      </p:sp>
      <p:sp>
        <p:nvSpPr>
          <p:cNvPr id="10" name="矩形 9"/>
          <p:cNvSpPr/>
          <p:nvPr/>
        </p:nvSpPr>
        <p:spPr>
          <a:xfrm>
            <a:off x="2649220" y="2595880"/>
            <a:ext cx="1470660" cy="307975"/>
          </a:xfrm>
          <a:prstGeom prst="rect">
            <a:avLst/>
          </a:prstGeom>
          <a:solidFill>
            <a:schemeClr val="tx2"/>
          </a:solidFill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ZvUI - 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移动端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895340" y="2588260"/>
            <a:ext cx="1470660" cy="307975"/>
          </a:xfrm>
          <a:prstGeom prst="rect">
            <a:avLst/>
          </a:prstGeom>
          <a:solidFill>
            <a:schemeClr val="tx2"/>
          </a:solidFill>
          <a:ln w="6350"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74000">
                  <a:schemeClr val="accent2"/>
                </a:gs>
                <a:gs pos="83000">
                  <a:schemeClr val="accent2"/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ZvUI__w - 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小程序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90880" y="527685"/>
            <a:ext cx="11122660" cy="497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Hybrid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架构</a:t>
            </a:r>
          </a:p>
        </p:txBody>
      </p:sp>
      <p:sp>
        <p:nvSpPr>
          <p:cNvPr id="5" name="矩形 4"/>
          <p:cNvSpPr/>
          <p:nvPr/>
        </p:nvSpPr>
        <p:spPr>
          <a:xfrm>
            <a:off x="690880" y="1078230"/>
            <a:ext cx="11122660" cy="51479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78205" y="1210310"/>
            <a:ext cx="2942590" cy="497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400" dirty="0">
                <a:solidFill>
                  <a:schemeClr val="bg1"/>
                </a:solidFill>
              </a:rPr>
              <a:t>Android &amp; iOS </a:t>
            </a:r>
            <a:r>
              <a:rPr lang="zh-CN" altLang="en-US" sz="2400" dirty="0">
                <a:solidFill>
                  <a:schemeClr val="bg1"/>
                </a:solidFill>
              </a:rPr>
              <a:t>应用</a:t>
            </a:r>
          </a:p>
        </p:txBody>
      </p:sp>
      <p:sp>
        <p:nvSpPr>
          <p:cNvPr id="7" name="矩形 6"/>
          <p:cNvSpPr/>
          <p:nvPr/>
        </p:nvSpPr>
        <p:spPr>
          <a:xfrm>
            <a:off x="886460" y="1765935"/>
            <a:ext cx="2696210" cy="711835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消息推送</a:t>
            </a:r>
          </a:p>
        </p:txBody>
      </p:sp>
      <p:sp>
        <p:nvSpPr>
          <p:cNvPr id="8" name="矩形 7"/>
          <p:cNvSpPr/>
          <p:nvPr/>
        </p:nvSpPr>
        <p:spPr>
          <a:xfrm>
            <a:off x="886460" y="4653280"/>
            <a:ext cx="2696210" cy="1345565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86460" y="2710815"/>
            <a:ext cx="2696210" cy="781685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原生</a:t>
            </a:r>
            <a:r>
              <a:rPr lang="en-US" altLang="zh-CN" sz="1600"/>
              <a:t>UI</a:t>
            </a:r>
          </a:p>
          <a:p>
            <a:pPr algn="ctr"/>
            <a:r>
              <a:rPr lang="zh-CN" altLang="en-US" sz="1600"/>
              <a:t>拍照、地图</a:t>
            </a:r>
            <a:r>
              <a:rPr lang="en-US" altLang="zh-CN" sz="1600"/>
              <a:t>...</a:t>
            </a:r>
          </a:p>
        </p:txBody>
      </p:sp>
      <p:sp>
        <p:nvSpPr>
          <p:cNvPr id="12" name="矩形 11"/>
          <p:cNvSpPr/>
          <p:nvPr/>
        </p:nvSpPr>
        <p:spPr>
          <a:xfrm>
            <a:off x="5657215" y="1210310"/>
            <a:ext cx="5974715" cy="478409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5817870" y="1850390"/>
            <a:ext cx="4024630" cy="3156585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979805" y="5233670"/>
            <a:ext cx="1099820" cy="61023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Realm</a:t>
            </a:r>
          </a:p>
          <a:p>
            <a:pPr algn="ctr"/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数据库</a:t>
            </a:r>
          </a:p>
        </p:txBody>
      </p:sp>
      <p:sp>
        <p:nvSpPr>
          <p:cNvPr id="18" name="矩形 17"/>
          <p:cNvSpPr/>
          <p:nvPr/>
        </p:nvSpPr>
        <p:spPr>
          <a:xfrm>
            <a:off x="2201545" y="5233670"/>
            <a:ext cx="1259205" cy="61087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平台持久化存储能力</a:t>
            </a:r>
          </a:p>
        </p:txBody>
      </p:sp>
      <p:sp>
        <p:nvSpPr>
          <p:cNvPr id="21" name="矩形 20"/>
          <p:cNvSpPr/>
          <p:nvPr/>
        </p:nvSpPr>
        <p:spPr>
          <a:xfrm>
            <a:off x="8754745" y="2654935"/>
            <a:ext cx="989330" cy="21132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...</a:t>
            </a:r>
          </a:p>
        </p:txBody>
      </p:sp>
      <p:sp>
        <p:nvSpPr>
          <p:cNvPr id="22" name="矩形 21"/>
          <p:cNvSpPr/>
          <p:nvPr/>
        </p:nvSpPr>
        <p:spPr>
          <a:xfrm>
            <a:off x="4205605" y="1210945"/>
            <a:ext cx="828040" cy="478409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hybrid-sdk</a:t>
            </a:r>
          </a:p>
        </p:txBody>
      </p:sp>
      <p:sp>
        <p:nvSpPr>
          <p:cNvPr id="23" name="矩形 22"/>
          <p:cNvSpPr/>
          <p:nvPr/>
        </p:nvSpPr>
        <p:spPr>
          <a:xfrm>
            <a:off x="980440" y="4653280"/>
            <a:ext cx="2480310" cy="5416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zh-CN" altLang="en-US" sz="1600"/>
              <a:t>全局共享数据、隐私数据</a:t>
            </a:r>
          </a:p>
        </p:txBody>
      </p:sp>
      <p:sp>
        <p:nvSpPr>
          <p:cNvPr id="24" name="矩形 23"/>
          <p:cNvSpPr/>
          <p:nvPr/>
        </p:nvSpPr>
        <p:spPr>
          <a:xfrm>
            <a:off x="5817870" y="1308735"/>
            <a:ext cx="2480310" cy="5416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90000"/>
              </a:lnSpc>
            </a:pPr>
            <a:r>
              <a:rPr lang="en-US" altLang="zh-CN" sz="1600"/>
              <a:t>SuperWebview</a:t>
            </a:r>
          </a:p>
        </p:txBody>
      </p:sp>
      <p:sp>
        <p:nvSpPr>
          <p:cNvPr id="25" name="矩形 24"/>
          <p:cNvSpPr/>
          <p:nvPr/>
        </p:nvSpPr>
        <p:spPr>
          <a:xfrm>
            <a:off x="6009005" y="2019935"/>
            <a:ext cx="2480310" cy="5416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90000"/>
              </a:lnSpc>
            </a:pPr>
            <a:r>
              <a:rPr lang="en-US" altLang="zh-CN" sz="1600"/>
              <a:t>window</a:t>
            </a:r>
          </a:p>
        </p:txBody>
      </p:sp>
      <p:sp>
        <p:nvSpPr>
          <p:cNvPr id="26" name="矩形 25"/>
          <p:cNvSpPr/>
          <p:nvPr/>
        </p:nvSpPr>
        <p:spPr>
          <a:xfrm>
            <a:off x="7353300" y="2654300"/>
            <a:ext cx="1083945" cy="211391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ym typeface="+mn-ea"/>
              </a:rPr>
              <a:t>webview</a:t>
            </a:r>
          </a:p>
          <a:p>
            <a:pPr algn="ctr"/>
            <a:endParaRPr lang="zh-CN" altLang="en-US"/>
          </a:p>
          <a:p>
            <a:pPr algn="ctr"/>
            <a:r>
              <a:rPr lang="zh-CN" altLang="en-US"/>
              <a:t>个人</a:t>
            </a:r>
          </a:p>
          <a:p>
            <a:pPr algn="ctr"/>
            <a:r>
              <a:rPr lang="zh-CN" altLang="en-US"/>
              <a:t>中心</a:t>
            </a:r>
          </a:p>
          <a:p>
            <a:pPr algn="ctr"/>
            <a:endParaRPr lang="en-US" altLang="zh-CN"/>
          </a:p>
        </p:txBody>
      </p:sp>
      <p:cxnSp>
        <p:nvCxnSpPr>
          <p:cNvPr id="28" name="直接箭头连接符 27"/>
          <p:cNvCxnSpPr>
            <a:stCxn id="7" idx="3"/>
          </p:cNvCxnSpPr>
          <p:nvPr/>
        </p:nvCxnSpPr>
        <p:spPr>
          <a:xfrm>
            <a:off x="3582670" y="2108835"/>
            <a:ext cx="589280" cy="635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>
            <a:off x="3582670" y="3098165"/>
            <a:ext cx="589280" cy="635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>
            <a:off x="3582670" y="5322570"/>
            <a:ext cx="589280" cy="635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>
            <a:off x="5033645" y="3425825"/>
            <a:ext cx="589280" cy="635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/>
        </p:nvCxnSpPr>
        <p:spPr>
          <a:xfrm flipV="1">
            <a:off x="6999605" y="3599815"/>
            <a:ext cx="335280" cy="635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/>
          <p:nvPr/>
        </p:nvCxnSpPr>
        <p:spPr>
          <a:xfrm flipV="1">
            <a:off x="8419465" y="3620135"/>
            <a:ext cx="335280" cy="635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 35"/>
          <p:cNvSpPr/>
          <p:nvPr/>
        </p:nvSpPr>
        <p:spPr>
          <a:xfrm>
            <a:off x="5818505" y="5120005"/>
            <a:ext cx="5636260" cy="65151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UI Module</a:t>
            </a:r>
          </a:p>
        </p:txBody>
      </p:sp>
      <p:sp>
        <p:nvSpPr>
          <p:cNvPr id="37" name="矩形 36"/>
          <p:cNvSpPr/>
          <p:nvPr/>
        </p:nvSpPr>
        <p:spPr>
          <a:xfrm>
            <a:off x="10262870" y="1840865"/>
            <a:ext cx="1191260" cy="3165475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/>
          </a:p>
        </p:txBody>
      </p:sp>
      <p:sp>
        <p:nvSpPr>
          <p:cNvPr id="38" name="矩形 37"/>
          <p:cNvSpPr/>
          <p:nvPr/>
        </p:nvSpPr>
        <p:spPr>
          <a:xfrm>
            <a:off x="10367645" y="2019935"/>
            <a:ext cx="981710" cy="5416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90000"/>
              </a:lnSpc>
            </a:pPr>
            <a:r>
              <a:rPr lang="en-US" altLang="zh-CN" sz="1600"/>
              <a:t>window</a:t>
            </a:r>
          </a:p>
        </p:txBody>
      </p:sp>
      <p:sp>
        <p:nvSpPr>
          <p:cNvPr id="39" name="矩形 38"/>
          <p:cNvSpPr/>
          <p:nvPr/>
        </p:nvSpPr>
        <p:spPr>
          <a:xfrm>
            <a:off x="10360025" y="2654300"/>
            <a:ext cx="989330" cy="21132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老项目</a:t>
            </a:r>
          </a:p>
        </p:txBody>
      </p:sp>
      <p:cxnSp>
        <p:nvCxnSpPr>
          <p:cNvPr id="40" name="直接箭头连接符 39"/>
          <p:cNvCxnSpPr/>
          <p:nvPr/>
        </p:nvCxnSpPr>
        <p:spPr>
          <a:xfrm flipV="1">
            <a:off x="9862185" y="3649345"/>
            <a:ext cx="360680" cy="3175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5902325" y="2654935"/>
            <a:ext cx="1083945" cy="21126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ym typeface="+mn-ea"/>
              </a:rPr>
              <a:t>webview</a:t>
            </a:r>
          </a:p>
          <a:p>
            <a:pPr algn="ctr"/>
            <a:endParaRPr lang="zh-CN" altLang="en-US"/>
          </a:p>
          <a:p>
            <a:pPr algn="ctr"/>
            <a:r>
              <a:rPr lang="zh-CN" altLang="en-US"/>
              <a:t>登录</a:t>
            </a:r>
          </a:p>
          <a:p>
            <a:pPr algn="ctr"/>
            <a:r>
              <a:rPr lang="zh-CN" altLang="en-US"/>
              <a:t>注册</a:t>
            </a:r>
          </a:p>
          <a:p>
            <a:pPr algn="ctr"/>
            <a:endParaRPr lang="en-US" altLang="zh-CN"/>
          </a:p>
        </p:txBody>
      </p:sp>
      <p:sp>
        <p:nvSpPr>
          <p:cNvPr id="41" name="矩形 40"/>
          <p:cNvSpPr/>
          <p:nvPr/>
        </p:nvSpPr>
        <p:spPr>
          <a:xfrm>
            <a:off x="886460" y="3725545"/>
            <a:ext cx="2696210" cy="709295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第三方</a:t>
            </a:r>
            <a:r>
              <a:rPr lang="en-US" altLang="zh-CN" sz="1600"/>
              <a:t>SDK</a:t>
            </a:r>
          </a:p>
        </p:txBody>
      </p:sp>
      <p:cxnSp>
        <p:nvCxnSpPr>
          <p:cNvPr id="42" name="直接箭头连接符 41"/>
          <p:cNvCxnSpPr/>
          <p:nvPr/>
        </p:nvCxnSpPr>
        <p:spPr>
          <a:xfrm>
            <a:off x="3582670" y="4077335"/>
            <a:ext cx="589280" cy="635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87730" y="587318"/>
            <a:ext cx="108381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实现方案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客户端引擎</a:t>
            </a:r>
            <a:endParaRPr lang="zh-CN" altLang="en-US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87730" y="1048983"/>
            <a:ext cx="9627870" cy="95313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原生能力调用</a:t>
            </a:r>
            <a:endParaRPr lang="en-US" altLang="zh-CN" sz="1600" dirty="0">
              <a:solidFill>
                <a:srgbClr val="AADB1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集成</a:t>
            </a:r>
            <a:r>
              <a:rPr lang="en-US" altLang="zh-CN" sz="16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ApiCloud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平台提供的</a:t>
            </a:r>
            <a:r>
              <a:rPr lang="en-GB" altLang="zh-CN" sz="16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SuperWebView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SDK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到客户端中，快速实现对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Android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iOS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系统原生功能的调用，目前该方案已在农机大脑项目中验证通过</a:t>
            </a:r>
            <a:endParaRPr lang="en-GB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7730" y="2075924"/>
            <a:ext cx="9627870" cy="70675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文件读写</a:t>
            </a:r>
            <a:endParaRPr lang="en-US" altLang="zh-CN" sz="1600" dirty="0">
              <a:solidFill>
                <a:srgbClr val="AADB1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通过</a:t>
            </a:r>
            <a:r>
              <a:rPr lang="en-US" altLang="zh-CN" sz="16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ApiCloud</a:t>
            </a:r>
            <a:r>
              <a:rPr lang="en-GB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GB" altLang="zh-CN" sz="16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SuperWebView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SDK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提供是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JS-SDK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暴露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JS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接口供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客户端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读写本地文件。</a:t>
            </a:r>
            <a:endParaRPr lang="en-GB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87730" y="3160492"/>
            <a:ext cx="9627870" cy="115679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数据加解密</a:t>
            </a:r>
            <a:endParaRPr lang="en-US" altLang="zh-CN" sz="1600" dirty="0">
              <a:solidFill>
                <a:srgbClr val="AADB1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GB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iOS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上可通过系统自带的安全沙箱机制保障数据的安全存储，在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Android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上采用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AES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加密算法，在读写数据时用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AES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算法进行加解密，秘钥信息保存在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文件中以保证安全</a:t>
            </a:r>
            <a:endParaRPr lang="en-GB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87730" y="4695973"/>
            <a:ext cx="9627870" cy="115679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数据存储</a:t>
            </a:r>
            <a:endParaRPr lang="en-US" altLang="zh-CN" sz="1600" dirty="0">
              <a:solidFill>
                <a:srgbClr val="AADB1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采用跨平台数据库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Realm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Android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iOS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平台的数据库统一，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Realm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相比</a:t>
            </a:r>
            <a:r>
              <a:rPr lang="en-US" altLang="zh-CN" sz="16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SqlLite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具备使用简单、性能高、存储安全、跨平台的优势</a:t>
            </a:r>
            <a:endParaRPr lang="en-GB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887730" y="587318"/>
            <a:ext cx="108381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实现方案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客户端引擎</a:t>
            </a:r>
            <a:endParaRPr lang="zh-CN" altLang="en-US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87730" y="1048983"/>
            <a:ext cx="9627870" cy="95410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消息推送</a:t>
            </a:r>
            <a:endParaRPr lang="en-US" altLang="zh-CN" sz="1600" dirty="0">
              <a:solidFill>
                <a:srgbClr val="AADB1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集成友盟推送</a:t>
            </a:r>
            <a:r>
              <a:rPr lang="en-GB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SDK</a:t>
            </a:r>
            <a:r>
              <a:rPr lang="zh-CN" altLang="en-GB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支持多平台一键下发、消息无痕撤回等功能。</a:t>
            </a:r>
            <a:r>
              <a:rPr lang="en-GB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Android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GB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iOS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原生代码获取推送来的消息，再将消息内容转发至第三方应用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887730" y="2347773"/>
            <a:ext cx="9627870" cy="95313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第三方</a:t>
            </a:r>
            <a:r>
              <a:rPr lang="en-US" altLang="zh-CN" sz="1600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SDK</a:t>
            </a:r>
            <a:r>
              <a:rPr lang="zh-CN" altLang="en-US" sz="1600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集成</a:t>
            </a:r>
            <a:endParaRPr lang="en-US" altLang="zh-CN" sz="1600" dirty="0">
              <a:solidFill>
                <a:srgbClr val="AADB1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对于友盟、微信、支付宝等大公司的成熟</a:t>
            </a:r>
            <a:r>
              <a:rPr lang="en-GB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SDK</a:t>
            </a:r>
            <a:r>
              <a:rPr lang="zh-CN" altLang="en-GB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可按照官方文档集成，且</a:t>
            </a:r>
            <a:r>
              <a:rPr lang="en-GB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iOS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可以通过</a:t>
            </a:r>
            <a:r>
              <a:rPr lang="en-GB" altLang="zh-CN" sz="16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cocoaPods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统一管理此类第三方</a:t>
            </a:r>
            <a:r>
              <a:rPr lang="en-GB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SDK</a:t>
            </a:r>
            <a:r>
              <a:rPr lang="zh-CN" altLang="en-GB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对于一些合作商提供的</a:t>
            </a:r>
            <a:r>
              <a:rPr lang="en-GB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SDK</a:t>
            </a:r>
            <a:r>
              <a:rPr lang="zh-CN" altLang="en-GB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要求提供</a:t>
            </a:r>
            <a:r>
              <a:rPr lang="en-GB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及兼容性测试文档，再集成进来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887730" y="3639998"/>
            <a:ext cx="9627870" cy="70675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加载</a:t>
            </a:r>
            <a:r>
              <a:rPr lang="en-US" altLang="zh-CN" sz="1600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web</a:t>
            </a:r>
            <a:r>
              <a:rPr lang="zh-CN" altLang="en-US" sz="1600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资源</a:t>
            </a:r>
            <a:endParaRPr lang="en-US" altLang="zh-CN" sz="1600" dirty="0">
              <a:solidFill>
                <a:srgbClr val="AADB1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支持加载远程资源和本地资源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887730" y="4675048"/>
            <a:ext cx="9627870" cy="70675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本地</a:t>
            </a:r>
            <a:r>
              <a:rPr lang="en-US" altLang="zh-CN" sz="1600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web</a:t>
            </a:r>
            <a:r>
              <a:rPr lang="zh-CN" altLang="en-US" sz="1600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资源热更新</a:t>
            </a:r>
            <a:endParaRPr lang="en-US" altLang="zh-CN" sz="1600" dirty="0">
              <a:solidFill>
                <a:srgbClr val="AADB1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对于一些放在本地的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资源，可实现在线更新，而不需要重新打原生包发布更新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/>
          <p:cNvSpPr/>
          <p:nvPr/>
        </p:nvSpPr>
        <p:spPr>
          <a:xfrm>
            <a:off x="2337435" y="1197610"/>
            <a:ext cx="2043430" cy="4690745"/>
          </a:xfrm>
          <a:prstGeom prst="rect">
            <a:avLst/>
          </a:prstGeom>
          <a:noFill/>
          <a:ln w="12700" cap="rnd" cmpd="sng">
            <a:solidFill>
              <a:schemeClr val="accent1">
                <a:shade val="50000"/>
              </a:schemeClr>
            </a:solidFill>
            <a:prstDash val="sysDot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/>
          </a:p>
        </p:txBody>
      </p:sp>
      <p:sp>
        <p:nvSpPr>
          <p:cNvPr id="20" name="矩形 19"/>
          <p:cNvSpPr/>
          <p:nvPr/>
        </p:nvSpPr>
        <p:spPr>
          <a:xfrm>
            <a:off x="5351780" y="1507490"/>
            <a:ext cx="4507230" cy="601345"/>
          </a:xfrm>
          <a:prstGeom prst="rect">
            <a:avLst/>
          </a:prstGeom>
          <a:solidFill>
            <a:schemeClr val="tx2"/>
          </a:solidFill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VueX</a:t>
            </a:r>
            <a:r>
              <a:rPr lang="zh-CN" altLang="en-US"/>
              <a:t>、</a:t>
            </a:r>
            <a:r>
              <a:rPr lang="en-US" altLang="zh-CN"/>
              <a:t>Vue-i18n</a:t>
            </a:r>
            <a:r>
              <a:rPr lang="zh-CN" altLang="en-US"/>
              <a:t>、</a:t>
            </a:r>
            <a:r>
              <a:rPr lang="en-US" altLang="zh-CN"/>
              <a:t>axios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803275" y="532130"/>
            <a:ext cx="10586085" cy="497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前端架构</a:t>
            </a:r>
          </a:p>
        </p:txBody>
      </p:sp>
      <p:sp>
        <p:nvSpPr>
          <p:cNvPr id="22" name="矩形 21"/>
          <p:cNvSpPr/>
          <p:nvPr/>
        </p:nvSpPr>
        <p:spPr>
          <a:xfrm>
            <a:off x="2628900" y="1508125"/>
            <a:ext cx="1460500" cy="600710"/>
          </a:xfrm>
          <a:prstGeom prst="rect">
            <a:avLst/>
          </a:prstGeom>
          <a:solidFill>
            <a:schemeClr val="tx2"/>
          </a:solidFill>
          <a:ln w="0" cap="rnd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业务</a:t>
            </a:r>
          </a:p>
        </p:txBody>
      </p:sp>
      <p:sp>
        <p:nvSpPr>
          <p:cNvPr id="33" name="矩形 32"/>
          <p:cNvSpPr/>
          <p:nvPr/>
        </p:nvSpPr>
        <p:spPr>
          <a:xfrm>
            <a:off x="2628900" y="2644775"/>
            <a:ext cx="1460500" cy="602615"/>
          </a:xfrm>
          <a:prstGeom prst="rect">
            <a:avLst/>
          </a:prstGeom>
          <a:solidFill>
            <a:schemeClr val="tx2"/>
          </a:solidFill>
          <a:ln w="0" cap="rnd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UI</a:t>
            </a:r>
            <a:r>
              <a:rPr lang="zh-CN" altLang="en-US"/>
              <a:t>库</a:t>
            </a:r>
          </a:p>
        </p:txBody>
      </p:sp>
      <p:sp>
        <p:nvSpPr>
          <p:cNvPr id="34" name="矩形 33"/>
          <p:cNvSpPr/>
          <p:nvPr/>
        </p:nvSpPr>
        <p:spPr>
          <a:xfrm>
            <a:off x="2628900" y="4867275"/>
            <a:ext cx="1460500" cy="603885"/>
          </a:xfrm>
          <a:prstGeom prst="rect">
            <a:avLst/>
          </a:prstGeom>
          <a:solidFill>
            <a:schemeClr val="tx2"/>
          </a:solidFill>
          <a:ln w="0" cap="rnd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基础库</a:t>
            </a:r>
          </a:p>
        </p:txBody>
      </p:sp>
      <p:sp>
        <p:nvSpPr>
          <p:cNvPr id="35" name="矩形 34"/>
          <p:cNvSpPr/>
          <p:nvPr/>
        </p:nvSpPr>
        <p:spPr>
          <a:xfrm>
            <a:off x="2628900" y="3783965"/>
            <a:ext cx="1460500" cy="601345"/>
          </a:xfrm>
          <a:prstGeom prst="rect">
            <a:avLst/>
          </a:prstGeom>
          <a:solidFill>
            <a:schemeClr val="tx2"/>
          </a:solidFill>
          <a:ln w="0" cap="rnd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工具</a:t>
            </a:r>
          </a:p>
        </p:txBody>
      </p:sp>
      <p:sp>
        <p:nvSpPr>
          <p:cNvPr id="37" name="矩形 36"/>
          <p:cNvSpPr/>
          <p:nvPr/>
        </p:nvSpPr>
        <p:spPr>
          <a:xfrm>
            <a:off x="5168265" y="1197610"/>
            <a:ext cx="4874895" cy="4690745"/>
          </a:xfrm>
          <a:prstGeom prst="rect">
            <a:avLst/>
          </a:prstGeom>
          <a:noFill/>
          <a:ln w="12700" cap="rnd" cmpd="sng">
            <a:solidFill>
              <a:schemeClr val="accent1">
                <a:shade val="50000"/>
              </a:schemeClr>
            </a:solidFill>
            <a:prstDash val="sysDot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/>
          </a:p>
        </p:txBody>
      </p:sp>
      <p:sp>
        <p:nvSpPr>
          <p:cNvPr id="38" name="矩形 37"/>
          <p:cNvSpPr/>
          <p:nvPr/>
        </p:nvSpPr>
        <p:spPr>
          <a:xfrm>
            <a:off x="5351780" y="2646045"/>
            <a:ext cx="2097405" cy="601345"/>
          </a:xfrm>
          <a:prstGeom prst="rect">
            <a:avLst/>
          </a:prstGeom>
          <a:solidFill>
            <a:schemeClr val="tx2"/>
          </a:solidFill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ZvUI</a:t>
            </a:r>
            <a:endParaRPr lang="en-US" altLang="zh-CN"/>
          </a:p>
        </p:txBody>
      </p:sp>
      <p:sp>
        <p:nvSpPr>
          <p:cNvPr id="39" name="矩形 38"/>
          <p:cNvSpPr/>
          <p:nvPr/>
        </p:nvSpPr>
        <p:spPr>
          <a:xfrm>
            <a:off x="5352415" y="3783965"/>
            <a:ext cx="1310005" cy="601345"/>
          </a:xfrm>
          <a:prstGeom prst="rect">
            <a:avLst/>
          </a:prstGeom>
          <a:solidFill>
            <a:schemeClr val="tx2"/>
          </a:solidFill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zvalley-cli</a:t>
            </a:r>
          </a:p>
        </p:txBody>
      </p:sp>
      <p:sp>
        <p:nvSpPr>
          <p:cNvPr id="40" name="矩形 39"/>
          <p:cNvSpPr/>
          <p:nvPr/>
        </p:nvSpPr>
        <p:spPr>
          <a:xfrm>
            <a:off x="6950710" y="3783965"/>
            <a:ext cx="1310005" cy="601345"/>
          </a:xfrm>
          <a:prstGeom prst="rect">
            <a:avLst/>
          </a:prstGeom>
          <a:solidFill>
            <a:schemeClr val="tx2"/>
          </a:solidFill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Mock</a:t>
            </a:r>
          </a:p>
        </p:txBody>
      </p:sp>
      <p:sp>
        <p:nvSpPr>
          <p:cNvPr id="41" name="矩形 40"/>
          <p:cNvSpPr/>
          <p:nvPr/>
        </p:nvSpPr>
        <p:spPr>
          <a:xfrm>
            <a:off x="8549005" y="3783965"/>
            <a:ext cx="1310005" cy="601345"/>
          </a:xfrm>
          <a:prstGeom prst="rect">
            <a:avLst/>
          </a:prstGeom>
          <a:solidFill>
            <a:schemeClr val="tx2"/>
          </a:solidFill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调试包</a:t>
            </a:r>
          </a:p>
        </p:txBody>
      </p:sp>
      <p:sp>
        <p:nvSpPr>
          <p:cNvPr id="42" name="矩形 41"/>
          <p:cNvSpPr/>
          <p:nvPr/>
        </p:nvSpPr>
        <p:spPr>
          <a:xfrm>
            <a:off x="7761605" y="2644775"/>
            <a:ext cx="2097405" cy="601345"/>
          </a:xfrm>
          <a:prstGeom prst="rect">
            <a:avLst/>
          </a:prstGeom>
          <a:solidFill>
            <a:schemeClr val="tx2"/>
          </a:solidFill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vant</a:t>
            </a:r>
          </a:p>
        </p:txBody>
      </p:sp>
      <p:sp>
        <p:nvSpPr>
          <p:cNvPr id="43" name="矩形 42"/>
          <p:cNvSpPr/>
          <p:nvPr/>
        </p:nvSpPr>
        <p:spPr>
          <a:xfrm>
            <a:off x="5351780" y="4869815"/>
            <a:ext cx="4507230" cy="601345"/>
          </a:xfrm>
          <a:prstGeom prst="rect">
            <a:avLst/>
          </a:prstGeom>
          <a:solidFill>
            <a:schemeClr val="tx2"/>
          </a:solidFill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Vue</a:t>
            </a:r>
            <a:r>
              <a:rPr lang="zh-CN" altLang="en-US"/>
              <a:t>、</a:t>
            </a:r>
            <a:r>
              <a:rPr lang="en-US" altLang="zh-CN"/>
              <a:t>Webpack</a:t>
            </a:r>
            <a:r>
              <a:rPr lang="zh-CN" altLang="en-US"/>
              <a:t>、</a:t>
            </a:r>
            <a:r>
              <a:rPr lang="en-US" altLang="zh-CN"/>
              <a:t>Sass</a:t>
            </a:r>
          </a:p>
        </p:txBody>
      </p:sp>
      <p:cxnSp>
        <p:nvCxnSpPr>
          <p:cNvPr id="44" name="直接箭头连接符 43"/>
          <p:cNvCxnSpPr>
            <a:stCxn id="22" idx="3"/>
            <a:endCxn id="20" idx="1"/>
          </p:cNvCxnSpPr>
          <p:nvPr/>
        </p:nvCxnSpPr>
        <p:spPr>
          <a:xfrm>
            <a:off x="4089400" y="1808480"/>
            <a:ext cx="126238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/>
          <p:nvPr/>
        </p:nvCxnSpPr>
        <p:spPr>
          <a:xfrm>
            <a:off x="4090035" y="2945130"/>
            <a:ext cx="126238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/>
          <p:nvPr/>
        </p:nvCxnSpPr>
        <p:spPr>
          <a:xfrm>
            <a:off x="4090035" y="4084955"/>
            <a:ext cx="126238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/>
          <p:cNvCxnSpPr/>
          <p:nvPr/>
        </p:nvCxnSpPr>
        <p:spPr>
          <a:xfrm>
            <a:off x="4090035" y="5168900"/>
            <a:ext cx="126238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887730" y="587318"/>
            <a:ext cx="1083818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实现方案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前端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887730" y="1048983"/>
            <a:ext cx="9627870" cy="11988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50000"/>
              </a:lnSpc>
            </a:pPr>
            <a:r>
              <a:rPr sz="1600">
                <a:solidFill>
                  <a:schemeClr val="accent2"/>
                </a:solidFill>
                <a:sym typeface="+mn-ea"/>
              </a:rPr>
              <a:t>zvalley-cli</a:t>
            </a:r>
            <a:endParaRPr lang="en-US" altLang="zh-CN" sz="1600" dirty="0">
              <a:solidFill>
                <a:srgbClr val="AADB1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自主开发的一套 Vue 技术栈构建工具，基于 Node.js、Webpack 模版工程等的 Vue 技术栈的整套解决方案，包含了开发、调试、打包上线完整的工作流程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887730" y="2368665"/>
            <a:ext cx="9627870" cy="82994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UI</a:t>
            </a:r>
            <a:r>
              <a:rPr lang="zh-CN" altLang="en-US" sz="1600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组件库</a:t>
            </a:r>
            <a:endParaRPr lang="en-US" altLang="zh-CN" sz="1600" dirty="0">
              <a:solidFill>
                <a:srgbClr val="AADB1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一套</a:t>
            </a:r>
            <a:r>
              <a:rPr 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公司</a:t>
            </a:r>
            <a:r>
              <a:rPr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风格的移动端 Vue 组件库，</a:t>
            </a:r>
            <a:r>
              <a:rPr 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经过一年的打磨</a:t>
            </a:r>
            <a:r>
              <a:rPr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，目前有</a:t>
            </a:r>
            <a:r>
              <a:rPr 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多个</a:t>
            </a:r>
            <a:r>
              <a:rPr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移动端项目使用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887730" y="3313697"/>
            <a:ext cx="9627870" cy="82994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调试包</a:t>
            </a:r>
            <a:endParaRPr lang="en-US" altLang="zh-CN" sz="1600" dirty="0">
              <a:solidFill>
                <a:srgbClr val="AADB1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依赖 wifi 热点的移动 web 真机测试解决方案</a:t>
            </a:r>
            <a:r>
              <a:rPr 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，包含了完整的原生能力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887730" y="4258729"/>
            <a:ext cx="9627870" cy="82994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Mock</a:t>
            </a:r>
          </a:p>
          <a:p>
            <a:pPr>
              <a:lnSpc>
                <a:spcPct val="150000"/>
              </a:lnSpc>
            </a:pPr>
            <a:r>
              <a:rPr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针对项目前期尚无数据的问题，</a:t>
            </a:r>
            <a:r>
              <a:rPr 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编写</a:t>
            </a:r>
            <a:r>
              <a:rPr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输出相应的 mock 数据</a:t>
            </a:r>
            <a:r>
              <a:rPr 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供前端开发时调试使用，提高前端开发效率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887730" y="5198529"/>
            <a:ext cx="9627870" cy="82994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技术栈组合</a:t>
            </a:r>
            <a:endParaRPr lang="en-US" altLang="zh-CN" sz="1600" dirty="0">
              <a:solidFill>
                <a:srgbClr val="AADB1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国际化、自定义主题、自动化代码风格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规范检查、</a:t>
            </a:r>
            <a:r>
              <a:rPr lang="zh-CN" altLang="en-US" sz="1600" dirty="0" smtClean="0">
                <a:solidFill>
                  <a:schemeClr val="bg1"/>
                </a:solidFill>
                <a:sym typeface="+mn-ea"/>
              </a:rPr>
              <a:t>项目组织、微前端、数据通信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/>
          <p:cNvSpPr txBox="1"/>
          <p:nvPr/>
        </p:nvSpPr>
        <p:spPr>
          <a:xfrm>
            <a:off x="803275" y="532130"/>
            <a:ext cx="10586085" cy="497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400">
                <a:solidFill>
                  <a:schemeClr val="bg1"/>
                </a:solidFill>
                <a:sym typeface="+mn-ea"/>
              </a:rPr>
              <a:t>小程序架构</a:t>
            </a:r>
          </a:p>
        </p:txBody>
      </p:sp>
      <p:sp>
        <p:nvSpPr>
          <p:cNvPr id="2" name="矩形 1"/>
          <p:cNvSpPr/>
          <p:nvPr/>
        </p:nvSpPr>
        <p:spPr>
          <a:xfrm>
            <a:off x="2337435" y="1197610"/>
            <a:ext cx="2043430" cy="4690745"/>
          </a:xfrm>
          <a:prstGeom prst="rect">
            <a:avLst/>
          </a:prstGeom>
          <a:noFill/>
          <a:ln w="12700" cap="rnd" cmpd="sng">
            <a:solidFill>
              <a:schemeClr val="accent1">
                <a:shade val="50000"/>
              </a:schemeClr>
            </a:solidFill>
            <a:prstDash val="sysDot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/>
          </a:p>
        </p:txBody>
      </p:sp>
      <p:sp>
        <p:nvSpPr>
          <p:cNvPr id="20" name="矩形 19"/>
          <p:cNvSpPr/>
          <p:nvPr/>
        </p:nvSpPr>
        <p:spPr>
          <a:xfrm>
            <a:off x="5351780" y="1507490"/>
            <a:ext cx="4507230" cy="601345"/>
          </a:xfrm>
          <a:prstGeom prst="rect">
            <a:avLst/>
          </a:prstGeom>
          <a:solidFill>
            <a:schemeClr val="tx2"/>
          </a:solidFill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VueX</a:t>
            </a:r>
            <a:r>
              <a:rPr lang="zh-CN" altLang="en-US"/>
              <a:t>、</a:t>
            </a:r>
            <a:r>
              <a:rPr lang="en-US" altLang="zh-CN"/>
              <a:t>Vue-i18n</a:t>
            </a:r>
            <a:r>
              <a:rPr lang="zh-CN" altLang="en-US"/>
              <a:t>、</a:t>
            </a:r>
            <a:r>
              <a:rPr lang="en-US" altLang="zh-CN"/>
              <a:t>uni.request</a:t>
            </a:r>
          </a:p>
        </p:txBody>
      </p:sp>
      <p:sp>
        <p:nvSpPr>
          <p:cNvPr id="22" name="矩形 21"/>
          <p:cNvSpPr/>
          <p:nvPr/>
        </p:nvSpPr>
        <p:spPr>
          <a:xfrm>
            <a:off x="2628900" y="1508125"/>
            <a:ext cx="1460500" cy="600710"/>
          </a:xfrm>
          <a:prstGeom prst="rect">
            <a:avLst/>
          </a:prstGeom>
          <a:solidFill>
            <a:schemeClr val="tx2"/>
          </a:solidFill>
          <a:ln w="0" cap="rnd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业务</a:t>
            </a:r>
          </a:p>
        </p:txBody>
      </p:sp>
      <p:sp>
        <p:nvSpPr>
          <p:cNvPr id="33" name="矩形 32"/>
          <p:cNvSpPr/>
          <p:nvPr/>
        </p:nvSpPr>
        <p:spPr>
          <a:xfrm>
            <a:off x="2628900" y="2644775"/>
            <a:ext cx="1460500" cy="602615"/>
          </a:xfrm>
          <a:prstGeom prst="rect">
            <a:avLst/>
          </a:prstGeom>
          <a:solidFill>
            <a:schemeClr val="tx2"/>
          </a:solidFill>
          <a:ln w="0" cap="rnd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UI</a:t>
            </a:r>
            <a:r>
              <a:rPr lang="zh-CN" altLang="en-US"/>
              <a:t>库</a:t>
            </a:r>
          </a:p>
        </p:txBody>
      </p:sp>
      <p:sp>
        <p:nvSpPr>
          <p:cNvPr id="34" name="矩形 33"/>
          <p:cNvSpPr/>
          <p:nvPr/>
        </p:nvSpPr>
        <p:spPr>
          <a:xfrm>
            <a:off x="2628900" y="4867275"/>
            <a:ext cx="1460500" cy="603885"/>
          </a:xfrm>
          <a:prstGeom prst="rect">
            <a:avLst/>
          </a:prstGeom>
          <a:solidFill>
            <a:schemeClr val="tx2"/>
          </a:solidFill>
          <a:ln w="0" cap="rnd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基础库</a:t>
            </a:r>
          </a:p>
        </p:txBody>
      </p:sp>
      <p:sp>
        <p:nvSpPr>
          <p:cNvPr id="35" name="矩形 34"/>
          <p:cNvSpPr/>
          <p:nvPr/>
        </p:nvSpPr>
        <p:spPr>
          <a:xfrm>
            <a:off x="2628900" y="3783965"/>
            <a:ext cx="1460500" cy="601345"/>
          </a:xfrm>
          <a:prstGeom prst="rect">
            <a:avLst/>
          </a:prstGeom>
          <a:solidFill>
            <a:schemeClr val="tx2"/>
          </a:solidFill>
          <a:ln w="0" cap="rnd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工具</a:t>
            </a:r>
          </a:p>
        </p:txBody>
      </p:sp>
      <p:sp>
        <p:nvSpPr>
          <p:cNvPr id="4" name="矩形 3"/>
          <p:cNvSpPr/>
          <p:nvPr/>
        </p:nvSpPr>
        <p:spPr>
          <a:xfrm>
            <a:off x="5168265" y="1197610"/>
            <a:ext cx="4874895" cy="4690745"/>
          </a:xfrm>
          <a:prstGeom prst="rect">
            <a:avLst/>
          </a:prstGeom>
          <a:noFill/>
          <a:ln w="12700" cap="rnd" cmpd="sng">
            <a:solidFill>
              <a:schemeClr val="accent1">
                <a:shade val="50000"/>
              </a:schemeClr>
            </a:solidFill>
            <a:prstDash val="sysDot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/>
          </a:p>
        </p:txBody>
      </p:sp>
      <p:sp>
        <p:nvSpPr>
          <p:cNvPr id="38" name="矩形 37"/>
          <p:cNvSpPr/>
          <p:nvPr/>
        </p:nvSpPr>
        <p:spPr>
          <a:xfrm>
            <a:off x="5351780" y="2646045"/>
            <a:ext cx="2097405" cy="601345"/>
          </a:xfrm>
          <a:prstGeom prst="rect">
            <a:avLst/>
          </a:prstGeom>
          <a:solidFill>
            <a:schemeClr val="tx2"/>
          </a:solidFill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ZvUI__w</a:t>
            </a:r>
            <a:endParaRPr lang="en-US" altLang="zh-CN"/>
          </a:p>
        </p:txBody>
      </p:sp>
      <p:sp>
        <p:nvSpPr>
          <p:cNvPr id="39" name="矩形 38"/>
          <p:cNvSpPr/>
          <p:nvPr/>
        </p:nvSpPr>
        <p:spPr>
          <a:xfrm>
            <a:off x="5352415" y="3783965"/>
            <a:ext cx="1324610" cy="601345"/>
          </a:xfrm>
          <a:prstGeom prst="rect">
            <a:avLst/>
          </a:prstGeom>
          <a:solidFill>
            <a:schemeClr val="tx2"/>
          </a:solidFill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zvalley-cli</a:t>
            </a:r>
          </a:p>
        </p:txBody>
      </p:sp>
      <p:sp>
        <p:nvSpPr>
          <p:cNvPr id="9" name="矩形 8"/>
          <p:cNvSpPr/>
          <p:nvPr/>
        </p:nvSpPr>
        <p:spPr>
          <a:xfrm>
            <a:off x="7761605" y="2644775"/>
            <a:ext cx="2097405" cy="601345"/>
          </a:xfrm>
          <a:prstGeom prst="rect">
            <a:avLst/>
          </a:prstGeom>
          <a:solidFill>
            <a:schemeClr val="tx2"/>
          </a:solidFill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uni-ui</a:t>
            </a:r>
          </a:p>
        </p:txBody>
      </p:sp>
      <p:sp>
        <p:nvSpPr>
          <p:cNvPr id="10" name="矩形 9"/>
          <p:cNvSpPr/>
          <p:nvPr/>
        </p:nvSpPr>
        <p:spPr>
          <a:xfrm>
            <a:off x="5351780" y="4869815"/>
            <a:ext cx="4507230" cy="601345"/>
          </a:xfrm>
          <a:prstGeom prst="rect">
            <a:avLst/>
          </a:prstGeom>
          <a:solidFill>
            <a:schemeClr val="tx2"/>
          </a:solidFill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Vue</a:t>
            </a:r>
            <a:r>
              <a:rPr lang="zh-CN" altLang="en-US"/>
              <a:t>、</a:t>
            </a:r>
            <a:r>
              <a:rPr lang="en-US" altLang="zh-CN"/>
              <a:t>Webpack</a:t>
            </a:r>
            <a:r>
              <a:rPr lang="zh-CN" altLang="en-US"/>
              <a:t>、</a:t>
            </a:r>
            <a:r>
              <a:rPr lang="en-US" altLang="zh-CN"/>
              <a:t>Sass</a:t>
            </a:r>
            <a:r>
              <a:rPr lang="zh-CN" altLang="en-US"/>
              <a:t>、</a:t>
            </a:r>
            <a:r>
              <a:rPr lang="en-US" altLang="zh-CN"/>
              <a:t>uni-app</a:t>
            </a:r>
          </a:p>
        </p:txBody>
      </p:sp>
      <p:cxnSp>
        <p:nvCxnSpPr>
          <p:cNvPr id="44" name="直接箭头连接符 43"/>
          <p:cNvCxnSpPr>
            <a:stCxn id="22" idx="3"/>
            <a:endCxn id="20" idx="1"/>
          </p:cNvCxnSpPr>
          <p:nvPr/>
        </p:nvCxnSpPr>
        <p:spPr>
          <a:xfrm>
            <a:off x="4089400" y="1808480"/>
            <a:ext cx="126238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/>
          <p:nvPr/>
        </p:nvCxnSpPr>
        <p:spPr>
          <a:xfrm>
            <a:off x="4090035" y="2945130"/>
            <a:ext cx="126238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/>
          <p:nvPr/>
        </p:nvCxnSpPr>
        <p:spPr>
          <a:xfrm>
            <a:off x="4090035" y="4084955"/>
            <a:ext cx="126238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/>
          <p:cNvCxnSpPr/>
          <p:nvPr/>
        </p:nvCxnSpPr>
        <p:spPr>
          <a:xfrm>
            <a:off x="4090035" y="5168900"/>
            <a:ext cx="126238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6943725" y="3784600"/>
            <a:ext cx="1324610" cy="601345"/>
          </a:xfrm>
          <a:prstGeom prst="rect">
            <a:avLst/>
          </a:prstGeom>
          <a:solidFill>
            <a:schemeClr val="tx2"/>
          </a:solidFill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ym typeface="+mn-ea"/>
              </a:rPr>
              <a:t>HBuilderX</a:t>
            </a:r>
          </a:p>
        </p:txBody>
      </p:sp>
      <p:sp>
        <p:nvSpPr>
          <p:cNvPr id="8" name="矩形 7"/>
          <p:cNvSpPr/>
          <p:nvPr/>
        </p:nvSpPr>
        <p:spPr>
          <a:xfrm>
            <a:off x="8534400" y="3784600"/>
            <a:ext cx="1324610" cy="601345"/>
          </a:xfrm>
          <a:prstGeom prst="rect">
            <a:avLst/>
          </a:prstGeom>
          <a:solidFill>
            <a:schemeClr val="tx2"/>
          </a:solidFill>
          <a:ln cap="rnd"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1600"/>
              <a:t>微信开发者工具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887730" y="587318"/>
            <a:ext cx="1083818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实现方案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小程序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887730" y="1048983"/>
            <a:ext cx="9627870" cy="82994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50000"/>
              </a:lnSpc>
            </a:pPr>
            <a:r>
              <a:rPr lang="zh-CN" sz="1600">
                <a:solidFill>
                  <a:schemeClr val="accent2"/>
                </a:solidFill>
                <a:sym typeface="+mn-ea"/>
              </a:rPr>
              <a:t>小程序框架</a:t>
            </a:r>
            <a:endParaRPr lang="en-US" altLang="zh-CN" sz="1600" dirty="0">
              <a:solidFill>
                <a:srgbClr val="AADB1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基于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uni-app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完成小程序开发框架搭建，并集成到</a:t>
            </a:r>
            <a:r>
              <a:rPr sz="1600">
                <a:solidFill>
                  <a:schemeClr val="bg1"/>
                </a:solidFill>
                <a:sym typeface="+mn-ea"/>
              </a:rPr>
              <a:t>zvalley-cli</a:t>
            </a:r>
            <a:r>
              <a:rPr lang="zh-CN" sz="1600">
                <a:solidFill>
                  <a:schemeClr val="bg1"/>
                </a:solidFill>
                <a:sym typeface="+mn-ea"/>
              </a:rPr>
              <a:t>中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887730" y="587318"/>
            <a:ext cx="1083818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移动端成果输出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887730" y="1048983"/>
            <a:ext cx="9627870" cy="75565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开发文档</a:t>
            </a:r>
            <a:endParaRPr lang="en-US" altLang="zh-CN" sz="1600" dirty="0">
              <a:solidFill>
                <a:srgbClr val="AADB1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完成原生、前端、小程序的开发文档编写，包含各端的框架介绍、编码规范、编码风格、方法调用等。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87730" y="2075924"/>
            <a:ext cx="9627870" cy="70675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视觉规范和交互规范</a:t>
            </a:r>
            <a:endParaRPr lang="en-US" altLang="zh-CN" sz="1600" dirty="0">
              <a:solidFill>
                <a:srgbClr val="AADB1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产出</a:t>
            </a:r>
            <a:r>
              <a:rPr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一套</a:t>
            </a:r>
            <a:r>
              <a:rPr 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公司</a:t>
            </a:r>
            <a:r>
              <a:rPr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风格的移动端</a:t>
            </a:r>
            <a:r>
              <a:rPr 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视觉规范和交互规范，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保证</a:t>
            </a:r>
            <a:r>
              <a:rPr 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各端的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UI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和交互一致。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887730" y="3086832"/>
            <a:ext cx="9627870" cy="11988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原生框架</a:t>
            </a:r>
            <a:endParaRPr lang="en-US" altLang="zh-CN" sz="1600" dirty="0">
              <a:solidFill>
                <a:srgbClr val="AADB1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基于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hybrid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架构开发出的一套原生框架，将会集成原生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UI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组件、</a:t>
            </a:r>
            <a:r>
              <a:rPr lang="en-GB" altLang="zh-CN" sz="16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SuperWebView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SDK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Realm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、友盟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SDK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、安证通认证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SDK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等，并完成原生和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web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交互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API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的设计及编写</a:t>
            </a:r>
            <a:endParaRPr lang="en-GB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87730" y="4589293"/>
            <a:ext cx="9627870" cy="11988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前端框架</a:t>
            </a:r>
            <a:endParaRPr lang="en-US" altLang="zh-CN" sz="1600" dirty="0">
              <a:solidFill>
                <a:srgbClr val="AADB1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Vue-cli3.x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提供的基础模板工程，集成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gzip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 smtClean="0">
                <a:solidFill>
                  <a:schemeClr val="bg1"/>
                </a:solidFill>
                <a:sym typeface="+mn-ea"/>
              </a:rPr>
              <a:t>S</a:t>
            </a:r>
            <a:r>
              <a:rPr lang="zh-CN" altLang="en-US" sz="1600" dirty="0" smtClean="0">
                <a:solidFill>
                  <a:schemeClr val="bg1"/>
                </a:solidFill>
                <a:sym typeface="+mn-ea"/>
              </a:rPr>
              <a:t>plitChunks、骨架屏、自动化检查等配置，定义开发环境、打包构建、项目组织， 封装网络请求等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887730" y="1047078"/>
            <a:ext cx="9627870" cy="75565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开发文档</a:t>
            </a:r>
            <a:endParaRPr lang="en-US" altLang="zh-CN" sz="1600" dirty="0">
              <a:solidFill>
                <a:srgbClr val="AADB1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完成原生、前端、小程序的开发文档编写，包含各端的框架介绍、编码规范、编码风格、方法调用等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87730" y="2075924"/>
            <a:ext cx="9627870" cy="70675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视觉规范和交互规范</a:t>
            </a:r>
            <a:endParaRPr lang="en-US" altLang="zh-CN" sz="1600" dirty="0">
              <a:solidFill>
                <a:srgbClr val="AADB1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产出</a:t>
            </a:r>
            <a:r>
              <a:rPr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一套</a:t>
            </a:r>
            <a:r>
              <a:rPr 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公司</a:t>
            </a:r>
            <a:r>
              <a:rPr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风格的移动端</a:t>
            </a:r>
            <a:r>
              <a:rPr 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视觉规范和交互规范，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保证</a:t>
            </a:r>
            <a:r>
              <a:rPr 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各端的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UI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和交互一致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887730" y="587318"/>
            <a:ext cx="1083818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移动端成果输出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887730" y="1047078"/>
            <a:ext cx="9627870" cy="11988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小程序框架</a:t>
            </a:r>
            <a:endParaRPr lang="en-US" altLang="zh-CN" sz="1600" dirty="0">
              <a:solidFill>
                <a:srgbClr val="AADB1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基于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uni-app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提供的基础模板工程，集成</a:t>
            </a:r>
            <a:r>
              <a:rPr lang="zh-CN" altLang="en-US" sz="1600" dirty="0" smtClean="0">
                <a:solidFill>
                  <a:schemeClr val="bg1"/>
                </a:solidFill>
                <a:sym typeface="+mn-ea"/>
              </a:rPr>
              <a:t>自动化检查配置，定义开发环境、打包构建、项目组织， 封装网络请求等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87730" y="2335627"/>
            <a:ext cx="9627870" cy="82994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UI</a:t>
            </a:r>
            <a:r>
              <a:rPr lang="zh-CN" altLang="en-US" sz="1600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组件库</a:t>
            </a:r>
            <a:endParaRPr lang="en-US" altLang="zh-CN" sz="1600" dirty="0">
              <a:solidFill>
                <a:srgbClr val="AADB1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基于视觉规范和交互规范，产出一套移动端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UI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组件库，实现按需加载、多语言、自定义主题</a:t>
            </a:r>
            <a:endParaRPr lang="en-GB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87730" y="3693943"/>
            <a:ext cx="9627870" cy="82994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JS-SDK</a:t>
            </a:r>
            <a:endParaRPr lang="en-US" altLang="zh-CN" sz="1600" dirty="0">
              <a:solidFill>
                <a:srgbClr val="AADB1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SuperWebview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，封装一个用于混合应用开发的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JS-SDK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，方便原生和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之间的交互、通信</a:t>
            </a:r>
            <a:endParaRPr lang="zh-CN" altLang="en-US" sz="1600" dirty="0" smtClean="0">
              <a:solidFill>
                <a:schemeClr val="bg1"/>
              </a:solidFill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7730" y="4737197"/>
            <a:ext cx="9627870" cy="11988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hybrid</a:t>
            </a:r>
            <a:r>
              <a:rPr lang="zh-CN" altLang="en-US" sz="16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应用</a:t>
            </a:r>
            <a:r>
              <a:rPr lang="zh-CN" sz="1600">
                <a:solidFill>
                  <a:schemeClr val="accent2"/>
                </a:solidFill>
                <a:sym typeface="+mn-ea"/>
              </a:rPr>
              <a:t>调试包</a:t>
            </a:r>
            <a:endParaRPr lang="en-US" altLang="zh-CN" sz="1600" dirty="0">
              <a:solidFill>
                <a:srgbClr val="AADB1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为方便在开发移动端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hybrid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应用时调试业务逻辑及显示状态，开发一个具备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hybrid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架构中所有能力的移动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APP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，可以通过输入网址来访问前端人员实时的开发页面</a:t>
            </a:r>
            <a:endParaRPr lang="en-GB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887730" y="587318"/>
            <a:ext cx="1083818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移动端成果输出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887730" y="1047078"/>
            <a:ext cx="9627870" cy="11988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技术栈组合</a:t>
            </a:r>
            <a:endParaRPr lang="en-US" altLang="zh-CN" sz="1600" dirty="0">
              <a:solidFill>
                <a:srgbClr val="AADB1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由于日常开中，有很多零散的开发实践</a:t>
            </a:r>
            <a:r>
              <a:rPr lang="zh-CN" altLang="en-US" sz="1600" dirty="0" smtClean="0">
                <a:solidFill>
                  <a:schemeClr val="bg1"/>
                </a:solidFill>
                <a:sym typeface="+mn-ea"/>
              </a:rPr>
              <a:t>。将输出一些成熟的实践，方便各个开发团队集成到各自的前端项目中去，例如：国际化、自定义主题等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887730" y="2253077"/>
            <a:ext cx="9627870" cy="11988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50000"/>
              </a:lnSpc>
            </a:pPr>
            <a:r>
              <a:rPr sz="1600">
                <a:solidFill>
                  <a:schemeClr val="accent2"/>
                </a:solidFill>
                <a:sym typeface="+mn-ea"/>
              </a:rPr>
              <a:t>zvalley-cli</a:t>
            </a:r>
            <a:endParaRPr lang="en-US" altLang="zh-CN" sz="1600" dirty="0">
              <a:solidFill>
                <a:srgbClr val="AADB1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自主开发的一套 Vue 技术栈构建工具，基于 Node.js、Webpack 模版工程等的 Vue 技术栈的整套解决方案，包含了开发、调试、打包上线完整的工作流程</a:t>
            </a:r>
            <a:endParaRPr lang="en-GB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87730" y="3561228"/>
            <a:ext cx="9627870" cy="11988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私有</a:t>
            </a:r>
            <a:r>
              <a:rPr lang="en-US" altLang="zh-CN" sz="1600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npm</a:t>
            </a:r>
            <a:r>
              <a:rPr lang="zh-CN" altLang="en-US" sz="1600" dirty="0">
                <a:solidFill>
                  <a:srgbClr val="AADB1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仓库搭建</a:t>
            </a:r>
            <a:endParaRPr lang="en-US" altLang="zh-CN" sz="1600" dirty="0">
              <a:solidFill>
                <a:srgbClr val="AADB1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Verdaccio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开源库搭建一个私有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npm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包管理仓库，便于管理前端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UI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组件库、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JS-SDK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、脚手架工具等包，实现各个前端团队在线升级维护公共资源</a:t>
            </a:r>
            <a:endParaRPr lang="zh-CN" altLang="en-US" sz="1600" dirty="0" smtClean="0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887730" y="587318"/>
            <a:ext cx="1083818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兼容性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887730" y="2308188"/>
            <a:ext cx="9627870" cy="82994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50000"/>
              </a:lnSpc>
            </a:pPr>
            <a:r>
              <a:rPr lang="zh-CN" sz="1600">
                <a:solidFill>
                  <a:schemeClr val="accent2"/>
                </a:solidFill>
                <a:sym typeface="+mn-ea"/>
              </a:rPr>
              <a:t>移动原生</a:t>
            </a:r>
            <a:endParaRPr lang="en-US" altLang="zh-CN" sz="1600" dirty="0">
              <a:solidFill>
                <a:srgbClr val="AADB1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Android 6.0+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iOS 10.0+</a:t>
            </a:r>
            <a:endParaRPr lang="zh-CN" altLang="en-US" sz="1600">
              <a:solidFill>
                <a:schemeClr val="bg1"/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87730" y="1229958"/>
            <a:ext cx="9627870" cy="82994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50000"/>
              </a:lnSpc>
            </a:pPr>
            <a:r>
              <a:rPr lang="zh-CN" sz="1600">
                <a:solidFill>
                  <a:schemeClr val="accent2"/>
                </a:solidFill>
                <a:sym typeface="+mn-ea"/>
              </a:rPr>
              <a:t>web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现代游览器以及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Android 6.0+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iOS 8.0+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887730" y="587318"/>
            <a:ext cx="1083818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老应用接入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887730" y="2579333"/>
            <a:ext cx="9627870" cy="11988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50000"/>
              </a:lnSpc>
            </a:pPr>
            <a:r>
              <a:rPr lang="zh-CN" sz="1600">
                <a:solidFill>
                  <a:schemeClr val="accent2"/>
                </a:solidFill>
                <a:sym typeface="+mn-ea"/>
              </a:rPr>
              <a:t>中联</a:t>
            </a:r>
            <a:r>
              <a:rPr lang="en-US" altLang="zh-CN" sz="1600">
                <a:solidFill>
                  <a:schemeClr val="accent2"/>
                </a:solidFill>
                <a:sym typeface="+mn-ea"/>
              </a:rPr>
              <a:t>CRM</a:t>
            </a:r>
            <a:endParaRPr lang="en-US" altLang="zh-CN" sz="1600" dirty="0">
              <a:solidFill>
                <a:srgbClr val="AADB1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chemeClr val="bg1"/>
                </a:solidFill>
                <a:sym typeface="+mn-ea"/>
              </a:rPr>
              <a:t>由于此项目并非利用vue-cli搭建，且使用的是</a:t>
            </a:r>
            <a:r>
              <a:rPr lang="en-US" altLang="zh-CN" sz="1600">
                <a:solidFill>
                  <a:schemeClr val="bg1"/>
                </a:solidFill>
                <a:sym typeface="+mn-ea"/>
              </a:rPr>
              <a:t>framework7-vue</a:t>
            </a:r>
            <a:r>
              <a:rPr lang="zh-CN" altLang="en-US" sz="1600">
                <a:solidFill>
                  <a:schemeClr val="bg1"/>
                </a:solidFill>
                <a:sym typeface="+mn-ea"/>
              </a:rPr>
              <a:t>框架。需要对原工程的代码结构做较大的调整。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887730" y="1229958"/>
            <a:ext cx="9627870" cy="11988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50000"/>
              </a:lnSpc>
            </a:pPr>
            <a:r>
              <a:rPr lang="zh-CN" sz="1600">
                <a:solidFill>
                  <a:schemeClr val="accent2"/>
                </a:solidFill>
                <a:sym typeface="+mn-ea"/>
              </a:rPr>
              <a:t>基于vue-cli生成的项目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利用zvalley-cli生成项目模板后，将原项目的页面文件和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webpack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配置移植到新项目工程中，就可以平滑过渡到此平台上。组件库和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js-sdk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可以通过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npm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安装。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28650" y="3014345"/>
            <a:ext cx="1093533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4800">
                <a:solidFill>
                  <a:schemeClr val="bg1"/>
                </a:solidFill>
                <a:sym typeface="+mn-ea"/>
              </a:rPr>
              <a:t>Q&amp;A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主题​​">
  <a:themeElements>
    <a:clrScheme name="zoomlion">
      <a:dk1>
        <a:srgbClr val="000000"/>
      </a:dk1>
      <a:lt1>
        <a:sysClr val="window" lastClr="FFFFFF"/>
      </a:lt1>
      <a:dk2>
        <a:srgbClr val="383841"/>
      </a:dk2>
      <a:lt2>
        <a:srgbClr val="727171"/>
      </a:lt2>
      <a:accent1>
        <a:srgbClr val="BCB5AF"/>
      </a:accent1>
      <a:accent2>
        <a:srgbClr val="AADB1E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1139</Words>
  <Application>Microsoft Office PowerPoint</Application>
  <PresentationFormat>宽屏</PresentationFormat>
  <Paragraphs>157</Paragraphs>
  <Slides>15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2" baseType="lpstr">
      <vt:lpstr>等线</vt:lpstr>
      <vt:lpstr>黑体</vt:lpstr>
      <vt:lpstr>微软雅黑</vt:lpstr>
      <vt:lpstr>Arial</vt:lpstr>
      <vt:lpstr>Arial Black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孙 宇翔</dc:creator>
  <cp:lastModifiedBy>Administrator</cp:lastModifiedBy>
  <cp:revision>356</cp:revision>
  <dcterms:created xsi:type="dcterms:W3CDTF">2020-03-27T09:31:03Z</dcterms:created>
  <dcterms:modified xsi:type="dcterms:W3CDTF">2020-03-27T10:09:41Z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2052-2.1.0.3383</vt:lpwstr>
  </property>
</Properties>
</file>